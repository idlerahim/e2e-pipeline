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7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83.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82.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41" r:id="rId5"/>
    <p:sldMasterId id="214748374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y="5143500" cx="9144000"/>
  <p:notesSz cx="6858000" cy="9144000"/>
  <p:embeddedFontLst>
    <p:embeddedFont>
      <p:font typeface="Hanken Grotesk Medium"/>
      <p:regular r:id="rId40"/>
      <p:bold r:id="rId41"/>
      <p:italic r:id="rId42"/>
      <p:boldItalic r:id="rId43"/>
    </p:embeddedFont>
    <p:embeddedFont>
      <p:font typeface="Hanken Grotesk"/>
      <p:regular r:id="rId44"/>
      <p:bold r:id="rId45"/>
      <p:italic r:id="rId46"/>
      <p:boldItalic r:id="rId47"/>
    </p:embeddedFont>
    <p:embeddedFont>
      <p:font typeface="Hanken Grotesk SemiBold"/>
      <p:regular r:id="rId48"/>
      <p:bold r:id="rId49"/>
      <p:italic r:id="rId50"/>
      <p:boldItalic r:id="rId51"/>
    </p:embeddedFont>
    <p:embeddedFont>
      <p:font typeface="Outfit ExtraBold"/>
      <p:bold r:id="rId52"/>
    </p:embeddedFont>
    <p:embeddedFont>
      <p:font typeface="Ubuntu Condensed"/>
      <p:regular r:id="rId53"/>
    </p:embeddedFont>
    <p:embeddedFont>
      <p:font typeface="Instrument Sans SemiBold"/>
      <p:regular r:id="rId54"/>
      <p:bold r:id="rId55"/>
      <p:italic r:id="rId56"/>
      <p:boldItalic r:id="rId57"/>
    </p:embeddedFont>
    <p:embeddedFont>
      <p:font typeface="Instrument Sans"/>
      <p:regular r:id="rId58"/>
      <p:bold r:id="rId59"/>
      <p:italic r:id="rId60"/>
      <p:boldItalic r:id="rId61"/>
    </p:embeddedFont>
    <p:embeddedFont>
      <p:font typeface="Outfit SemiBold"/>
      <p:regular r:id="rId62"/>
      <p:bold r:id="rId63"/>
    </p:embeddedFont>
    <p:embeddedFont>
      <p:font typeface="Hanken Grotesk Light"/>
      <p:regular r:id="rId64"/>
      <p:bold r:id="rId65"/>
      <p:italic r:id="rId66"/>
      <p:boldItalic r:id="rId67"/>
    </p:embeddedFont>
    <p:embeddedFont>
      <p:font typeface="Neuton Light"/>
      <p:regular r:id="rId68"/>
      <p:bold r:id="rId69"/>
      <p:boldItalic r:id="rId70"/>
    </p:embeddedFont>
    <p:embeddedFont>
      <p:font typeface="Roboto"/>
      <p:regular r:id="rId71"/>
      <p:bold r:id="rId72"/>
      <p:italic r:id="rId73"/>
      <p:boldItalic r:id="rId74"/>
    </p:embeddedFont>
    <p:embeddedFont>
      <p:font typeface="Instrument Sans Medium"/>
      <p:regular r:id="rId75"/>
      <p:bold r:id="rId76"/>
      <p:italic r:id="rId77"/>
      <p:boldItalic r:id="rId78"/>
    </p:embeddedFont>
    <p:embeddedFont>
      <p:font typeface="Neuton"/>
      <p:regular r:id="rId79"/>
      <p:bold r:id="rId80"/>
      <p:italic r:id="rId81"/>
    </p:embeddedFont>
    <p:embeddedFont>
      <p:font typeface="Outfit"/>
      <p:regular r:id="rId82"/>
      <p:bold r:id="rId83"/>
    </p:embeddedFont>
    <p:embeddedFont>
      <p:font typeface="Outfit Medium"/>
      <p:regular r:id="rId84"/>
      <p:bold r:id="rId8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2A19476-B624-49F0-A3CE-C49A92F90BF8}">
  <a:tblStyle styleId="{72A19476-B624-49F0-A3CE-C49A92F90BF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AFE8AFDE-CDCC-4948-8B82-191EAE4EA62C}"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HankenGroteskMedium-regular.fntdata"/><Relationship Id="rId84" Type="http://schemas.openxmlformats.org/officeDocument/2006/relationships/font" Target="fonts/OutfitMedium-regular.fntdata"/><Relationship Id="rId83" Type="http://schemas.openxmlformats.org/officeDocument/2006/relationships/font" Target="fonts/Outfit-bold.fntdata"/><Relationship Id="rId42" Type="http://schemas.openxmlformats.org/officeDocument/2006/relationships/font" Target="fonts/HankenGroteskMedium-italic.fntdata"/><Relationship Id="rId41" Type="http://schemas.openxmlformats.org/officeDocument/2006/relationships/font" Target="fonts/HankenGroteskMedium-bold.fntdata"/><Relationship Id="rId85" Type="http://schemas.openxmlformats.org/officeDocument/2006/relationships/font" Target="fonts/OutfitMedium-bold.fntdata"/><Relationship Id="rId44" Type="http://schemas.openxmlformats.org/officeDocument/2006/relationships/font" Target="fonts/HankenGrotesk-regular.fntdata"/><Relationship Id="rId43" Type="http://schemas.openxmlformats.org/officeDocument/2006/relationships/font" Target="fonts/HankenGroteskMedium-boldItalic.fntdata"/><Relationship Id="rId46" Type="http://schemas.openxmlformats.org/officeDocument/2006/relationships/font" Target="fonts/HankenGrotesk-italic.fntdata"/><Relationship Id="rId45" Type="http://schemas.openxmlformats.org/officeDocument/2006/relationships/font" Target="fonts/HankenGrotesk-bold.fntdata"/><Relationship Id="rId80" Type="http://schemas.openxmlformats.org/officeDocument/2006/relationships/font" Target="fonts/Neuton-bold.fntdata"/><Relationship Id="rId82" Type="http://schemas.openxmlformats.org/officeDocument/2006/relationships/font" Target="fonts/Outfit-regular.fntdata"/><Relationship Id="rId81" Type="http://schemas.openxmlformats.org/officeDocument/2006/relationships/font" Target="fonts/Neuton-italic.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font" Target="fonts/HankenGroteskSemiBold-regular.fntdata"/><Relationship Id="rId47" Type="http://schemas.openxmlformats.org/officeDocument/2006/relationships/font" Target="fonts/HankenGrotesk-boldItalic.fntdata"/><Relationship Id="rId49" Type="http://schemas.openxmlformats.org/officeDocument/2006/relationships/font" Target="fonts/HankenGroteskSemiBold-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font" Target="fonts/Roboto-italic.fntdata"/><Relationship Id="rId72" Type="http://schemas.openxmlformats.org/officeDocument/2006/relationships/font" Target="fonts/Roboto-bold.fntdata"/><Relationship Id="rId31" Type="http://schemas.openxmlformats.org/officeDocument/2006/relationships/slide" Target="slides/slide24.xml"/><Relationship Id="rId75" Type="http://schemas.openxmlformats.org/officeDocument/2006/relationships/font" Target="fonts/InstrumentSansMedium-regular.fntdata"/><Relationship Id="rId30" Type="http://schemas.openxmlformats.org/officeDocument/2006/relationships/slide" Target="slides/slide23.xml"/><Relationship Id="rId74" Type="http://schemas.openxmlformats.org/officeDocument/2006/relationships/font" Target="fonts/Roboto-boldItalic.fntdata"/><Relationship Id="rId33" Type="http://schemas.openxmlformats.org/officeDocument/2006/relationships/slide" Target="slides/slide26.xml"/><Relationship Id="rId77" Type="http://schemas.openxmlformats.org/officeDocument/2006/relationships/font" Target="fonts/InstrumentSansMedium-italic.fntdata"/><Relationship Id="rId32" Type="http://schemas.openxmlformats.org/officeDocument/2006/relationships/slide" Target="slides/slide25.xml"/><Relationship Id="rId76" Type="http://schemas.openxmlformats.org/officeDocument/2006/relationships/font" Target="fonts/InstrumentSansMedium-bold.fntdata"/><Relationship Id="rId35" Type="http://schemas.openxmlformats.org/officeDocument/2006/relationships/slide" Target="slides/slide28.xml"/><Relationship Id="rId79" Type="http://schemas.openxmlformats.org/officeDocument/2006/relationships/font" Target="fonts/Neuton-regular.fntdata"/><Relationship Id="rId34" Type="http://schemas.openxmlformats.org/officeDocument/2006/relationships/slide" Target="slides/slide27.xml"/><Relationship Id="rId78" Type="http://schemas.openxmlformats.org/officeDocument/2006/relationships/font" Target="fonts/InstrumentSansMedium-boldItalic.fntdata"/><Relationship Id="rId71" Type="http://schemas.openxmlformats.org/officeDocument/2006/relationships/font" Target="fonts/Roboto-regular.fntdata"/><Relationship Id="rId70" Type="http://schemas.openxmlformats.org/officeDocument/2006/relationships/font" Target="fonts/NeutonLight-boldItalic.fntdata"/><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font" Target="fonts/OutfitSemiBold-regular.fntdata"/><Relationship Id="rId61" Type="http://schemas.openxmlformats.org/officeDocument/2006/relationships/font" Target="fonts/InstrumentSans-boldItalic.fntdata"/><Relationship Id="rId20" Type="http://schemas.openxmlformats.org/officeDocument/2006/relationships/slide" Target="slides/slide13.xml"/><Relationship Id="rId64" Type="http://schemas.openxmlformats.org/officeDocument/2006/relationships/font" Target="fonts/HankenGroteskLight-regular.fntdata"/><Relationship Id="rId63" Type="http://schemas.openxmlformats.org/officeDocument/2006/relationships/font" Target="fonts/OutfitSemiBold-bold.fntdata"/><Relationship Id="rId22" Type="http://schemas.openxmlformats.org/officeDocument/2006/relationships/slide" Target="slides/slide15.xml"/><Relationship Id="rId66" Type="http://schemas.openxmlformats.org/officeDocument/2006/relationships/font" Target="fonts/HankenGroteskLight-italic.fntdata"/><Relationship Id="rId21" Type="http://schemas.openxmlformats.org/officeDocument/2006/relationships/slide" Target="slides/slide14.xml"/><Relationship Id="rId65" Type="http://schemas.openxmlformats.org/officeDocument/2006/relationships/font" Target="fonts/HankenGroteskLight-bold.fntdata"/><Relationship Id="rId24" Type="http://schemas.openxmlformats.org/officeDocument/2006/relationships/slide" Target="slides/slide17.xml"/><Relationship Id="rId68" Type="http://schemas.openxmlformats.org/officeDocument/2006/relationships/font" Target="fonts/NeutonLight-regular.fntdata"/><Relationship Id="rId23" Type="http://schemas.openxmlformats.org/officeDocument/2006/relationships/slide" Target="slides/slide16.xml"/><Relationship Id="rId67" Type="http://schemas.openxmlformats.org/officeDocument/2006/relationships/font" Target="fonts/HankenGroteskLight-boldItalic.fntdata"/><Relationship Id="rId60" Type="http://schemas.openxmlformats.org/officeDocument/2006/relationships/font" Target="fonts/InstrumentSans-italic.fntdata"/><Relationship Id="rId26" Type="http://schemas.openxmlformats.org/officeDocument/2006/relationships/slide" Target="slides/slide19.xml"/><Relationship Id="rId25" Type="http://schemas.openxmlformats.org/officeDocument/2006/relationships/slide" Target="slides/slide18.xml"/><Relationship Id="rId69" Type="http://schemas.openxmlformats.org/officeDocument/2006/relationships/font" Target="fonts/NeutonLight-bold.fntdata"/><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HankenGroteskSemiBold-boldItalic.fntdata"/><Relationship Id="rId50" Type="http://schemas.openxmlformats.org/officeDocument/2006/relationships/font" Target="fonts/HankenGroteskSemiBold-italic.fntdata"/><Relationship Id="rId53" Type="http://schemas.openxmlformats.org/officeDocument/2006/relationships/font" Target="fonts/UbuntuCondensed-regular.fntdata"/><Relationship Id="rId52" Type="http://schemas.openxmlformats.org/officeDocument/2006/relationships/font" Target="fonts/OutfitExtraBold-bold.fntdata"/><Relationship Id="rId11" Type="http://schemas.openxmlformats.org/officeDocument/2006/relationships/slide" Target="slides/slide4.xml"/><Relationship Id="rId55" Type="http://schemas.openxmlformats.org/officeDocument/2006/relationships/font" Target="fonts/InstrumentSansSemiBold-bold.fntdata"/><Relationship Id="rId10" Type="http://schemas.openxmlformats.org/officeDocument/2006/relationships/slide" Target="slides/slide3.xml"/><Relationship Id="rId54" Type="http://schemas.openxmlformats.org/officeDocument/2006/relationships/font" Target="fonts/InstrumentSansSemiBold-regular.fntdata"/><Relationship Id="rId13" Type="http://schemas.openxmlformats.org/officeDocument/2006/relationships/slide" Target="slides/slide6.xml"/><Relationship Id="rId57" Type="http://schemas.openxmlformats.org/officeDocument/2006/relationships/font" Target="fonts/InstrumentSansSemiBold-boldItalic.fntdata"/><Relationship Id="rId12" Type="http://schemas.openxmlformats.org/officeDocument/2006/relationships/slide" Target="slides/slide5.xml"/><Relationship Id="rId56" Type="http://schemas.openxmlformats.org/officeDocument/2006/relationships/font" Target="fonts/InstrumentSansSemiBold-italic.fntdata"/><Relationship Id="rId15" Type="http://schemas.openxmlformats.org/officeDocument/2006/relationships/slide" Target="slides/slide8.xml"/><Relationship Id="rId59" Type="http://schemas.openxmlformats.org/officeDocument/2006/relationships/font" Target="fonts/InstrumentSans-bold.fntdata"/><Relationship Id="rId14" Type="http://schemas.openxmlformats.org/officeDocument/2006/relationships/slide" Target="slides/slide7.xml"/><Relationship Id="rId58" Type="http://schemas.openxmlformats.org/officeDocument/2006/relationships/font" Target="fonts/InstrumentSans-regular.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2" name="Shape 1022"/>
        <p:cNvGrpSpPr/>
        <p:nvPr/>
      </p:nvGrpSpPr>
      <p:grpSpPr>
        <a:xfrm>
          <a:off x="0" y="0"/>
          <a:ext cx="0" cy="0"/>
          <a:chOff x="0" y="0"/>
          <a:chExt cx="0" cy="0"/>
        </a:xfrm>
      </p:grpSpPr>
      <p:sp>
        <p:nvSpPr>
          <p:cNvPr id="1023" name="Google Shape;1023;g3dcd0736cbe_0_18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4" name="Google Shape;1024;g3dcd0736cbe_0_18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g3dcd0736cbe_0_18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1" name="Google Shape;1031;g3dcd0736cbe_0_18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6" name="Shape 1036"/>
        <p:cNvGrpSpPr/>
        <p:nvPr/>
      </p:nvGrpSpPr>
      <p:grpSpPr>
        <a:xfrm>
          <a:off x="0" y="0"/>
          <a:ext cx="0" cy="0"/>
          <a:chOff x="0" y="0"/>
          <a:chExt cx="0" cy="0"/>
        </a:xfrm>
      </p:grpSpPr>
      <p:sp>
        <p:nvSpPr>
          <p:cNvPr id="1037" name="Google Shape;1037;g3dcd0736cbe_0_18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8" name="Google Shape;1038;g3dcd0736cbe_0_18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5" name="Shape 1045"/>
        <p:cNvGrpSpPr/>
        <p:nvPr/>
      </p:nvGrpSpPr>
      <p:grpSpPr>
        <a:xfrm>
          <a:off x="0" y="0"/>
          <a:ext cx="0" cy="0"/>
          <a:chOff x="0" y="0"/>
          <a:chExt cx="0" cy="0"/>
        </a:xfrm>
      </p:grpSpPr>
      <p:sp>
        <p:nvSpPr>
          <p:cNvPr id="1046" name="Google Shape;1046;g3dd0ab4d675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7" name="Google Shape;1047;g3dd0ab4d675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1" name="Shape 1051"/>
        <p:cNvGrpSpPr/>
        <p:nvPr/>
      </p:nvGrpSpPr>
      <p:grpSpPr>
        <a:xfrm>
          <a:off x="0" y="0"/>
          <a:ext cx="0" cy="0"/>
          <a:chOff x="0" y="0"/>
          <a:chExt cx="0" cy="0"/>
        </a:xfrm>
      </p:grpSpPr>
      <p:sp>
        <p:nvSpPr>
          <p:cNvPr id="1052" name="Google Shape;1052;g3e632fce20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3" name="Google Shape;1053;g3e632fce20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g3e632fce20d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0" name="Google Shape;1060;g3e632fce20d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g3e632fce20d_0_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6" name="Google Shape;1066;g3e632fce20d_0_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0" name="Shape 1070"/>
        <p:cNvGrpSpPr/>
        <p:nvPr/>
      </p:nvGrpSpPr>
      <p:grpSpPr>
        <a:xfrm>
          <a:off x="0" y="0"/>
          <a:ext cx="0" cy="0"/>
          <a:chOff x="0" y="0"/>
          <a:chExt cx="0" cy="0"/>
        </a:xfrm>
      </p:grpSpPr>
      <p:sp>
        <p:nvSpPr>
          <p:cNvPr id="1071" name="Google Shape;1071;g3e632fce20d_0_6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2" name="Google Shape;1072;g3e632fce20d_0_6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6" name="Shape 1076"/>
        <p:cNvGrpSpPr/>
        <p:nvPr/>
      </p:nvGrpSpPr>
      <p:grpSpPr>
        <a:xfrm>
          <a:off x="0" y="0"/>
          <a:ext cx="0" cy="0"/>
          <a:chOff x="0" y="0"/>
          <a:chExt cx="0" cy="0"/>
        </a:xfrm>
      </p:grpSpPr>
      <p:sp>
        <p:nvSpPr>
          <p:cNvPr id="1077" name="Google Shape;1077;g3e632fce20d_0_4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8" name="Google Shape;1078;g3e632fce20d_0_4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g3e632fce20d_0_6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5" name="Google Shape;1085;g3e632fce20d_0_6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g3e632fce20d_0_4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1" name="Google Shape;1091;g3e632fce20d_0_4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5" name="Shape 1095"/>
        <p:cNvGrpSpPr/>
        <p:nvPr/>
      </p:nvGrpSpPr>
      <p:grpSpPr>
        <a:xfrm>
          <a:off x="0" y="0"/>
          <a:ext cx="0" cy="0"/>
          <a:chOff x="0" y="0"/>
          <a:chExt cx="0" cy="0"/>
        </a:xfrm>
      </p:grpSpPr>
      <p:sp>
        <p:nvSpPr>
          <p:cNvPr id="1096" name="Google Shape;1096;g3e632fce20d_0_6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7" name="Google Shape;1097;g3e632fce20d_0_6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1" name="Shape 1101"/>
        <p:cNvGrpSpPr/>
        <p:nvPr/>
      </p:nvGrpSpPr>
      <p:grpSpPr>
        <a:xfrm>
          <a:off x="0" y="0"/>
          <a:ext cx="0" cy="0"/>
          <a:chOff x="0" y="0"/>
          <a:chExt cx="0" cy="0"/>
        </a:xfrm>
      </p:grpSpPr>
      <p:sp>
        <p:nvSpPr>
          <p:cNvPr id="1102" name="Google Shape;1102;g3e632fce20d_0_4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3" name="Google Shape;1103;g3e632fce20d_0_4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g3e632fce20d_0_6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0" name="Google Shape;1110;g3e632fce20d_0_6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g3e64571a8f1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6" name="Google Shape;1116;g3e64571a8f1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1" name="Shape 1121"/>
        <p:cNvGrpSpPr/>
        <p:nvPr/>
      </p:nvGrpSpPr>
      <p:grpSpPr>
        <a:xfrm>
          <a:off x="0" y="0"/>
          <a:ext cx="0" cy="0"/>
          <a:chOff x="0" y="0"/>
          <a:chExt cx="0" cy="0"/>
        </a:xfrm>
      </p:grpSpPr>
      <p:sp>
        <p:nvSpPr>
          <p:cNvPr id="1122" name="Google Shape;1122;g3e64571a8f1_1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3" name="Google Shape;1123;g3e64571a8f1_1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8" name="Shape 1128"/>
        <p:cNvGrpSpPr/>
        <p:nvPr/>
      </p:nvGrpSpPr>
      <p:grpSpPr>
        <a:xfrm>
          <a:off x="0" y="0"/>
          <a:ext cx="0" cy="0"/>
          <a:chOff x="0" y="0"/>
          <a:chExt cx="0" cy="0"/>
        </a:xfrm>
      </p:grpSpPr>
      <p:sp>
        <p:nvSpPr>
          <p:cNvPr id="1129" name="Google Shape;1129;g3e64571a8f1_1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0" name="Google Shape;1130;g3e64571a8f1_1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5" name="Shape 1135"/>
        <p:cNvGrpSpPr/>
        <p:nvPr/>
      </p:nvGrpSpPr>
      <p:grpSpPr>
        <a:xfrm>
          <a:off x="0" y="0"/>
          <a:ext cx="0" cy="0"/>
          <a:chOff x="0" y="0"/>
          <a:chExt cx="0" cy="0"/>
        </a:xfrm>
      </p:grpSpPr>
      <p:sp>
        <p:nvSpPr>
          <p:cNvPr id="1136" name="Google Shape;1136;g3e64571a8f1_1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7" name="Google Shape;1137;g3e64571a8f1_1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2" name="Shape 1142"/>
        <p:cNvGrpSpPr/>
        <p:nvPr/>
      </p:nvGrpSpPr>
      <p:grpSpPr>
        <a:xfrm>
          <a:off x="0" y="0"/>
          <a:ext cx="0" cy="0"/>
          <a:chOff x="0" y="0"/>
          <a:chExt cx="0" cy="0"/>
        </a:xfrm>
      </p:grpSpPr>
      <p:sp>
        <p:nvSpPr>
          <p:cNvPr id="1143" name="Google Shape;1143;g3e632fce20d_0_4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4" name="Google Shape;1144;g3e632fce20d_0_4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8" name="Shape 1148"/>
        <p:cNvGrpSpPr/>
        <p:nvPr/>
      </p:nvGrpSpPr>
      <p:grpSpPr>
        <a:xfrm>
          <a:off x="0" y="0"/>
          <a:ext cx="0" cy="0"/>
          <a:chOff x="0" y="0"/>
          <a:chExt cx="0" cy="0"/>
        </a:xfrm>
      </p:grpSpPr>
      <p:sp>
        <p:nvSpPr>
          <p:cNvPr id="1149" name="Google Shape;1149;g3e632fce20d_0_6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0" name="Google Shape;1150;g3e632fce20d_0_6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g3e632fce20d_0_4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6" name="Google Shape;1156;g3e632fce20d_0_4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0" name="Shape 1160"/>
        <p:cNvGrpSpPr/>
        <p:nvPr/>
      </p:nvGrpSpPr>
      <p:grpSpPr>
        <a:xfrm>
          <a:off x="0" y="0"/>
          <a:ext cx="0" cy="0"/>
          <a:chOff x="0" y="0"/>
          <a:chExt cx="0" cy="0"/>
        </a:xfrm>
      </p:grpSpPr>
      <p:sp>
        <p:nvSpPr>
          <p:cNvPr id="1161" name="Google Shape;1161;g3e632fce20d_0_6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2" name="Google Shape;1162;g3e632fce20d_0_6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6" name="Shape 1166"/>
        <p:cNvGrpSpPr/>
        <p:nvPr/>
      </p:nvGrpSpPr>
      <p:grpSpPr>
        <a:xfrm>
          <a:off x="0" y="0"/>
          <a:ext cx="0" cy="0"/>
          <a:chOff x="0" y="0"/>
          <a:chExt cx="0" cy="0"/>
        </a:xfrm>
      </p:grpSpPr>
      <p:sp>
        <p:nvSpPr>
          <p:cNvPr id="1167" name="Google Shape;1167;g3e632fce20d_0_4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8" name="Google Shape;1168;g3e632fce20d_0_4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2" name="Shape 1172"/>
        <p:cNvGrpSpPr/>
        <p:nvPr/>
      </p:nvGrpSpPr>
      <p:grpSpPr>
        <a:xfrm>
          <a:off x="0" y="0"/>
          <a:ext cx="0" cy="0"/>
          <a:chOff x="0" y="0"/>
          <a:chExt cx="0" cy="0"/>
        </a:xfrm>
      </p:grpSpPr>
      <p:sp>
        <p:nvSpPr>
          <p:cNvPr id="1173" name="Google Shape;1173;g3e632fce20d_0_6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4" name="Google Shape;1174;g3e632fce20d_0_6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8" name="Shape 1178"/>
        <p:cNvGrpSpPr/>
        <p:nvPr/>
      </p:nvGrpSpPr>
      <p:grpSpPr>
        <a:xfrm>
          <a:off x="0" y="0"/>
          <a:ext cx="0" cy="0"/>
          <a:chOff x="0" y="0"/>
          <a:chExt cx="0" cy="0"/>
        </a:xfrm>
      </p:grpSpPr>
      <p:sp>
        <p:nvSpPr>
          <p:cNvPr id="1179" name="Google Shape;1179;g3e632fce20d_0_4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0" name="Google Shape;1180;g3e632fce20d_0_4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g3e632fce20d_0_6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6" name="Google Shape;1186;g3e632fce20d_0_6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2" name="Shape 1192"/>
        <p:cNvGrpSpPr/>
        <p:nvPr/>
      </p:nvGrpSpPr>
      <p:grpSpPr>
        <a:xfrm>
          <a:off x="0" y="0"/>
          <a:ext cx="0" cy="0"/>
          <a:chOff x="0" y="0"/>
          <a:chExt cx="0" cy="0"/>
        </a:xfrm>
      </p:grpSpPr>
      <p:sp>
        <p:nvSpPr>
          <p:cNvPr id="1193" name="Google Shape;1193;g3e64571a8f1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4" name="Google Shape;1194;g3e64571a8f1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g3e632fce20d_0_6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1" name="Google Shape;1201;g3e632fce20d_0_6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7" name="Shape 1207"/>
        <p:cNvGrpSpPr/>
        <p:nvPr/>
      </p:nvGrpSpPr>
      <p:grpSpPr>
        <a:xfrm>
          <a:off x="0" y="0"/>
          <a:ext cx="0" cy="0"/>
          <a:chOff x="0" y="0"/>
          <a:chExt cx="0" cy="0"/>
        </a:xfrm>
      </p:grpSpPr>
      <p:sp>
        <p:nvSpPr>
          <p:cNvPr id="1208" name="Google Shape;1208;g3e632fce20d_0_6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9" name="Google Shape;1209;g3e632fce20d_0_6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5" name="Shape 1215"/>
        <p:cNvGrpSpPr/>
        <p:nvPr/>
      </p:nvGrpSpPr>
      <p:grpSpPr>
        <a:xfrm>
          <a:off x="0" y="0"/>
          <a:ext cx="0" cy="0"/>
          <a:chOff x="0" y="0"/>
          <a:chExt cx="0" cy="0"/>
        </a:xfrm>
      </p:grpSpPr>
      <p:sp>
        <p:nvSpPr>
          <p:cNvPr id="1216" name="Google Shape;1216;g3e632fce20d_0_4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7" name="Google Shape;1217;g3e632fce20d_0_4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7" name="Shape 1227"/>
        <p:cNvGrpSpPr/>
        <p:nvPr/>
      </p:nvGrpSpPr>
      <p:grpSpPr>
        <a:xfrm>
          <a:off x="0" y="0"/>
          <a:ext cx="0" cy="0"/>
          <a:chOff x="0" y="0"/>
          <a:chExt cx="0" cy="0"/>
        </a:xfrm>
      </p:grpSpPr>
      <p:sp>
        <p:nvSpPr>
          <p:cNvPr id="1228" name="Google Shape;1228;g3e632fce20d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9" name="Google Shape;1229;g3e632fce20d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3" name="Shape 1233"/>
        <p:cNvGrpSpPr/>
        <p:nvPr/>
      </p:nvGrpSpPr>
      <p:grpSpPr>
        <a:xfrm>
          <a:off x="0" y="0"/>
          <a:ext cx="0" cy="0"/>
          <a:chOff x="0" y="0"/>
          <a:chExt cx="0" cy="0"/>
        </a:xfrm>
      </p:grpSpPr>
      <p:sp>
        <p:nvSpPr>
          <p:cNvPr id="1234" name="Google Shape;1234;g3dcd0736cbe_0_28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5" name="Google Shape;1235;g3dcd0736cbe_0_28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Background">
  <p:cSld name="CUSTOM">
    <p:bg>
      <p:bgPr>
        <a:solidFill>
          <a:schemeClr val="dk2"/>
        </a:solidFill>
      </p:bgPr>
    </p:bg>
    <p:spTree>
      <p:nvGrpSpPr>
        <p:cNvPr id="9" name="Shape 9"/>
        <p:cNvGrpSpPr/>
        <p:nvPr/>
      </p:nvGrpSpPr>
      <p:grpSpPr>
        <a:xfrm>
          <a:off x="0" y="0"/>
          <a:ext cx="0" cy="0"/>
          <a:chOff x="0" y="0"/>
          <a:chExt cx="0" cy="0"/>
        </a:xfrm>
      </p:grpSpPr>
      <p:sp>
        <p:nvSpPr>
          <p:cNvPr id="10" name="Google Shape;10;p2"/>
          <p:cNvSpPr/>
          <p:nvPr/>
        </p:nvSpPr>
        <p:spPr>
          <a:xfrm>
            <a:off x="-2450" y="486600"/>
            <a:ext cx="9144000" cy="4656900"/>
          </a:xfrm>
          <a:prstGeom prst="roundRect">
            <a:avLst>
              <a:gd fmla="val 0"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cxnSp>
        <p:nvCxnSpPr>
          <p:cNvPr id="11" name="Google Shape;11;p2"/>
          <p:cNvCxnSpPr/>
          <p:nvPr/>
        </p:nvCxnSpPr>
        <p:spPr>
          <a:xfrm rot="10800000">
            <a:off x="593700" y="3671900"/>
            <a:ext cx="7948200" cy="0"/>
          </a:xfrm>
          <a:prstGeom prst="straightConnector1">
            <a:avLst/>
          </a:prstGeom>
          <a:noFill/>
          <a:ln cap="flat" cmpd="sng" w="9525">
            <a:solidFill>
              <a:schemeClr val="dk1"/>
            </a:solidFill>
            <a:prstDash val="solid"/>
            <a:round/>
            <a:headEnd len="sm" w="sm" type="none"/>
            <a:tailEnd len="sm" w="sm" type="none"/>
          </a:ln>
        </p:spPr>
      </p:cxnSp>
      <p:sp>
        <p:nvSpPr>
          <p:cNvPr id="12" name="Google Shape;12;p2"/>
          <p:cNvSpPr txBox="1"/>
          <p:nvPr>
            <p:ph type="title"/>
          </p:nvPr>
        </p:nvSpPr>
        <p:spPr>
          <a:xfrm>
            <a:off x="593175" y="486000"/>
            <a:ext cx="7916400" cy="2743200"/>
          </a:xfrm>
          <a:prstGeom prst="rect">
            <a:avLst/>
          </a:prstGeom>
        </p:spPr>
        <p:txBody>
          <a:bodyPr anchorCtr="0" anchor="b" bIns="0" lIns="0" spcFirstLastPara="1" rIns="0" wrap="square" tIns="0">
            <a:noAutofit/>
          </a:bodyPr>
          <a:lstStyle>
            <a:lvl1pPr lvl="0">
              <a:lnSpc>
                <a:spcPct val="80000"/>
              </a:lnSpc>
              <a:spcBef>
                <a:spcPts val="0"/>
              </a:spcBef>
              <a:spcAft>
                <a:spcPts val="0"/>
              </a:spcAft>
              <a:buSzPts val="8000"/>
              <a:buFont typeface="Neuton Light"/>
              <a:buNone/>
              <a:defRPr sz="8000"/>
            </a:lvl1pPr>
            <a:lvl2pPr lvl="1">
              <a:lnSpc>
                <a:spcPct val="80000"/>
              </a:lnSpc>
              <a:spcBef>
                <a:spcPts val="0"/>
              </a:spcBef>
              <a:spcAft>
                <a:spcPts val="0"/>
              </a:spcAft>
              <a:buSzPts val="5000"/>
              <a:buFont typeface="Neuton Light"/>
              <a:buNone/>
              <a:defRPr sz="5000"/>
            </a:lvl2pPr>
            <a:lvl3pPr lvl="2">
              <a:lnSpc>
                <a:spcPct val="80000"/>
              </a:lnSpc>
              <a:spcBef>
                <a:spcPts val="0"/>
              </a:spcBef>
              <a:spcAft>
                <a:spcPts val="0"/>
              </a:spcAft>
              <a:buSzPts val="5000"/>
              <a:buFont typeface="Neuton Light"/>
              <a:buNone/>
              <a:defRPr sz="5000"/>
            </a:lvl3pPr>
            <a:lvl4pPr lvl="3">
              <a:lnSpc>
                <a:spcPct val="80000"/>
              </a:lnSpc>
              <a:spcBef>
                <a:spcPts val="0"/>
              </a:spcBef>
              <a:spcAft>
                <a:spcPts val="0"/>
              </a:spcAft>
              <a:buSzPts val="5000"/>
              <a:buFont typeface="Neuton Light"/>
              <a:buNone/>
              <a:defRPr sz="5000"/>
            </a:lvl4pPr>
            <a:lvl5pPr lvl="4">
              <a:lnSpc>
                <a:spcPct val="80000"/>
              </a:lnSpc>
              <a:spcBef>
                <a:spcPts val="0"/>
              </a:spcBef>
              <a:spcAft>
                <a:spcPts val="0"/>
              </a:spcAft>
              <a:buSzPts val="5000"/>
              <a:buFont typeface="Neuton Light"/>
              <a:buNone/>
              <a:defRPr sz="5000"/>
            </a:lvl5pPr>
            <a:lvl6pPr lvl="5">
              <a:lnSpc>
                <a:spcPct val="80000"/>
              </a:lnSpc>
              <a:spcBef>
                <a:spcPts val="0"/>
              </a:spcBef>
              <a:spcAft>
                <a:spcPts val="0"/>
              </a:spcAft>
              <a:buSzPts val="5000"/>
              <a:buFont typeface="Neuton Light"/>
              <a:buNone/>
              <a:defRPr sz="5000"/>
            </a:lvl6pPr>
            <a:lvl7pPr lvl="6">
              <a:lnSpc>
                <a:spcPct val="80000"/>
              </a:lnSpc>
              <a:spcBef>
                <a:spcPts val="0"/>
              </a:spcBef>
              <a:spcAft>
                <a:spcPts val="0"/>
              </a:spcAft>
              <a:buSzPts val="5000"/>
              <a:buFont typeface="Neuton Light"/>
              <a:buNone/>
              <a:defRPr sz="5000"/>
            </a:lvl7pPr>
            <a:lvl8pPr lvl="7">
              <a:lnSpc>
                <a:spcPct val="80000"/>
              </a:lnSpc>
              <a:spcBef>
                <a:spcPts val="0"/>
              </a:spcBef>
              <a:spcAft>
                <a:spcPts val="0"/>
              </a:spcAft>
              <a:buSzPts val="5000"/>
              <a:buFont typeface="Neuton Light"/>
              <a:buNone/>
              <a:defRPr sz="5000"/>
            </a:lvl8pPr>
            <a:lvl9pPr lvl="8">
              <a:lnSpc>
                <a:spcPct val="80000"/>
              </a:lnSpc>
              <a:spcBef>
                <a:spcPts val="0"/>
              </a:spcBef>
              <a:spcAft>
                <a:spcPts val="0"/>
              </a:spcAft>
              <a:buSzPts val="5000"/>
              <a:buFont typeface="Neuton Light"/>
              <a:buNone/>
              <a:defRPr sz="5000"/>
            </a:lvl9pPr>
          </a:lstStyle>
          <a:p/>
        </p:txBody>
      </p:sp>
      <p:sp>
        <p:nvSpPr>
          <p:cNvPr id="13" name="Google Shape;13;p2"/>
          <p:cNvSpPr txBox="1"/>
          <p:nvPr>
            <p:ph idx="1" type="body"/>
          </p:nvPr>
        </p:nvSpPr>
        <p:spPr>
          <a:xfrm>
            <a:off x="575438" y="4387200"/>
            <a:ext cx="2919600" cy="648000"/>
          </a:xfrm>
          <a:prstGeom prst="rect">
            <a:avLst/>
          </a:prstGeom>
        </p:spPr>
        <p:txBody>
          <a:bodyPr anchorCtr="0" anchor="t" bIns="91425" lIns="0" spcFirstLastPara="1" rIns="0" wrap="square" tIns="0">
            <a:normAutofit/>
          </a:bodyPr>
          <a:lstStyle>
            <a:lvl1pPr indent="-292100" lvl="0" marL="457200">
              <a:spcBef>
                <a:spcPts val="0"/>
              </a:spcBef>
              <a:spcAft>
                <a:spcPts val="0"/>
              </a:spcAft>
              <a:buSzPts val="1000"/>
              <a:buFont typeface="Hanken Grotesk"/>
              <a:buChar char="●"/>
              <a:defRPr/>
            </a:lvl1pPr>
            <a:lvl2pPr indent="-292100" lvl="1" marL="914400">
              <a:spcBef>
                <a:spcPts val="0"/>
              </a:spcBef>
              <a:spcAft>
                <a:spcPts val="0"/>
              </a:spcAft>
              <a:buSzPts val="1000"/>
              <a:buFont typeface="Hanken Grotesk"/>
              <a:buChar char="○"/>
              <a:defRPr/>
            </a:lvl2pPr>
            <a:lvl3pPr indent="-292100" lvl="2" marL="1371600">
              <a:spcBef>
                <a:spcPts val="0"/>
              </a:spcBef>
              <a:spcAft>
                <a:spcPts val="0"/>
              </a:spcAft>
              <a:buSzPts val="1000"/>
              <a:buFont typeface="Hanken Grotesk"/>
              <a:buChar char="■"/>
              <a:defRPr/>
            </a:lvl3pPr>
            <a:lvl4pPr indent="-292100" lvl="3" marL="1828800">
              <a:spcBef>
                <a:spcPts val="0"/>
              </a:spcBef>
              <a:spcAft>
                <a:spcPts val="0"/>
              </a:spcAft>
              <a:buSzPts val="1000"/>
              <a:buFont typeface="Hanken Grotesk"/>
              <a:buChar char="●"/>
              <a:defRPr/>
            </a:lvl4pPr>
            <a:lvl5pPr indent="-292100" lvl="4" marL="2286000">
              <a:spcBef>
                <a:spcPts val="0"/>
              </a:spcBef>
              <a:spcAft>
                <a:spcPts val="0"/>
              </a:spcAft>
              <a:buSzPts val="1000"/>
              <a:buFont typeface="Hanken Grotesk"/>
              <a:buChar char="○"/>
              <a:defRPr/>
            </a:lvl5pPr>
            <a:lvl6pPr indent="-292100" lvl="5" marL="2743200">
              <a:spcBef>
                <a:spcPts val="0"/>
              </a:spcBef>
              <a:spcAft>
                <a:spcPts val="0"/>
              </a:spcAft>
              <a:buSzPts val="1000"/>
              <a:buFont typeface="Hanken Grotesk"/>
              <a:buChar char="■"/>
              <a:defRPr/>
            </a:lvl6pPr>
            <a:lvl7pPr indent="-292100" lvl="6" marL="3200400">
              <a:spcBef>
                <a:spcPts val="0"/>
              </a:spcBef>
              <a:spcAft>
                <a:spcPts val="0"/>
              </a:spcAft>
              <a:buSzPts val="1000"/>
              <a:buFont typeface="Hanken Grotesk"/>
              <a:buChar char="●"/>
              <a:defRPr/>
            </a:lvl7pPr>
            <a:lvl8pPr indent="-292100" lvl="7" marL="3657600">
              <a:spcBef>
                <a:spcPts val="0"/>
              </a:spcBef>
              <a:spcAft>
                <a:spcPts val="0"/>
              </a:spcAft>
              <a:buSzPts val="1000"/>
              <a:buFont typeface="Hanken Grotesk"/>
              <a:buChar char="○"/>
              <a:defRPr/>
            </a:lvl8pPr>
            <a:lvl9pPr indent="-292100" lvl="8" marL="4114800">
              <a:spcBef>
                <a:spcPts val="0"/>
              </a:spcBef>
              <a:spcAft>
                <a:spcPts val="0"/>
              </a:spcAft>
              <a:buSzPts val="1000"/>
              <a:buFont typeface="Hanken Grotesk"/>
              <a:buChar char="■"/>
              <a:defRPr/>
            </a:lvl9pPr>
          </a:lstStyle>
          <a:p/>
        </p:txBody>
      </p:sp>
      <p:sp>
        <p:nvSpPr>
          <p:cNvPr id="14" name="Google Shape;14;p2"/>
          <p:cNvSpPr txBox="1"/>
          <p:nvPr>
            <p:ph idx="2" type="subTitle"/>
          </p:nvPr>
        </p:nvSpPr>
        <p:spPr>
          <a:xfrm>
            <a:off x="1284638" y="214800"/>
            <a:ext cx="1501200" cy="183600"/>
          </a:xfrm>
          <a:prstGeom prst="rect">
            <a:avLst/>
          </a:prstGeom>
        </p:spPr>
        <p:txBody>
          <a:bodyPr anchorCtr="0" anchor="ctr" bIns="0" lIns="0" spcFirstLastPara="1" rIns="0" wrap="square" tIns="0">
            <a:normAutofit/>
          </a:bodyPr>
          <a:lstStyle>
            <a:lvl1pPr lvl="0" algn="ctr">
              <a:spcBef>
                <a:spcPts val="0"/>
              </a:spcBef>
              <a:spcAft>
                <a:spcPts val="0"/>
              </a:spcAft>
              <a:buClr>
                <a:schemeClr val="dk1"/>
              </a:buClr>
              <a:buSzPts val="1200"/>
              <a:buFont typeface="Hanken Grotesk"/>
              <a:buNone/>
              <a:defRPr sz="1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5" name="Google Shape;15;p2"/>
          <p:cNvSpPr txBox="1"/>
          <p:nvPr>
            <p:ph idx="3" type="subTitle"/>
          </p:nvPr>
        </p:nvSpPr>
        <p:spPr>
          <a:xfrm>
            <a:off x="5539488" y="4387200"/>
            <a:ext cx="1501200" cy="183600"/>
          </a:xfrm>
          <a:prstGeom prst="rect">
            <a:avLst/>
          </a:prstGeom>
        </p:spPr>
        <p:txBody>
          <a:bodyPr anchorCtr="0" anchor="ctr" bIns="0" lIns="0" spcFirstLastPara="1" rIns="0" wrap="square" tIns="0">
            <a:normAutofit/>
          </a:bodyPr>
          <a:lstStyle>
            <a:lvl1pPr lvl="0" algn="r">
              <a:spcBef>
                <a:spcPts val="0"/>
              </a:spcBef>
              <a:spcAft>
                <a:spcPts val="0"/>
              </a:spcAft>
              <a:buSzPts val="1200"/>
              <a:buFont typeface="Hanken Grotesk"/>
              <a:buNone/>
              <a:defRPr sz="1200"/>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6" name="Google Shape;16;p2"/>
          <p:cNvSpPr txBox="1"/>
          <p:nvPr>
            <p:ph idx="4" type="subTitle"/>
          </p:nvPr>
        </p:nvSpPr>
        <p:spPr>
          <a:xfrm>
            <a:off x="7040700" y="4387200"/>
            <a:ext cx="1501200" cy="183600"/>
          </a:xfrm>
          <a:prstGeom prst="rect">
            <a:avLst/>
          </a:prstGeom>
        </p:spPr>
        <p:txBody>
          <a:bodyPr anchorCtr="0" anchor="ctr" bIns="0" lIns="0" spcFirstLastPara="1" rIns="0" wrap="square" tIns="0">
            <a:normAutofit/>
          </a:bodyPr>
          <a:lstStyle>
            <a:lvl1pPr lvl="0" algn="r">
              <a:spcBef>
                <a:spcPts val="0"/>
              </a:spcBef>
              <a:spcAft>
                <a:spcPts val="0"/>
              </a:spcAft>
              <a:buSzPts val="1200"/>
              <a:buFont typeface="Hanken Grotesk"/>
              <a:buNone/>
              <a:defRPr sz="1200"/>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CUSTOM_7_1_1_1_1_1_1_1_1_1_1_1_1_1_1_1_1_1">
    <p:spTree>
      <p:nvGrpSpPr>
        <p:cNvPr id="17" name="Shape 17"/>
        <p:cNvGrpSpPr/>
        <p:nvPr/>
      </p:nvGrpSpPr>
      <p:grpSpPr>
        <a:xfrm>
          <a:off x="0" y="0"/>
          <a:ext cx="0" cy="0"/>
          <a:chOff x="0" y="0"/>
          <a:chExt cx="0" cy="0"/>
        </a:xfrm>
      </p:grpSpPr>
      <p:sp>
        <p:nvSpPr>
          <p:cNvPr id="18" name="Google Shape;18;p3"/>
          <p:cNvSpPr txBox="1"/>
          <p:nvPr>
            <p:ph idx="1" type="subTitle"/>
          </p:nvPr>
        </p:nvSpPr>
        <p:spPr>
          <a:xfrm>
            <a:off x="4322100" y="47000"/>
            <a:ext cx="3958800" cy="452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p:txBody>
      </p:sp>
      <p:sp>
        <p:nvSpPr>
          <p:cNvPr id="19" name="Google Shape;19;p3"/>
          <p:cNvSpPr txBox="1"/>
          <p:nvPr>
            <p:ph idx="2" type="subTitle"/>
          </p:nvPr>
        </p:nvSpPr>
        <p:spPr>
          <a:xfrm>
            <a:off x="4322100" y="538525"/>
            <a:ext cx="3958800" cy="452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p:txBody>
      </p:sp>
      <p:sp>
        <p:nvSpPr>
          <p:cNvPr id="20" name="Google Shape;20;p3"/>
          <p:cNvSpPr txBox="1"/>
          <p:nvPr>
            <p:ph idx="3" type="subTitle"/>
          </p:nvPr>
        </p:nvSpPr>
        <p:spPr>
          <a:xfrm>
            <a:off x="4322100" y="1061300"/>
            <a:ext cx="3958800" cy="452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p:txBody>
      </p:sp>
      <p:sp>
        <p:nvSpPr>
          <p:cNvPr id="21" name="Google Shape;21;p3"/>
          <p:cNvSpPr txBox="1"/>
          <p:nvPr>
            <p:ph idx="4" type="subTitle"/>
          </p:nvPr>
        </p:nvSpPr>
        <p:spPr>
          <a:xfrm>
            <a:off x="4322100" y="1560213"/>
            <a:ext cx="3958800" cy="452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p:txBody>
      </p:sp>
      <p:sp>
        <p:nvSpPr>
          <p:cNvPr id="22" name="Google Shape;22;p3"/>
          <p:cNvSpPr txBox="1"/>
          <p:nvPr>
            <p:ph idx="5" type="subTitle"/>
          </p:nvPr>
        </p:nvSpPr>
        <p:spPr>
          <a:xfrm>
            <a:off x="4322100" y="2094363"/>
            <a:ext cx="3958800" cy="452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p:txBody>
      </p:sp>
      <p:sp>
        <p:nvSpPr>
          <p:cNvPr id="23" name="Google Shape;23;p3"/>
          <p:cNvSpPr txBox="1"/>
          <p:nvPr>
            <p:ph idx="6" type="subTitle"/>
          </p:nvPr>
        </p:nvSpPr>
        <p:spPr>
          <a:xfrm>
            <a:off x="4322100" y="2605313"/>
            <a:ext cx="3958800" cy="452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p:txBody>
      </p:sp>
      <p:sp>
        <p:nvSpPr>
          <p:cNvPr id="24" name="Google Shape;24;p3"/>
          <p:cNvSpPr txBox="1"/>
          <p:nvPr>
            <p:ph idx="7" type="subTitle"/>
          </p:nvPr>
        </p:nvSpPr>
        <p:spPr>
          <a:xfrm>
            <a:off x="4322100" y="3120113"/>
            <a:ext cx="3958800" cy="452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p:txBody>
      </p:sp>
      <p:sp>
        <p:nvSpPr>
          <p:cNvPr id="25" name="Google Shape;25;p3"/>
          <p:cNvSpPr txBox="1"/>
          <p:nvPr>
            <p:ph idx="8" type="subTitle"/>
          </p:nvPr>
        </p:nvSpPr>
        <p:spPr>
          <a:xfrm>
            <a:off x="4322100" y="3634825"/>
            <a:ext cx="3958800" cy="452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p:txBody>
      </p:sp>
      <p:sp>
        <p:nvSpPr>
          <p:cNvPr id="26" name="Google Shape;26;p3"/>
          <p:cNvSpPr txBox="1"/>
          <p:nvPr>
            <p:ph idx="9" type="subTitle"/>
          </p:nvPr>
        </p:nvSpPr>
        <p:spPr>
          <a:xfrm>
            <a:off x="4322100" y="4152488"/>
            <a:ext cx="3958800" cy="452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p:txBody>
      </p:sp>
      <p:sp>
        <p:nvSpPr>
          <p:cNvPr id="27" name="Google Shape;27;p3"/>
          <p:cNvSpPr txBox="1"/>
          <p:nvPr>
            <p:ph idx="13" type="subTitle"/>
          </p:nvPr>
        </p:nvSpPr>
        <p:spPr>
          <a:xfrm>
            <a:off x="4322100" y="4667200"/>
            <a:ext cx="3958800" cy="452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p:txBody>
      </p:sp>
      <p:sp>
        <p:nvSpPr>
          <p:cNvPr id="28" name="Google Shape;28;p3"/>
          <p:cNvSpPr txBox="1"/>
          <p:nvPr>
            <p:ph idx="14" type="subTitle"/>
          </p:nvPr>
        </p:nvSpPr>
        <p:spPr>
          <a:xfrm>
            <a:off x="8440475" y="35300"/>
            <a:ext cx="703500" cy="452700"/>
          </a:xfrm>
          <a:prstGeom prst="rect">
            <a:avLst/>
          </a:prstGeom>
        </p:spPr>
        <p:txBody>
          <a:bodyPr anchorCtr="0" anchor="ctr" bIns="0" lIns="0" spcFirstLastPara="1" rIns="72000" wrap="square" tIns="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p:txBody>
      </p:sp>
      <p:sp>
        <p:nvSpPr>
          <p:cNvPr id="29" name="Google Shape;29;p3"/>
          <p:cNvSpPr txBox="1"/>
          <p:nvPr>
            <p:ph idx="15" type="subTitle"/>
          </p:nvPr>
        </p:nvSpPr>
        <p:spPr>
          <a:xfrm>
            <a:off x="8440475" y="526825"/>
            <a:ext cx="703500" cy="452700"/>
          </a:xfrm>
          <a:prstGeom prst="rect">
            <a:avLst/>
          </a:prstGeom>
        </p:spPr>
        <p:txBody>
          <a:bodyPr anchorCtr="0" anchor="ctr" bIns="0" lIns="0" spcFirstLastPara="1" rIns="72000" wrap="square" tIns="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p:txBody>
      </p:sp>
      <p:sp>
        <p:nvSpPr>
          <p:cNvPr id="30" name="Google Shape;30;p3"/>
          <p:cNvSpPr txBox="1"/>
          <p:nvPr>
            <p:ph idx="16" type="subTitle"/>
          </p:nvPr>
        </p:nvSpPr>
        <p:spPr>
          <a:xfrm>
            <a:off x="8440475" y="1049600"/>
            <a:ext cx="703500" cy="452700"/>
          </a:xfrm>
          <a:prstGeom prst="rect">
            <a:avLst/>
          </a:prstGeom>
        </p:spPr>
        <p:txBody>
          <a:bodyPr anchorCtr="0" anchor="ctr" bIns="0" lIns="0" spcFirstLastPara="1" rIns="72000" wrap="square" tIns="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p:txBody>
      </p:sp>
      <p:sp>
        <p:nvSpPr>
          <p:cNvPr id="31" name="Google Shape;31;p3"/>
          <p:cNvSpPr txBox="1"/>
          <p:nvPr>
            <p:ph idx="17" type="subTitle"/>
          </p:nvPr>
        </p:nvSpPr>
        <p:spPr>
          <a:xfrm>
            <a:off x="8440475" y="1548513"/>
            <a:ext cx="703500" cy="452700"/>
          </a:xfrm>
          <a:prstGeom prst="rect">
            <a:avLst/>
          </a:prstGeom>
        </p:spPr>
        <p:txBody>
          <a:bodyPr anchorCtr="0" anchor="ctr" bIns="0" lIns="0" spcFirstLastPara="1" rIns="72000" wrap="square" tIns="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p:txBody>
      </p:sp>
      <p:sp>
        <p:nvSpPr>
          <p:cNvPr id="32" name="Google Shape;32;p3"/>
          <p:cNvSpPr txBox="1"/>
          <p:nvPr>
            <p:ph idx="18" type="subTitle"/>
          </p:nvPr>
        </p:nvSpPr>
        <p:spPr>
          <a:xfrm>
            <a:off x="8440475" y="2082663"/>
            <a:ext cx="703500" cy="452700"/>
          </a:xfrm>
          <a:prstGeom prst="rect">
            <a:avLst/>
          </a:prstGeom>
        </p:spPr>
        <p:txBody>
          <a:bodyPr anchorCtr="0" anchor="ctr" bIns="0" lIns="0" spcFirstLastPara="1" rIns="72000" wrap="square" tIns="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p:txBody>
      </p:sp>
      <p:sp>
        <p:nvSpPr>
          <p:cNvPr id="33" name="Google Shape;33;p3"/>
          <p:cNvSpPr txBox="1"/>
          <p:nvPr>
            <p:ph idx="19" type="subTitle"/>
          </p:nvPr>
        </p:nvSpPr>
        <p:spPr>
          <a:xfrm>
            <a:off x="8440475" y="2593613"/>
            <a:ext cx="703500" cy="452700"/>
          </a:xfrm>
          <a:prstGeom prst="rect">
            <a:avLst/>
          </a:prstGeom>
        </p:spPr>
        <p:txBody>
          <a:bodyPr anchorCtr="0" anchor="ctr" bIns="0" lIns="0" spcFirstLastPara="1" rIns="72000" wrap="square" tIns="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p:txBody>
      </p:sp>
      <p:sp>
        <p:nvSpPr>
          <p:cNvPr id="34" name="Google Shape;34;p3"/>
          <p:cNvSpPr txBox="1"/>
          <p:nvPr>
            <p:ph idx="20" type="subTitle"/>
          </p:nvPr>
        </p:nvSpPr>
        <p:spPr>
          <a:xfrm>
            <a:off x="8440475" y="3108413"/>
            <a:ext cx="703500" cy="452700"/>
          </a:xfrm>
          <a:prstGeom prst="rect">
            <a:avLst/>
          </a:prstGeom>
        </p:spPr>
        <p:txBody>
          <a:bodyPr anchorCtr="0" anchor="ctr" bIns="0" lIns="0" spcFirstLastPara="1" rIns="72000" wrap="square" tIns="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p:txBody>
      </p:sp>
      <p:sp>
        <p:nvSpPr>
          <p:cNvPr id="35" name="Google Shape;35;p3"/>
          <p:cNvSpPr txBox="1"/>
          <p:nvPr>
            <p:ph idx="21" type="subTitle"/>
          </p:nvPr>
        </p:nvSpPr>
        <p:spPr>
          <a:xfrm>
            <a:off x="8440475" y="3623125"/>
            <a:ext cx="703500" cy="452700"/>
          </a:xfrm>
          <a:prstGeom prst="rect">
            <a:avLst/>
          </a:prstGeom>
        </p:spPr>
        <p:txBody>
          <a:bodyPr anchorCtr="0" anchor="ctr" bIns="0" lIns="0" spcFirstLastPara="1" rIns="72000" wrap="square" tIns="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p:txBody>
      </p:sp>
      <p:sp>
        <p:nvSpPr>
          <p:cNvPr id="36" name="Google Shape;36;p3"/>
          <p:cNvSpPr txBox="1"/>
          <p:nvPr>
            <p:ph idx="22" type="subTitle"/>
          </p:nvPr>
        </p:nvSpPr>
        <p:spPr>
          <a:xfrm>
            <a:off x="8440475" y="4140788"/>
            <a:ext cx="703500" cy="452700"/>
          </a:xfrm>
          <a:prstGeom prst="rect">
            <a:avLst/>
          </a:prstGeom>
        </p:spPr>
        <p:txBody>
          <a:bodyPr anchorCtr="0" anchor="ctr" bIns="0" lIns="0" spcFirstLastPara="1" rIns="72000" wrap="square" tIns="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p:txBody>
      </p:sp>
      <p:sp>
        <p:nvSpPr>
          <p:cNvPr id="37" name="Google Shape;37;p3"/>
          <p:cNvSpPr txBox="1"/>
          <p:nvPr>
            <p:ph idx="23" type="subTitle"/>
          </p:nvPr>
        </p:nvSpPr>
        <p:spPr>
          <a:xfrm>
            <a:off x="8440475" y="4655500"/>
            <a:ext cx="703500" cy="452700"/>
          </a:xfrm>
          <a:prstGeom prst="rect">
            <a:avLst/>
          </a:prstGeom>
        </p:spPr>
        <p:txBody>
          <a:bodyPr anchorCtr="0" anchor="ctr" bIns="0" lIns="0" spcFirstLastPara="1" rIns="72000" wrap="square" tIns="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p:txBody>
      </p:sp>
      <p:sp>
        <p:nvSpPr>
          <p:cNvPr id="38" name="Google Shape;38;p3"/>
          <p:cNvSpPr txBox="1"/>
          <p:nvPr>
            <p:ph type="title"/>
          </p:nvPr>
        </p:nvSpPr>
        <p:spPr>
          <a:xfrm>
            <a:off x="594025" y="184702"/>
            <a:ext cx="3696300" cy="153900"/>
          </a:xfrm>
          <a:prstGeom prst="rect">
            <a:avLst/>
          </a:prstGeom>
        </p:spPr>
        <p:txBody>
          <a:bodyPr anchorCtr="0" anchor="ctr" bIns="0" lIns="0" spcFirstLastPara="1" rIns="0" wrap="square" tIns="0">
            <a:normAutofit/>
          </a:bodyPr>
          <a:lstStyle>
            <a:lvl1pPr lvl="0">
              <a:spcBef>
                <a:spcPts val="0"/>
              </a:spcBef>
              <a:spcAft>
                <a:spcPts val="0"/>
              </a:spcAft>
              <a:buSzPts val="1000"/>
              <a:buFont typeface="Hanken Grotesk"/>
              <a:buNone/>
              <a:defRPr b="1" sz="1000">
                <a:latin typeface="Hanken Grotesk"/>
                <a:ea typeface="Hanken Grotesk"/>
                <a:cs typeface="Hanken Grotesk"/>
                <a:sym typeface="Hanken Grotesk"/>
              </a:defRPr>
            </a:lvl1pPr>
            <a:lvl2pPr lvl="1">
              <a:spcBef>
                <a:spcPts val="0"/>
              </a:spcBef>
              <a:spcAft>
                <a:spcPts val="0"/>
              </a:spcAft>
              <a:buSzPts val="1000"/>
              <a:buFont typeface="Hanken Grotesk"/>
              <a:buNone/>
              <a:defRPr b="1" sz="1000">
                <a:latin typeface="Hanken Grotesk"/>
                <a:ea typeface="Hanken Grotesk"/>
                <a:cs typeface="Hanken Grotesk"/>
                <a:sym typeface="Hanken Grotesk"/>
              </a:defRPr>
            </a:lvl2pPr>
            <a:lvl3pPr lvl="2">
              <a:spcBef>
                <a:spcPts val="0"/>
              </a:spcBef>
              <a:spcAft>
                <a:spcPts val="0"/>
              </a:spcAft>
              <a:buSzPts val="1000"/>
              <a:buFont typeface="Hanken Grotesk"/>
              <a:buNone/>
              <a:defRPr b="1" sz="1000">
                <a:latin typeface="Hanken Grotesk"/>
                <a:ea typeface="Hanken Grotesk"/>
                <a:cs typeface="Hanken Grotesk"/>
                <a:sym typeface="Hanken Grotesk"/>
              </a:defRPr>
            </a:lvl3pPr>
            <a:lvl4pPr lvl="3">
              <a:spcBef>
                <a:spcPts val="0"/>
              </a:spcBef>
              <a:spcAft>
                <a:spcPts val="0"/>
              </a:spcAft>
              <a:buSzPts val="1000"/>
              <a:buFont typeface="Hanken Grotesk"/>
              <a:buNone/>
              <a:defRPr b="1" sz="1000">
                <a:latin typeface="Hanken Grotesk"/>
                <a:ea typeface="Hanken Grotesk"/>
                <a:cs typeface="Hanken Grotesk"/>
                <a:sym typeface="Hanken Grotesk"/>
              </a:defRPr>
            </a:lvl4pPr>
            <a:lvl5pPr lvl="4">
              <a:spcBef>
                <a:spcPts val="0"/>
              </a:spcBef>
              <a:spcAft>
                <a:spcPts val="0"/>
              </a:spcAft>
              <a:buSzPts val="1000"/>
              <a:buFont typeface="Hanken Grotesk"/>
              <a:buNone/>
              <a:defRPr b="1" sz="1000">
                <a:latin typeface="Hanken Grotesk"/>
                <a:ea typeface="Hanken Grotesk"/>
                <a:cs typeface="Hanken Grotesk"/>
                <a:sym typeface="Hanken Grotesk"/>
              </a:defRPr>
            </a:lvl5pPr>
            <a:lvl6pPr lvl="5">
              <a:spcBef>
                <a:spcPts val="0"/>
              </a:spcBef>
              <a:spcAft>
                <a:spcPts val="0"/>
              </a:spcAft>
              <a:buSzPts val="1000"/>
              <a:buFont typeface="Hanken Grotesk"/>
              <a:buNone/>
              <a:defRPr b="1" sz="1000">
                <a:latin typeface="Hanken Grotesk"/>
                <a:ea typeface="Hanken Grotesk"/>
                <a:cs typeface="Hanken Grotesk"/>
                <a:sym typeface="Hanken Grotesk"/>
              </a:defRPr>
            </a:lvl6pPr>
            <a:lvl7pPr lvl="6">
              <a:spcBef>
                <a:spcPts val="0"/>
              </a:spcBef>
              <a:spcAft>
                <a:spcPts val="0"/>
              </a:spcAft>
              <a:buSzPts val="1000"/>
              <a:buFont typeface="Hanken Grotesk"/>
              <a:buNone/>
              <a:defRPr b="1" sz="1000">
                <a:latin typeface="Hanken Grotesk"/>
                <a:ea typeface="Hanken Grotesk"/>
                <a:cs typeface="Hanken Grotesk"/>
                <a:sym typeface="Hanken Grotesk"/>
              </a:defRPr>
            </a:lvl7pPr>
            <a:lvl8pPr lvl="7">
              <a:spcBef>
                <a:spcPts val="0"/>
              </a:spcBef>
              <a:spcAft>
                <a:spcPts val="0"/>
              </a:spcAft>
              <a:buSzPts val="1000"/>
              <a:buFont typeface="Hanken Grotesk"/>
              <a:buNone/>
              <a:defRPr b="1" sz="1000">
                <a:latin typeface="Hanken Grotesk"/>
                <a:ea typeface="Hanken Grotesk"/>
                <a:cs typeface="Hanken Grotesk"/>
                <a:sym typeface="Hanken Grotesk"/>
              </a:defRPr>
            </a:lvl8pPr>
            <a:lvl9pPr lvl="8">
              <a:spcBef>
                <a:spcPts val="0"/>
              </a:spcBef>
              <a:spcAft>
                <a:spcPts val="0"/>
              </a:spcAft>
              <a:buSzPts val="1000"/>
              <a:buFont typeface="Hanken Grotesk"/>
              <a:buNone/>
              <a:defRPr b="1" sz="1000">
                <a:latin typeface="Hanken Grotesk"/>
                <a:ea typeface="Hanken Grotesk"/>
                <a:cs typeface="Hanken Grotesk"/>
                <a:sym typeface="Hanken Grotesk"/>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Folder Orange">
  <p:cSld name="CUSTOM_1">
    <p:spTree>
      <p:nvGrpSpPr>
        <p:cNvPr id="39" name="Shape 39"/>
        <p:cNvGrpSpPr/>
        <p:nvPr/>
      </p:nvGrpSpPr>
      <p:grpSpPr>
        <a:xfrm>
          <a:off x="0" y="0"/>
          <a:ext cx="0" cy="0"/>
          <a:chOff x="0" y="0"/>
          <a:chExt cx="0" cy="0"/>
        </a:xfrm>
      </p:grpSpPr>
      <p:sp>
        <p:nvSpPr>
          <p:cNvPr id="40" name="Google Shape;40;p4"/>
          <p:cNvSpPr txBox="1"/>
          <p:nvPr>
            <p:ph idx="1" type="subTitle"/>
          </p:nvPr>
        </p:nvSpPr>
        <p:spPr>
          <a:xfrm>
            <a:off x="131460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41" name="Google Shape;41;p4"/>
          <p:cNvSpPr txBox="1"/>
          <p:nvPr>
            <p:ph idx="2" type="subTitle"/>
          </p:nvPr>
        </p:nvSpPr>
        <p:spPr>
          <a:xfrm>
            <a:off x="2783538"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42" name="Google Shape;42;p4"/>
          <p:cNvSpPr/>
          <p:nvPr/>
        </p:nvSpPr>
        <p:spPr>
          <a:xfrm>
            <a:off x="-2450" y="486600"/>
            <a:ext cx="9144000" cy="4656900"/>
          </a:xfrm>
          <a:prstGeom prst="roundRect">
            <a:avLst>
              <a:gd fmla="val 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28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43" name="Google Shape;43;p4"/>
          <p:cNvSpPr txBox="1"/>
          <p:nvPr>
            <p:ph idx="3" type="subTitle"/>
          </p:nvPr>
        </p:nvSpPr>
        <p:spPr>
          <a:xfrm>
            <a:off x="422885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44" name="Google Shape;44;p4"/>
          <p:cNvSpPr txBox="1"/>
          <p:nvPr>
            <p:ph idx="4" type="subTitle"/>
          </p:nvPr>
        </p:nvSpPr>
        <p:spPr>
          <a:xfrm>
            <a:off x="572410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45" name="Google Shape;45;p4"/>
          <p:cNvSpPr txBox="1"/>
          <p:nvPr>
            <p:ph type="title"/>
          </p:nvPr>
        </p:nvSpPr>
        <p:spPr>
          <a:xfrm>
            <a:off x="1399000" y="2328176"/>
            <a:ext cx="6881700" cy="781500"/>
          </a:xfrm>
          <a:prstGeom prst="rect">
            <a:avLst/>
          </a:prstGeom>
        </p:spPr>
        <p:txBody>
          <a:bodyPr anchorCtr="0" anchor="t" bIns="0" lIns="91425" spcFirstLastPara="1" rIns="91425" wrap="square" tIns="0">
            <a:normAutofit/>
          </a:bodyPr>
          <a:lstStyle>
            <a:lvl1pPr lvl="0">
              <a:spcBef>
                <a:spcPts val="0"/>
              </a:spcBef>
              <a:spcAft>
                <a:spcPts val="0"/>
              </a:spcAft>
              <a:buSzPts val="4200"/>
              <a:buFont typeface="Hanken Grotesk Light"/>
              <a:buNone/>
              <a:defRPr sz="4200">
                <a:latin typeface="Hanken Grotesk Light"/>
                <a:ea typeface="Hanken Grotesk Light"/>
                <a:cs typeface="Hanken Grotesk Light"/>
                <a:sym typeface="Hanken Grotesk Light"/>
              </a:defRPr>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46" name="Google Shape;46;p4"/>
          <p:cNvSpPr txBox="1"/>
          <p:nvPr>
            <p:ph idx="5" type="title"/>
          </p:nvPr>
        </p:nvSpPr>
        <p:spPr>
          <a:xfrm>
            <a:off x="1399000" y="3779000"/>
            <a:ext cx="6881700" cy="774000"/>
          </a:xfrm>
          <a:prstGeom prst="rect">
            <a:avLst/>
          </a:prstGeom>
        </p:spPr>
        <p:txBody>
          <a:bodyPr anchorCtr="0" anchor="t" bIns="0" lIns="91425" spcFirstLastPara="1" rIns="91425" wrap="square" tIns="0">
            <a:normAutofit/>
          </a:bodyPr>
          <a:lstStyle>
            <a:lvl1pPr lvl="0">
              <a:spcBef>
                <a:spcPts val="0"/>
              </a:spcBef>
              <a:spcAft>
                <a:spcPts val="0"/>
              </a:spcAft>
              <a:buSzPts val="4200"/>
              <a:buFont typeface="Hanken Grotesk Light"/>
              <a:buNone/>
              <a:defRPr sz="4200">
                <a:latin typeface="Hanken Grotesk Light"/>
                <a:ea typeface="Hanken Grotesk Light"/>
                <a:cs typeface="Hanken Grotesk Light"/>
                <a:sym typeface="Hanken Grotesk Light"/>
              </a:defRPr>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47" name="Google Shape;47;p4"/>
          <p:cNvSpPr txBox="1"/>
          <p:nvPr>
            <p:ph idx="6" type="title"/>
          </p:nvPr>
        </p:nvSpPr>
        <p:spPr>
          <a:xfrm>
            <a:off x="1399000" y="858998"/>
            <a:ext cx="6881700" cy="781500"/>
          </a:xfrm>
          <a:prstGeom prst="rect">
            <a:avLst/>
          </a:prstGeom>
        </p:spPr>
        <p:txBody>
          <a:bodyPr anchorCtr="0" anchor="t" bIns="0" lIns="91425" spcFirstLastPara="1" rIns="91425" wrap="square" tIns="0">
            <a:normAutofit/>
          </a:bodyPr>
          <a:lstStyle>
            <a:lvl1pPr lvl="0">
              <a:spcBef>
                <a:spcPts val="0"/>
              </a:spcBef>
              <a:spcAft>
                <a:spcPts val="0"/>
              </a:spcAft>
              <a:buSzPts val="4200"/>
              <a:buFont typeface="Hanken Grotesk Light"/>
              <a:buNone/>
              <a:defRPr sz="4200">
                <a:latin typeface="Hanken Grotesk Light"/>
                <a:ea typeface="Hanken Grotesk Light"/>
                <a:cs typeface="Hanken Grotesk Light"/>
                <a:sym typeface="Hanken Grotesk Light"/>
              </a:defRPr>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48" name="Google Shape;48;p4"/>
          <p:cNvSpPr/>
          <p:nvPr/>
        </p:nvSpPr>
        <p:spPr>
          <a:xfrm>
            <a:off x="1399001" y="4559050"/>
            <a:ext cx="1440300" cy="2520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49" name="Google Shape;49;p4"/>
          <p:cNvSpPr/>
          <p:nvPr/>
        </p:nvSpPr>
        <p:spPr>
          <a:xfrm>
            <a:off x="1399026" y="3106187"/>
            <a:ext cx="1440300" cy="2520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50" name="Google Shape;50;p4"/>
          <p:cNvSpPr/>
          <p:nvPr/>
        </p:nvSpPr>
        <p:spPr>
          <a:xfrm>
            <a:off x="1399001" y="1640387"/>
            <a:ext cx="1440300" cy="2520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id="51" name="Google Shape;51;p4"/>
          <p:cNvSpPr txBox="1"/>
          <p:nvPr>
            <p:ph idx="7" type="title"/>
          </p:nvPr>
        </p:nvSpPr>
        <p:spPr>
          <a:xfrm>
            <a:off x="1552450" y="3144818"/>
            <a:ext cx="1133400" cy="176700"/>
          </a:xfrm>
          <a:prstGeom prst="rect">
            <a:avLst/>
          </a:prstGeom>
        </p:spPr>
        <p:txBody>
          <a:bodyPr anchorCtr="0" anchor="t" bIns="91425" lIns="91425" spcFirstLastPara="1" rIns="91425" wrap="square" tIns="0">
            <a:normAutofit/>
          </a:bodyPr>
          <a:lstStyle>
            <a:lvl1pPr lvl="0" algn="ctr">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1pPr>
            <a:lvl2pPr lvl="1">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2pPr>
            <a:lvl3pPr lvl="2">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3pPr>
            <a:lvl4pPr lvl="3">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4pPr>
            <a:lvl5pPr lvl="4">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5pPr>
            <a:lvl6pPr lvl="5">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6pPr>
            <a:lvl7pPr lvl="6">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7pPr>
            <a:lvl8pPr lvl="7">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8pPr>
            <a:lvl9pPr lvl="8">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9pPr>
          </a:lstStyle>
          <a:p/>
        </p:txBody>
      </p:sp>
      <p:sp>
        <p:nvSpPr>
          <p:cNvPr id="52" name="Google Shape;52;p4"/>
          <p:cNvSpPr txBox="1"/>
          <p:nvPr>
            <p:ph idx="8" type="title"/>
          </p:nvPr>
        </p:nvSpPr>
        <p:spPr>
          <a:xfrm>
            <a:off x="1552450" y="4601474"/>
            <a:ext cx="1133400" cy="176700"/>
          </a:xfrm>
          <a:prstGeom prst="rect">
            <a:avLst/>
          </a:prstGeom>
        </p:spPr>
        <p:txBody>
          <a:bodyPr anchorCtr="0" anchor="t" bIns="91425" lIns="91425" spcFirstLastPara="1" rIns="91425" wrap="square" tIns="0">
            <a:normAutofit/>
          </a:bodyPr>
          <a:lstStyle>
            <a:lvl1pPr lvl="0" algn="ctr">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1pPr>
            <a:lvl2pPr lvl="1">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2pPr>
            <a:lvl3pPr lvl="2">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3pPr>
            <a:lvl4pPr lvl="3">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4pPr>
            <a:lvl5pPr lvl="4">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5pPr>
            <a:lvl6pPr lvl="5">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6pPr>
            <a:lvl7pPr lvl="6">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7pPr>
            <a:lvl8pPr lvl="7">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8pPr>
            <a:lvl9pPr lvl="8">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9pPr>
          </a:lstStyle>
          <a:p/>
        </p:txBody>
      </p:sp>
      <p:sp>
        <p:nvSpPr>
          <p:cNvPr id="53" name="Google Shape;53;p4"/>
          <p:cNvSpPr txBox="1"/>
          <p:nvPr>
            <p:ph idx="9" type="title"/>
          </p:nvPr>
        </p:nvSpPr>
        <p:spPr>
          <a:xfrm>
            <a:off x="1552450" y="1678277"/>
            <a:ext cx="1133400" cy="176700"/>
          </a:xfrm>
          <a:prstGeom prst="rect">
            <a:avLst/>
          </a:prstGeom>
        </p:spPr>
        <p:txBody>
          <a:bodyPr anchorCtr="0" anchor="t" bIns="91425" lIns="91425" spcFirstLastPara="1" rIns="91425" wrap="square" tIns="0">
            <a:normAutofit/>
          </a:bodyPr>
          <a:lstStyle>
            <a:lvl1pPr lvl="0" algn="ctr">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1pPr>
            <a:lvl2pPr lvl="1">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2pPr>
            <a:lvl3pPr lvl="2">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3pPr>
            <a:lvl4pPr lvl="3">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4pPr>
            <a:lvl5pPr lvl="4">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5pPr>
            <a:lvl6pPr lvl="5">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6pPr>
            <a:lvl7pPr lvl="6">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7pPr>
            <a:lvl8pPr lvl="7">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8pPr>
            <a:lvl9pPr lvl="8">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9pPr>
          </a:lstStyle>
          <a:p/>
        </p:txBody>
      </p:sp>
      <p:sp>
        <p:nvSpPr>
          <p:cNvPr id="54" name="Google Shape;54;p4"/>
          <p:cNvSpPr/>
          <p:nvPr>
            <p:ph idx="13" type="pic"/>
          </p:nvPr>
        </p:nvSpPr>
        <p:spPr>
          <a:xfrm>
            <a:off x="325850" y="928525"/>
            <a:ext cx="930900" cy="930900"/>
          </a:xfrm>
          <a:prstGeom prst="roundRect">
            <a:avLst>
              <a:gd fmla="val 12343" name="adj"/>
            </a:avLst>
          </a:prstGeom>
          <a:solidFill>
            <a:schemeClr val="lt1"/>
          </a:solidFill>
          <a:ln>
            <a:noFill/>
          </a:ln>
        </p:spPr>
      </p:sp>
      <p:sp>
        <p:nvSpPr>
          <p:cNvPr id="55" name="Google Shape;55;p4"/>
          <p:cNvSpPr/>
          <p:nvPr>
            <p:ph idx="14" type="pic"/>
          </p:nvPr>
        </p:nvSpPr>
        <p:spPr>
          <a:xfrm>
            <a:off x="325850" y="2396325"/>
            <a:ext cx="930900" cy="930900"/>
          </a:xfrm>
          <a:prstGeom prst="roundRect">
            <a:avLst>
              <a:gd fmla="val 12343" name="adj"/>
            </a:avLst>
          </a:prstGeom>
          <a:solidFill>
            <a:schemeClr val="lt1"/>
          </a:solidFill>
          <a:ln>
            <a:noFill/>
          </a:ln>
        </p:spPr>
      </p:sp>
      <p:sp>
        <p:nvSpPr>
          <p:cNvPr id="56" name="Google Shape;56;p4"/>
          <p:cNvSpPr/>
          <p:nvPr>
            <p:ph idx="15" type="pic"/>
          </p:nvPr>
        </p:nvSpPr>
        <p:spPr>
          <a:xfrm>
            <a:off x="325850" y="3849175"/>
            <a:ext cx="930900" cy="930900"/>
          </a:xfrm>
          <a:prstGeom prst="roundRect">
            <a:avLst>
              <a:gd fmla="val 12343" name="adj"/>
            </a:avLst>
          </a:prstGeom>
          <a:solidFill>
            <a:schemeClr val="lt1"/>
          </a:solidFill>
          <a:ln>
            <a:noFill/>
          </a:ln>
        </p:spPr>
      </p:sp>
      <p:sp>
        <p:nvSpPr>
          <p:cNvPr id="57" name="Google Shape;57;p4"/>
          <p:cNvSpPr txBox="1"/>
          <p:nvPr>
            <p:ph idx="16" type="body"/>
          </p:nvPr>
        </p:nvSpPr>
        <p:spPr>
          <a:xfrm>
            <a:off x="3060150" y="1598250"/>
            <a:ext cx="5311800" cy="403500"/>
          </a:xfrm>
          <a:prstGeom prst="rect">
            <a:avLst/>
          </a:prstGeom>
        </p:spPr>
        <p:txBody>
          <a:bodyPr anchorCtr="0" anchor="t" bIns="91425" lIns="91425" spcFirstLastPara="1" rIns="91425" wrap="square" tIns="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8" name="Google Shape;58;p4"/>
          <p:cNvSpPr txBox="1"/>
          <p:nvPr>
            <p:ph idx="17" type="body"/>
          </p:nvPr>
        </p:nvSpPr>
        <p:spPr>
          <a:xfrm>
            <a:off x="3060150" y="3108200"/>
            <a:ext cx="5311800" cy="403500"/>
          </a:xfrm>
          <a:prstGeom prst="rect">
            <a:avLst/>
          </a:prstGeom>
        </p:spPr>
        <p:txBody>
          <a:bodyPr anchorCtr="0" anchor="t" bIns="91425" lIns="91425" spcFirstLastPara="1" rIns="91425" wrap="square" tIns="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9" name="Google Shape;59;p4"/>
          <p:cNvSpPr txBox="1"/>
          <p:nvPr>
            <p:ph idx="18" type="body"/>
          </p:nvPr>
        </p:nvSpPr>
        <p:spPr>
          <a:xfrm>
            <a:off x="3060150" y="4553025"/>
            <a:ext cx="5311800" cy="403500"/>
          </a:xfrm>
          <a:prstGeom prst="rect">
            <a:avLst/>
          </a:prstGeom>
        </p:spPr>
        <p:txBody>
          <a:bodyPr anchorCtr="0" anchor="t" bIns="91425" lIns="91425" spcFirstLastPara="1" rIns="91425" wrap="square" tIns="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Folder Orange 2">
  <p:cSld name="CUSTOM_1_2">
    <p:spTree>
      <p:nvGrpSpPr>
        <p:cNvPr id="60" name="Shape 60"/>
        <p:cNvGrpSpPr/>
        <p:nvPr/>
      </p:nvGrpSpPr>
      <p:grpSpPr>
        <a:xfrm>
          <a:off x="0" y="0"/>
          <a:ext cx="0" cy="0"/>
          <a:chOff x="0" y="0"/>
          <a:chExt cx="0" cy="0"/>
        </a:xfrm>
      </p:grpSpPr>
      <p:sp>
        <p:nvSpPr>
          <p:cNvPr id="61" name="Google Shape;61;p5"/>
          <p:cNvSpPr/>
          <p:nvPr/>
        </p:nvSpPr>
        <p:spPr>
          <a:xfrm>
            <a:off x="-2450" y="486600"/>
            <a:ext cx="9144000" cy="4656900"/>
          </a:xfrm>
          <a:prstGeom prst="roundRect">
            <a:avLst>
              <a:gd fmla="val 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28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62" name="Google Shape;62;p5"/>
          <p:cNvSpPr txBox="1"/>
          <p:nvPr>
            <p:ph idx="1" type="subTitle"/>
          </p:nvPr>
        </p:nvSpPr>
        <p:spPr>
          <a:xfrm>
            <a:off x="131460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63" name="Google Shape;63;p5"/>
          <p:cNvSpPr txBox="1"/>
          <p:nvPr>
            <p:ph idx="2" type="subTitle"/>
          </p:nvPr>
        </p:nvSpPr>
        <p:spPr>
          <a:xfrm>
            <a:off x="2783538"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64" name="Google Shape;64;p5"/>
          <p:cNvSpPr txBox="1"/>
          <p:nvPr>
            <p:ph idx="3" type="subTitle"/>
          </p:nvPr>
        </p:nvSpPr>
        <p:spPr>
          <a:xfrm>
            <a:off x="422885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65" name="Google Shape;65;p5"/>
          <p:cNvSpPr txBox="1"/>
          <p:nvPr>
            <p:ph idx="4" type="subTitle"/>
          </p:nvPr>
        </p:nvSpPr>
        <p:spPr>
          <a:xfrm>
            <a:off x="572410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66" name="Google Shape;66;p5"/>
          <p:cNvSpPr txBox="1"/>
          <p:nvPr>
            <p:ph type="title"/>
          </p:nvPr>
        </p:nvSpPr>
        <p:spPr>
          <a:xfrm>
            <a:off x="596525" y="753331"/>
            <a:ext cx="7062000" cy="855000"/>
          </a:xfrm>
          <a:prstGeom prst="rect">
            <a:avLst/>
          </a:prstGeom>
        </p:spPr>
        <p:txBody>
          <a:bodyPr anchorCtr="0" anchor="t" bIns="91425" lIns="91425" spcFirstLastPara="1" rIns="91425" wrap="square" tIns="0">
            <a:normAutofit/>
          </a:bodyPr>
          <a:lstStyle>
            <a:lvl1pPr lvl="0">
              <a:spcBef>
                <a:spcPts val="0"/>
              </a:spcBef>
              <a:spcAft>
                <a:spcPts val="0"/>
              </a:spcAft>
              <a:buSzPts val="2800"/>
              <a:buNone/>
              <a:defRPr sz="4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7" name="Google Shape;67;p5"/>
          <p:cNvSpPr txBox="1"/>
          <p:nvPr>
            <p:ph idx="5" type="title"/>
          </p:nvPr>
        </p:nvSpPr>
        <p:spPr>
          <a:xfrm>
            <a:off x="1279000" y="2812875"/>
            <a:ext cx="2242800" cy="365700"/>
          </a:xfrm>
          <a:prstGeom prst="rect">
            <a:avLst/>
          </a:prstGeom>
        </p:spPr>
        <p:txBody>
          <a:bodyPr anchorCtr="0" anchor="t" bIns="91425" lIns="91425" spcFirstLastPara="1" rIns="91425" wrap="square" tIns="0">
            <a:normAutofit/>
          </a:bodyPr>
          <a:lstStyle>
            <a:lvl1pPr lvl="0">
              <a:spcBef>
                <a:spcPts val="0"/>
              </a:spcBef>
              <a:spcAft>
                <a:spcPts val="0"/>
              </a:spcAft>
              <a:buSzPts val="1800"/>
              <a:buNone/>
              <a:defRPr sz="1800">
                <a:latin typeface="Hanken Grotesk Light"/>
                <a:ea typeface="Hanken Grotesk Light"/>
                <a:cs typeface="Hanken Grotesk Light"/>
                <a:sym typeface="Hanken Grotesk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8" name="Google Shape;68;p5"/>
          <p:cNvSpPr txBox="1"/>
          <p:nvPr>
            <p:ph idx="6" type="title"/>
          </p:nvPr>
        </p:nvSpPr>
        <p:spPr>
          <a:xfrm>
            <a:off x="1279000" y="3854630"/>
            <a:ext cx="2242800" cy="365700"/>
          </a:xfrm>
          <a:prstGeom prst="rect">
            <a:avLst/>
          </a:prstGeom>
        </p:spPr>
        <p:txBody>
          <a:bodyPr anchorCtr="0" anchor="t" bIns="91425" lIns="91425" spcFirstLastPara="1" rIns="91425" wrap="square" tIns="0">
            <a:normAutofit/>
          </a:bodyPr>
          <a:lstStyle>
            <a:lvl1pPr lvl="0">
              <a:spcBef>
                <a:spcPts val="0"/>
              </a:spcBef>
              <a:spcAft>
                <a:spcPts val="0"/>
              </a:spcAft>
              <a:buSzPts val="1800"/>
              <a:buNone/>
              <a:defRPr sz="1800">
                <a:latin typeface="Hanken Grotesk Light"/>
                <a:ea typeface="Hanken Grotesk Light"/>
                <a:cs typeface="Hanken Grotesk Light"/>
                <a:sym typeface="Hanken Grotesk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9" name="Google Shape;69;p5"/>
          <p:cNvSpPr txBox="1"/>
          <p:nvPr>
            <p:ph idx="7" type="title"/>
          </p:nvPr>
        </p:nvSpPr>
        <p:spPr>
          <a:xfrm>
            <a:off x="4917850" y="1749478"/>
            <a:ext cx="2242800" cy="365700"/>
          </a:xfrm>
          <a:prstGeom prst="rect">
            <a:avLst/>
          </a:prstGeom>
        </p:spPr>
        <p:txBody>
          <a:bodyPr anchorCtr="0" anchor="t" bIns="91425" lIns="91425" spcFirstLastPara="1" rIns="91425" wrap="square" tIns="0">
            <a:normAutofit/>
          </a:bodyPr>
          <a:lstStyle>
            <a:lvl1pPr lvl="0">
              <a:spcBef>
                <a:spcPts val="0"/>
              </a:spcBef>
              <a:spcAft>
                <a:spcPts val="0"/>
              </a:spcAft>
              <a:buSzPts val="1800"/>
              <a:buNone/>
              <a:defRPr sz="1800">
                <a:latin typeface="Hanken Grotesk Light"/>
                <a:ea typeface="Hanken Grotesk Light"/>
                <a:cs typeface="Hanken Grotesk Light"/>
                <a:sym typeface="Hanken Grotesk Light"/>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70" name="Google Shape;70;p5"/>
          <p:cNvSpPr txBox="1"/>
          <p:nvPr>
            <p:ph idx="8" type="title"/>
          </p:nvPr>
        </p:nvSpPr>
        <p:spPr>
          <a:xfrm>
            <a:off x="4917850" y="3854630"/>
            <a:ext cx="2242800" cy="365700"/>
          </a:xfrm>
          <a:prstGeom prst="rect">
            <a:avLst/>
          </a:prstGeom>
        </p:spPr>
        <p:txBody>
          <a:bodyPr anchorCtr="0" anchor="t" bIns="91425" lIns="91425" spcFirstLastPara="1" rIns="91425" wrap="square" tIns="0">
            <a:normAutofit/>
          </a:bodyPr>
          <a:lstStyle>
            <a:lvl1pPr lvl="0">
              <a:spcBef>
                <a:spcPts val="0"/>
              </a:spcBef>
              <a:spcAft>
                <a:spcPts val="0"/>
              </a:spcAft>
              <a:buSzPts val="1800"/>
              <a:buNone/>
              <a:defRPr sz="1800">
                <a:latin typeface="Hanken Grotesk Light"/>
                <a:ea typeface="Hanken Grotesk Light"/>
                <a:cs typeface="Hanken Grotesk Light"/>
                <a:sym typeface="Hanken Grotesk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1" name="Google Shape;71;p5"/>
          <p:cNvSpPr txBox="1"/>
          <p:nvPr>
            <p:ph idx="9" type="title"/>
          </p:nvPr>
        </p:nvSpPr>
        <p:spPr>
          <a:xfrm>
            <a:off x="4925175" y="2812875"/>
            <a:ext cx="2242800" cy="365700"/>
          </a:xfrm>
          <a:prstGeom prst="rect">
            <a:avLst/>
          </a:prstGeom>
        </p:spPr>
        <p:txBody>
          <a:bodyPr anchorCtr="0" anchor="t" bIns="91425" lIns="91425" spcFirstLastPara="1" rIns="91425" wrap="square" tIns="0">
            <a:normAutofit/>
          </a:bodyPr>
          <a:lstStyle>
            <a:lvl1pPr lvl="0">
              <a:spcBef>
                <a:spcPts val="0"/>
              </a:spcBef>
              <a:spcAft>
                <a:spcPts val="0"/>
              </a:spcAft>
              <a:buSzPts val="1800"/>
              <a:buNone/>
              <a:defRPr sz="1800">
                <a:latin typeface="Hanken Grotesk Light"/>
                <a:ea typeface="Hanken Grotesk Light"/>
                <a:cs typeface="Hanken Grotesk Light"/>
                <a:sym typeface="Hanken Grotesk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2" name="Google Shape;72;p5"/>
          <p:cNvSpPr/>
          <p:nvPr>
            <p:ph idx="13" type="pic"/>
          </p:nvPr>
        </p:nvSpPr>
        <p:spPr>
          <a:xfrm>
            <a:off x="4021150" y="1690575"/>
            <a:ext cx="735600" cy="735600"/>
          </a:xfrm>
          <a:prstGeom prst="ellipse">
            <a:avLst/>
          </a:prstGeom>
          <a:noFill/>
          <a:ln>
            <a:noFill/>
          </a:ln>
        </p:spPr>
      </p:sp>
      <p:sp>
        <p:nvSpPr>
          <p:cNvPr id="73" name="Google Shape;73;p5"/>
          <p:cNvSpPr/>
          <p:nvPr>
            <p:ph idx="14" type="pic"/>
          </p:nvPr>
        </p:nvSpPr>
        <p:spPr>
          <a:xfrm>
            <a:off x="4021150" y="2738375"/>
            <a:ext cx="735600" cy="735600"/>
          </a:xfrm>
          <a:prstGeom prst="ellipse">
            <a:avLst/>
          </a:prstGeom>
          <a:noFill/>
          <a:ln>
            <a:noFill/>
          </a:ln>
        </p:spPr>
      </p:sp>
      <p:sp>
        <p:nvSpPr>
          <p:cNvPr id="74" name="Google Shape;74;p5"/>
          <p:cNvSpPr/>
          <p:nvPr>
            <p:ph idx="15" type="pic"/>
          </p:nvPr>
        </p:nvSpPr>
        <p:spPr>
          <a:xfrm>
            <a:off x="4021150" y="3789600"/>
            <a:ext cx="735600" cy="735600"/>
          </a:xfrm>
          <a:prstGeom prst="ellipse">
            <a:avLst/>
          </a:prstGeom>
          <a:noFill/>
          <a:ln>
            <a:noFill/>
          </a:ln>
        </p:spPr>
      </p:sp>
      <p:sp>
        <p:nvSpPr>
          <p:cNvPr id="75" name="Google Shape;75;p5"/>
          <p:cNvSpPr/>
          <p:nvPr>
            <p:ph idx="16" type="pic"/>
          </p:nvPr>
        </p:nvSpPr>
        <p:spPr>
          <a:xfrm>
            <a:off x="377300" y="1690575"/>
            <a:ext cx="735600" cy="735600"/>
          </a:xfrm>
          <a:prstGeom prst="ellipse">
            <a:avLst/>
          </a:prstGeom>
          <a:noFill/>
          <a:ln>
            <a:noFill/>
          </a:ln>
        </p:spPr>
      </p:sp>
      <p:sp>
        <p:nvSpPr>
          <p:cNvPr id="76" name="Google Shape;76;p5"/>
          <p:cNvSpPr/>
          <p:nvPr>
            <p:ph idx="17" type="pic"/>
          </p:nvPr>
        </p:nvSpPr>
        <p:spPr>
          <a:xfrm>
            <a:off x="377300" y="2738375"/>
            <a:ext cx="735600" cy="735600"/>
          </a:xfrm>
          <a:prstGeom prst="ellipse">
            <a:avLst/>
          </a:prstGeom>
          <a:noFill/>
          <a:ln>
            <a:noFill/>
          </a:ln>
        </p:spPr>
      </p:sp>
      <p:sp>
        <p:nvSpPr>
          <p:cNvPr id="77" name="Google Shape;77;p5"/>
          <p:cNvSpPr/>
          <p:nvPr>
            <p:ph idx="18" type="pic"/>
          </p:nvPr>
        </p:nvSpPr>
        <p:spPr>
          <a:xfrm>
            <a:off x="377300" y="3789600"/>
            <a:ext cx="735600" cy="735600"/>
          </a:xfrm>
          <a:prstGeom prst="ellipse">
            <a:avLst/>
          </a:prstGeom>
          <a:noFill/>
          <a:ln>
            <a:noFill/>
          </a:ln>
        </p:spPr>
      </p:sp>
      <p:sp>
        <p:nvSpPr>
          <p:cNvPr id="78" name="Google Shape;78;p5"/>
          <p:cNvSpPr txBox="1"/>
          <p:nvPr>
            <p:ph idx="19" type="title"/>
          </p:nvPr>
        </p:nvSpPr>
        <p:spPr>
          <a:xfrm>
            <a:off x="1279000" y="1749478"/>
            <a:ext cx="2242800" cy="365700"/>
          </a:xfrm>
          <a:prstGeom prst="rect">
            <a:avLst/>
          </a:prstGeom>
        </p:spPr>
        <p:txBody>
          <a:bodyPr anchorCtr="0" anchor="t" bIns="91425" lIns="91425" spcFirstLastPara="1" rIns="91425" wrap="square" tIns="0">
            <a:normAutofit/>
          </a:bodyPr>
          <a:lstStyle>
            <a:lvl1pPr lvl="0">
              <a:spcBef>
                <a:spcPts val="0"/>
              </a:spcBef>
              <a:spcAft>
                <a:spcPts val="0"/>
              </a:spcAft>
              <a:buSzPts val="1800"/>
              <a:buNone/>
              <a:defRPr sz="1800">
                <a:latin typeface="Hanken Grotesk Light"/>
                <a:ea typeface="Hanken Grotesk Light"/>
                <a:cs typeface="Hanken Grotesk Light"/>
                <a:sym typeface="Hanken Grotesk Light"/>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79" name="Google Shape;79;p5"/>
          <p:cNvSpPr txBox="1"/>
          <p:nvPr>
            <p:ph idx="20" type="body"/>
          </p:nvPr>
        </p:nvSpPr>
        <p:spPr>
          <a:xfrm>
            <a:off x="1279000" y="2100550"/>
            <a:ext cx="2242800" cy="262500"/>
          </a:xfrm>
          <a:prstGeom prst="rect">
            <a:avLst/>
          </a:prstGeom>
        </p:spPr>
        <p:txBody>
          <a:bodyPr anchorCtr="0" anchor="t" bIns="91425" lIns="91425" spcFirstLastPara="1" rIns="91425" wrap="square" tIns="36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0" name="Google Shape;80;p5"/>
          <p:cNvSpPr txBox="1"/>
          <p:nvPr>
            <p:ph idx="21" type="body"/>
          </p:nvPr>
        </p:nvSpPr>
        <p:spPr>
          <a:xfrm>
            <a:off x="1279000" y="4205800"/>
            <a:ext cx="2242800" cy="262500"/>
          </a:xfrm>
          <a:prstGeom prst="rect">
            <a:avLst/>
          </a:prstGeom>
        </p:spPr>
        <p:txBody>
          <a:bodyPr anchorCtr="0" anchor="t" bIns="91425" lIns="91425" spcFirstLastPara="1" rIns="91425" wrap="square" tIns="36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1" name="Google Shape;81;p5"/>
          <p:cNvSpPr txBox="1"/>
          <p:nvPr>
            <p:ph idx="22" type="body"/>
          </p:nvPr>
        </p:nvSpPr>
        <p:spPr>
          <a:xfrm>
            <a:off x="1279000" y="3164025"/>
            <a:ext cx="2242800" cy="262500"/>
          </a:xfrm>
          <a:prstGeom prst="rect">
            <a:avLst/>
          </a:prstGeom>
        </p:spPr>
        <p:txBody>
          <a:bodyPr anchorCtr="0" anchor="t" bIns="91425" lIns="91425" spcFirstLastPara="1" rIns="91425" wrap="square" tIns="36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2" name="Google Shape;82;p5"/>
          <p:cNvSpPr txBox="1"/>
          <p:nvPr>
            <p:ph idx="23" type="body"/>
          </p:nvPr>
        </p:nvSpPr>
        <p:spPr>
          <a:xfrm>
            <a:off x="4917850" y="2100550"/>
            <a:ext cx="2242800" cy="262500"/>
          </a:xfrm>
          <a:prstGeom prst="rect">
            <a:avLst/>
          </a:prstGeom>
        </p:spPr>
        <p:txBody>
          <a:bodyPr anchorCtr="0" anchor="t" bIns="91425" lIns="91425" spcFirstLastPara="1" rIns="91425" wrap="square" tIns="36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3" name="Google Shape;83;p5"/>
          <p:cNvSpPr txBox="1"/>
          <p:nvPr>
            <p:ph idx="24" type="body"/>
          </p:nvPr>
        </p:nvSpPr>
        <p:spPr>
          <a:xfrm>
            <a:off x="4917850" y="4205800"/>
            <a:ext cx="2242800" cy="262500"/>
          </a:xfrm>
          <a:prstGeom prst="rect">
            <a:avLst/>
          </a:prstGeom>
        </p:spPr>
        <p:txBody>
          <a:bodyPr anchorCtr="0" anchor="t" bIns="91425" lIns="91425" spcFirstLastPara="1" rIns="91425" wrap="square" tIns="36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4" name="Google Shape;84;p5"/>
          <p:cNvSpPr txBox="1"/>
          <p:nvPr>
            <p:ph idx="25" type="body"/>
          </p:nvPr>
        </p:nvSpPr>
        <p:spPr>
          <a:xfrm>
            <a:off x="4917850" y="3164025"/>
            <a:ext cx="2242800" cy="262500"/>
          </a:xfrm>
          <a:prstGeom prst="rect">
            <a:avLst/>
          </a:prstGeom>
        </p:spPr>
        <p:txBody>
          <a:bodyPr anchorCtr="0" anchor="t" bIns="91425" lIns="91425" spcFirstLastPara="1" rIns="91425" wrap="square" tIns="36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Folder">
  <p:cSld name="BLANK_1_1_1_1">
    <p:bg>
      <p:bgPr>
        <a:solidFill>
          <a:schemeClr val="dk2"/>
        </a:solidFill>
      </p:bgPr>
    </p:bg>
    <p:spTree>
      <p:nvGrpSpPr>
        <p:cNvPr id="85" name="Shape 85"/>
        <p:cNvGrpSpPr/>
        <p:nvPr/>
      </p:nvGrpSpPr>
      <p:grpSpPr>
        <a:xfrm>
          <a:off x="0" y="0"/>
          <a:ext cx="0" cy="0"/>
          <a:chOff x="0" y="0"/>
          <a:chExt cx="0" cy="0"/>
        </a:xfrm>
      </p:grpSpPr>
      <p:grpSp>
        <p:nvGrpSpPr>
          <p:cNvPr id="86" name="Google Shape;86;p6"/>
          <p:cNvGrpSpPr/>
          <p:nvPr/>
        </p:nvGrpSpPr>
        <p:grpSpPr>
          <a:xfrm>
            <a:off x="228600" y="210088"/>
            <a:ext cx="8686800" cy="4676475"/>
            <a:chOff x="228600" y="210088"/>
            <a:chExt cx="8686800" cy="4676475"/>
          </a:xfrm>
        </p:grpSpPr>
        <p:sp>
          <p:nvSpPr>
            <p:cNvPr id="87" name="Google Shape;87;p6"/>
            <p:cNvSpPr/>
            <p:nvPr/>
          </p:nvSpPr>
          <p:spPr>
            <a:xfrm>
              <a:off x="228600" y="566563"/>
              <a:ext cx="8686800" cy="4320000"/>
            </a:xfrm>
            <a:prstGeom prst="roundRect">
              <a:avLst>
                <a:gd fmla="val 5406"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88" name="Google Shape;88;p6"/>
            <p:cNvSpPr/>
            <p:nvPr/>
          </p:nvSpPr>
          <p:spPr>
            <a:xfrm>
              <a:off x="912237" y="2100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grpSp>
      <p:sp>
        <p:nvSpPr>
          <p:cNvPr id="89" name="Google Shape;89;p6"/>
          <p:cNvSpPr txBox="1"/>
          <p:nvPr>
            <p:ph idx="1" type="subTitle"/>
          </p:nvPr>
        </p:nvSpPr>
        <p:spPr>
          <a:xfrm>
            <a:off x="1224650" y="210100"/>
            <a:ext cx="1676700" cy="3564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dk1"/>
              </a:buClr>
              <a:buSzPts val="1200"/>
              <a:buNone/>
              <a:defRPr sz="1200"/>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90" name="Google Shape;90;p6"/>
          <p:cNvSpPr txBox="1"/>
          <p:nvPr>
            <p:ph idx="2" type="body"/>
          </p:nvPr>
        </p:nvSpPr>
        <p:spPr>
          <a:xfrm>
            <a:off x="593775" y="3900525"/>
            <a:ext cx="4346700" cy="7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b="1" sz="1200"/>
            </a:lvl1pPr>
            <a:lvl2pPr indent="-304800" lvl="1" marL="914400">
              <a:spcBef>
                <a:spcPts val="0"/>
              </a:spcBef>
              <a:spcAft>
                <a:spcPts val="0"/>
              </a:spcAft>
              <a:buSzPts val="1200"/>
              <a:buChar char="○"/>
              <a:defRPr b="1" sz="1200"/>
            </a:lvl2pPr>
            <a:lvl3pPr indent="-304800" lvl="2" marL="1371600">
              <a:spcBef>
                <a:spcPts val="0"/>
              </a:spcBef>
              <a:spcAft>
                <a:spcPts val="0"/>
              </a:spcAft>
              <a:buSzPts val="1200"/>
              <a:buChar char="■"/>
              <a:defRPr b="1" sz="1200"/>
            </a:lvl3pPr>
            <a:lvl4pPr indent="-304800" lvl="3" marL="1828800">
              <a:spcBef>
                <a:spcPts val="0"/>
              </a:spcBef>
              <a:spcAft>
                <a:spcPts val="0"/>
              </a:spcAft>
              <a:buSzPts val="1200"/>
              <a:buChar char="●"/>
              <a:defRPr b="1" sz="1200"/>
            </a:lvl4pPr>
            <a:lvl5pPr indent="-304800" lvl="4" marL="2286000">
              <a:spcBef>
                <a:spcPts val="0"/>
              </a:spcBef>
              <a:spcAft>
                <a:spcPts val="0"/>
              </a:spcAft>
              <a:buSzPts val="1200"/>
              <a:buChar char="○"/>
              <a:defRPr b="1" sz="1200"/>
            </a:lvl5pPr>
            <a:lvl6pPr indent="-304800" lvl="5" marL="2743200">
              <a:spcBef>
                <a:spcPts val="0"/>
              </a:spcBef>
              <a:spcAft>
                <a:spcPts val="0"/>
              </a:spcAft>
              <a:buSzPts val="1200"/>
              <a:buChar char="■"/>
              <a:defRPr b="1" sz="1200"/>
            </a:lvl6pPr>
            <a:lvl7pPr indent="-304800" lvl="6" marL="3200400">
              <a:spcBef>
                <a:spcPts val="0"/>
              </a:spcBef>
              <a:spcAft>
                <a:spcPts val="0"/>
              </a:spcAft>
              <a:buSzPts val="1200"/>
              <a:buChar char="●"/>
              <a:defRPr b="1" sz="1200"/>
            </a:lvl7pPr>
            <a:lvl8pPr indent="-304800" lvl="7" marL="3657600">
              <a:spcBef>
                <a:spcPts val="0"/>
              </a:spcBef>
              <a:spcAft>
                <a:spcPts val="0"/>
              </a:spcAft>
              <a:buSzPts val="1200"/>
              <a:buChar char="○"/>
              <a:defRPr b="1" sz="1200"/>
            </a:lvl8pPr>
            <a:lvl9pPr indent="-304800" lvl="8" marL="4114800">
              <a:spcBef>
                <a:spcPts val="0"/>
              </a:spcBef>
              <a:spcAft>
                <a:spcPts val="0"/>
              </a:spcAft>
              <a:buSzPts val="1200"/>
              <a:buChar char="■"/>
              <a:defRPr b="1" sz="1200"/>
            </a:lvl9pPr>
          </a:lstStyle>
          <a:p/>
        </p:txBody>
      </p:sp>
      <p:sp>
        <p:nvSpPr>
          <p:cNvPr id="91" name="Google Shape;91;p6"/>
          <p:cNvSpPr txBox="1"/>
          <p:nvPr>
            <p:ph type="title"/>
          </p:nvPr>
        </p:nvSpPr>
        <p:spPr>
          <a:xfrm>
            <a:off x="593775" y="984700"/>
            <a:ext cx="7948200" cy="22164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sz="3000"/>
            </a:lvl2pPr>
            <a:lvl3pPr lvl="2">
              <a:spcBef>
                <a:spcPts val="0"/>
              </a:spcBef>
              <a:spcAft>
                <a:spcPts val="0"/>
              </a:spcAft>
              <a:buSzPts val="2800"/>
              <a:buNone/>
              <a:defRPr sz="3000"/>
            </a:lvl3pPr>
            <a:lvl4pPr lvl="3">
              <a:spcBef>
                <a:spcPts val="0"/>
              </a:spcBef>
              <a:spcAft>
                <a:spcPts val="0"/>
              </a:spcAft>
              <a:buSzPts val="2800"/>
              <a:buNone/>
              <a:defRPr sz="3000"/>
            </a:lvl4pPr>
            <a:lvl5pPr lvl="4">
              <a:spcBef>
                <a:spcPts val="0"/>
              </a:spcBef>
              <a:spcAft>
                <a:spcPts val="0"/>
              </a:spcAft>
              <a:buSzPts val="2800"/>
              <a:buNone/>
              <a:defRPr sz="3000"/>
            </a:lvl5pPr>
            <a:lvl6pPr lvl="5">
              <a:spcBef>
                <a:spcPts val="0"/>
              </a:spcBef>
              <a:spcAft>
                <a:spcPts val="0"/>
              </a:spcAft>
              <a:buSzPts val="2800"/>
              <a:buNone/>
              <a:defRPr sz="3000"/>
            </a:lvl6pPr>
            <a:lvl7pPr lvl="6">
              <a:spcBef>
                <a:spcPts val="0"/>
              </a:spcBef>
              <a:spcAft>
                <a:spcPts val="0"/>
              </a:spcAft>
              <a:buSzPts val="2800"/>
              <a:buNone/>
              <a:defRPr sz="3000"/>
            </a:lvl7pPr>
            <a:lvl8pPr lvl="7">
              <a:spcBef>
                <a:spcPts val="0"/>
              </a:spcBef>
              <a:spcAft>
                <a:spcPts val="0"/>
              </a:spcAft>
              <a:buSzPts val="2800"/>
              <a:buNone/>
              <a:defRPr sz="3000"/>
            </a:lvl8pPr>
            <a:lvl9pPr lvl="8">
              <a:spcBef>
                <a:spcPts val="0"/>
              </a:spcBef>
              <a:spcAft>
                <a:spcPts val="0"/>
              </a:spcAft>
              <a:buSzPts val="2800"/>
              <a:buNone/>
              <a:defRPr sz="30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7_1_1_1_1_1_1_1_1_1_1_1_1_1_1_1_1_2">
    <p:spTree>
      <p:nvGrpSpPr>
        <p:cNvPr id="92" name="Shape 92"/>
        <p:cNvGrpSpPr/>
        <p:nvPr/>
      </p:nvGrpSpPr>
      <p:grpSpPr>
        <a:xfrm>
          <a:off x="0" y="0"/>
          <a:ext cx="0" cy="0"/>
          <a:chOff x="0" y="0"/>
          <a:chExt cx="0" cy="0"/>
        </a:xfrm>
      </p:grpSpPr>
      <p:sp>
        <p:nvSpPr>
          <p:cNvPr id="93" name="Google Shape;93;p7"/>
          <p:cNvSpPr txBox="1"/>
          <p:nvPr>
            <p:ph type="title"/>
          </p:nvPr>
        </p:nvSpPr>
        <p:spPr>
          <a:xfrm>
            <a:off x="-2450" y="4759975"/>
            <a:ext cx="9150600" cy="383400"/>
          </a:xfrm>
          <a:prstGeom prst="rect">
            <a:avLst/>
          </a:prstGeom>
        </p:spPr>
        <p:txBody>
          <a:bodyPr anchorCtr="0" anchor="ctr" bIns="0" lIns="108000" spcFirstLastPara="1" rIns="108000" wrap="square" tIns="0">
            <a:noAutofit/>
          </a:bodyPr>
          <a:lstStyle>
            <a:lvl1pPr lvl="0">
              <a:lnSpc>
                <a:spcPct val="90000"/>
              </a:lnSpc>
              <a:spcBef>
                <a:spcPts val="0"/>
              </a:spcBef>
              <a:spcAft>
                <a:spcPts val="0"/>
              </a:spcAft>
              <a:buSzPts val="2800"/>
              <a:buFont typeface="Hanken Grotesk Light"/>
              <a:buNone/>
              <a:defRPr sz="1400">
                <a:latin typeface="Hanken Grotesk Light"/>
                <a:ea typeface="Hanken Grotesk Light"/>
                <a:cs typeface="Hanken Grotesk Light"/>
                <a:sym typeface="Hanken Grotesk Light"/>
              </a:defRPr>
            </a:lvl1pPr>
            <a:lvl2pPr lvl="1">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2pPr>
            <a:lvl3pPr lvl="2">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3pPr>
            <a:lvl4pPr lvl="3">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4pPr>
            <a:lvl5pPr lvl="4">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5pPr>
            <a:lvl6pPr lvl="5">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6pPr>
            <a:lvl7pPr lvl="6">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7pPr>
            <a:lvl8pPr lvl="7">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8pPr>
            <a:lvl9pPr lvl="8">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9pPr>
          </a:lstStyle>
          <a:p/>
        </p:txBody>
      </p:sp>
      <p:cxnSp>
        <p:nvCxnSpPr>
          <p:cNvPr id="94" name="Google Shape;94;p7"/>
          <p:cNvCxnSpPr/>
          <p:nvPr/>
        </p:nvCxnSpPr>
        <p:spPr>
          <a:xfrm rot="10800000">
            <a:off x="-2100" y="4759975"/>
            <a:ext cx="9148200" cy="0"/>
          </a:xfrm>
          <a:prstGeom prst="straightConnector1">
            <a:avLst/>
          </a:prstGeom>
          <a:noFill/>
          <a:ln cap="flat" cmpd="sng" w="9525">
            <a:solidFill>
              <a:schemeClr val="dk1"/>
            </a:solidFill>
            <a:prstDash val="solid"/>
            <a:round/>
            <a:headEnd len="sm" w="sm" type="none"/>
            <a:tailEnd len="sm" w="sm" type="none"/>
          </a:ln>
        </p:spPr>
      </p:cxnSp>
      <p:sp>
        <p:nvSpPr>
          <p:cNvPr id="95" name="Google Shape;95;p7"/>
          <p:cNvSpPr txBox="1"/>
          <p:nvPr>
            <p:ph idx="1"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96" name="Google Shape;96;p7"/>
          <p:cNvSpPr txBox="1"/>
          <p:nvPr>
            <p:ph idx="2" type="title"/>
          </p:nvPr>
        </p:nvSpPr>
        <p:spPr>
          <a:xfrm>
            <a:off x="850" y="1078988"/>
            <a:ext cx="9144000" cy="3598800"/>
          </a:xfrm>
          <a:prstGeom prst="rect">
            <a:avLst/>
          </a:prstGeom>
        </p:spPr>
        <p:txBody>
          <a:bodyPr anchorCtr="0" anchor="t" bIns="108000" lIns="252000" spcFirstLastPara="1" rIns="252000" wrap="square" tIns="0">
            <a:noAutofit/>
          </a:bodyPr>
          <a:lstStyle>
            <a:lvl1pPr lvl="0">
              <a:spcBef>
                <a:spcPts val="0"/>
              </a:spcBef>
              <a:spcAft>
                <a:spcPts val="0"/>
              </a:spcAft>
              <a:buSzPts val="3000"/>
              <a:buNone/>
              <a:defRPr sz="3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grpSp>
        <p:nvGrpSpPr>
          <p:cNvPr id="97" name="Google Shape;97;p7"/>
          <p:cNvGrpSpPr/>
          <p:nvPr/>
        </p:nvGrpSpPr>
        <p:grpSpPr>
          <a:xfrm>
            <a:off x="1724267" y="547463"/>
            <a:ext cx="658200" cy="449397"/>
            <a:chOff x="2467317" y="547413"/>
            <a:chExt cx="658200" cy="449397"/>
          </a:xfrm>
        </p:grpSpPr>
        <p:sp>
          <p:nvSpPr>
            <p:cNvPr id="98" name="Google Shape;98;p7"/>
            <p:cNvSpPr/>
            <p:nvPr/>
          </p:nvSpPr>
          <p:spPr>
            <a:xfrm rot="5400000">
              <a:off x="2593167" y="464460"/>
              <a:ext cx="406500" cy="658200"/>
            </a:xfrm>
            <a:prstGeom prst="roundRect">
              <a:avLst>
                <a:gd fmla="val 5925"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99" name="Google Shape;99;p7"/>
            <p:cNvSpPr/>
            <p:nvPr/>
          </p:nvSpPr>
          <p:spPr>
            <a:xfrm>
              <a:off x="2507750" y="547413"/>
              <a:ext cx="269319" cy="43229"/>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grpSp>
      <p:grpSp>
        <p:nvGrpSpPr>
          <p:cNvPr id="100" name="Google Shape;100;p7"/>
          <p:cNvGrpSpPr/>
          <p:nvPr/>
        </p:nvGrpSpPr>
        <p:grpSpPr>
          <a:xfrm>
            <a:off x="981142" y="547476"/>
            <a:ext cx="658200" cy="449397"/>
            <a:chOff x="2467317" y="547413"/>
            <a:chExt cx="658200" cy="449397"/>
          </a:xfrm>
        </p:grpSpPr>
        <p:sp>
          <p:nvSpPr>
            <p:cNvPr id="101" name="Google Shape;101;p7"/>
            <p:cNvSpPr/>
            <p:nvPr/>
          </p:nvSpPr>
          <p:spPr>
            <a:xfrm rot="5400000">
              <a:off x="2593167" y="464460"/>
              <a:ext cx="406500" cy="658200"/>
            </a:xfrm>
            <a:prstGeom prst="roundRect">
              <a:avLst>
                <a:gd fmla="val 5925"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102" name="Google Shape;102;p7"/>
            <p:cNvSpPr/>
            <p:nvPr/>
          </p:nvSpPr>
          <p:spPr>
            <a:xfrm>
              <a:off x="2507750" y="547413"/>
              <a:ext cx="269319" cy="43229"/>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grpSp>
      <p:grpSp>
        <p:nvGrpSpPr>
          <p:cNvPr id="103" name="Google Shape;103;p7"/>
          <p:cNvGrpSpPr/>
          <p:nvPr/>
        </p:nvGrpSpPr>
        <p:grpSpPr>
          <a:xfrm>
            <a:off x="2467317" y="547413"/>
            <a:ext cx="658200" cy="449397"/>
            <a:chOff x="2467317" y="547413"/>
            <a:chExt cx="658200" cy="449397"/>
          </a:xfrm>
        </p:grpSpPr>
        <p:sp>
          <p:nvSpPr>
            <p:cNvPr id="104" name="Google Shape;104;p7"/>
            <p:cNvSpPr/>
            <p:nvPr/>
          </p:nvSpPr>
          <p:spPr>
            <a:xfrm rot="5400000">
              <a:off x="2593167" y="464460"/>
              <a:ext cx="406500" cy="658200"/>
            </a:xfrm>
            <a:prstGeom prst="roundRect">
              <a:avLst>
                <a:gd fmla="val 5925"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105" name="Google Shape;105;p7"/>
            <p:cNvSpPr/>
            <p:nvPr/>
          </p:nvSpPr>
          <p:spPr>
            <a:xfrm>
              <a:off x="2507750" y="547413"/>
              <a:ext cx="269319" cy="43229"/>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grpSp>
      <p:grpSp>
        <p:nvGrpSpPr>
          <p:cNvPr id="106" name="Google Shape;106;p7"/>
          <p:cNvGrpSpPr/>
          <p:nvPr/>
        </p:nvGrpSpPr>
        <p:grpSpPr>
          <a:xfrm>
            <a:off x="238017" y="549426"/>
            <a:ext cx="658200" cy="449397"/>
            <a:chOff x="2467317" y="547413"/>
            <a:chExt cx="658200" cy="449397"/>
          </a:xfrm>
        </p:grpSpPr>
        <p:sp>
          <p:nvSpPr>
            <p:cNvPr id="107" name="Google Shape;107;p7"/>
            <p:cNvSpPr/>
            <p:nvPr/>
          </p:nvSpPr>
          <p:spPr>
            <a:xfrm rot="5400000">
              <a:off x="2593167" y="464460"/>
              <a:ext cx="406500" cy="658200"/>
            </a:xfrm>
            <a:prstGeom prst="roundRect">
              <a:avLst>
                <a:gd fmla="val 5925"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108" name="Google Shape;108;p7"/>
            <p:cNvSpPr/>
            <p:nvPr/>
          </p:nvSpPr>
          <p:spPr>
            <a:xfrm>
              <a:off x="2507750" y="547413"/>
              <a:ext cx="269319" cy="43229"/>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Sections Grey">
  <p:cSld name="BLANK_1_1_1_1_1_1_1_1">
    <p:bg>
      <p:bgPr>
        <a:solidFill>
          <a:schemeClr val="dk2"/>
        </a:solidFill>
      </p:bgPr>
    </p:bg>
    <p:spTree>
      <p:nvGrpSpPr>
        <p:cNvPr id="109" name="Shape 109"/>
        <p:cNvGrpSpPr/>
        <p:nvPr/>
      </p:nvGrpSpPr>
      <p:grpSpPr>
        <a:xfrm>
          <a:off x="0" y="0"/>
          <a:ext cx="0" cy="0"/>
          <a:chOff x="0" y="0"/>
          <a:chExt cx="0" cy="0"/>
        </a:xfrm>
      </p:grpSpPr>
      <p:sp>
        <p:nvSpPr>
          <p:cNvPr id="110" name="Google Shape;110;p8"/>
          <p:cNvSpPr txBox="1"/>
          <p:nvPr>
            <p:ph idx="1" type="body"/>
          </p:nvPr>
        </p:nvSpPr>
        <p:spPr>
          <a:xfrm>
            <a:off x="172350" y="1093875"/>
            <a:ext cx="4341600" cy="1299600"/>
          </a:xfrm>
          <a:prstGeom prst="rect">
            <a:avLst/>
          </a:prstGeom>
        </p:spPr>
        <p:txBody>
          <a:bodyPr anchorCtr="0" anchor="t" bIns="180000" lIns="180000" spcFirstLastPara="1" rIns="180000" wrap="square" tIns="180000">
            <a:normAutofit/>
          </a:bodyPr>
          <a:lstStyle>
            <a:lvl1pPr indent="-292100" lvl="0" marL="457200">
              <a:spcBef>
                <a:spcPts val="0"/>
              </a:spcBef>
              <a:spcAft>
                <a:spcPts val="0"/>
              </a:spcAft>
              <a:buClr>
                <a:schemeClr val="dk1"/>
              </a:buClr>
              <a:buSzPts val="1000"/>
              <a:buFont typeface="Hanken Grotesk"/>
              <a:buChar char="●"/>
              <a:defRPr/>
            </a:lvl1pPr>
            <a:lvl2pPr indent="-292100" lvl="1" marL="914400">
              <a:spcBef>
                <a:spcPts val="0"/>
              </a:spcBef>
              <a:spcAft>
                <a:spcPts val="0"/>
              </a:spcAft>
              <a:buClr>
                <a:schemeClr val="dk1"/>
              </a:buClr>
              <a:buSzPts val="1000"/>
              <a:buFont typeface="Hanken Grotesk"/>
              <a:buChar char="○"/>
              <a:defRPr/>
            </a:lvl2pPr>
            <a:lvl3pPr indent="-292100" lvl="2" marL="1371600">
              <a:spcBef>
                <a:spcPts val="0"/>
              </a:spcBef>
              <a:spcAft>
                <a:spcPts val="0"/>
              </a:spcAft>
              <a:buClr>
                <a:schemeClr val="dk1"/>
              </a:buClr>
              <a:buSzPts val="1000"/>
              <a:buFont typeface="Hanken Grotesk"/>
              <a:buChar char="■"/>
              <a:defRPr/>
            </a:lvl3pPr>
            <a:lvl4pPr indent="-292100" lvl="3" marL="1828800">
              <a:spcBef>
                <a:spcPts val="0"/>
              </a:spcBef>
              <a:spcAft>
                <a:spcPts val="0"/>
              </a:spcAft>
              <a:buClr>
                <a:schemeClr val="dk1"/>
              </a:buClr>
              <a:buSzPts val="1000"/>
              <a:buFont typeface="Hanken Grotesk"/>
              <a:buChar char="●"/>
              <a:defRPr/>
            </a:lvl4pPr>
            <a:lvl5pPr indent="-292100" lvl="4" marL="2286000">
              <a:spcBef>
                <a:spcPts val="0"/>
              </a:spcBef>
              <a:spcAft>
                <a:spcPts val="0"/>
              </a:spcAft>
              <a:buClr>
                <a:schemeClr val="dk1"/>
              </a:buClr>
              <a:buSzPts val="1000"/>
              <a:buFont typeface="Hanken Grotesk"/>
              <a:buChar char="○"/>
              <a:defRPr/>
            </a:lvl5pPr>
            <a:lvl6pPr indent="-292100" lvl="5" marL="2743200">
              <a:spcBef>
                <a:spcPts val="0"/>
              </a:spcBef>
              <a:spcAft>
                <a:spcPts val="0"/>
              </a:spcAft>
              <a:buClr>
                <a:schemeClr val="dk1"/>
              </a:buClr>
              <a:buSzPts val="1000"/>
              <a:buFont typeface="Hanken Grotesk"/>
              <a:buChar char="■"/>
              <a:defRPr/>
            </a:lvl6pPr>
            <a:lvl7pPr indent="-292100" lvl="6" marL="3200400">
              <a:spcBef>
                <a:spcPts val="0"/>
              </a:spcBef>
              <a:spcAft>
                <a:spcPts val="0"/>
              </a:spcAft>
              <a:buClr>
                <a:schemeClr val="dk1"/>
              </a:buClr>
              <a:buSzPts val="1000"/>
              <a:buFont typeface="Hanken Grotesk"/>
              <a:buChar char="●"/>
              <a:defRPr/>
            </a:lvl7pPr>
            <a:lvl8pPr indent="-292100" lvl="7" marL="3657600">
              <a:spcBef>
                <a:spcPts val="0"/>
              </a:spcBef>
              <a:spcAft>
                <a:spcPts val="0"/>
              </a:spcAft>
              <a:buClr>
                <a:schemeClr val="dk1"/>
              </a:buClr>
              <a:buSzPts val="1000"/>
              <a:buFont typeface="Hanken Grotesk"/>
              <a:buChar char="○"/>
              <a:defRPr/>
            </a:lvl8pPr>
            <a:lvl9pPr indent="-292100" lvl="8" marL="4114800">
              <a:spcBef>
                <a:spcPts val="0"/>
              </a:spcBef>
              <a:spcAft>
                <a:spcPts val="0"/>
              </a:spcAft>
              <a:buClr>
                <a:schemeClr val="dk1"/>
              </a:buClr>
              <a:buSzPts val="1000"/>
              <a:buFont typeface="Hanken Grotesk"/>
              <a:buChar char="■"/>
              <a:defRPr/>
            </a:lvl9pPr>
          </a:lstStyle>
          <a:p/>
        </p:txBody>
      </p:sp>
      <p:sp>
        <p:nvSpPr>
          <p:cNvPr id="111" name="Google Shape;111;p8"/>
          <p:cNvSpPr txBox="1"/>
          <p:nvPr>
            <p:ph idx="2" type="subTitle"/>
          </p:nvPr>
        </p:nvSpPr>
        <p:spPr>
          <a:xfrm>
            <a:off x="357425" y="2974373"/>
            <a:ext cx="2048400" cy="390600"/>
          </a:xfrm>
          <a:prstGeom prst="rect">
            <a:avLst/>
          </a:prstGeom>
        </p:spPr>
        <p:txBody>
          <a:bodyPr anchorCtr="0" anchor="t" bIns="0" lIns="180000" spcFirstLastPara="1" rIns="180000" wrap="square" tIns="0">
            <a:normAutofit/>
          </a:bodyPr>
          <a:lstStyle>
            <a:lvl1pPr lvl="0">
              <a:spcBef>
                <a:spcPts val="0"/>
              </a:spcBef>
              <a:spcAft>
                <a:spcPts val="0"/>
              </a:spcAft>
              <a:buClr>
                <a:schemeClr val="dk1"/>
              </a:buClr>
              <a:buSzPts val="2200"/>
              <a:buFont typeface="Neuton Light"/>
              <a:buNone/>
              <a:defRPr sz="2200">
                <a:latin typeface="Neuton Light"/>
                <a:ea typeface="Neuton Light"/>
                <a:cs typeface="Neuton Light"/>
                <a:sym typeface="Neuton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2" name="Google Shape;112;p8"/>
          <p:cNvSpPr txBox="1"/>
          <p:nvPr>
            <p:ph idx="3" type="subTitle"/>
          </p:nvPr>
        </p:nvSpPr>
        <p:spPr>
          <a:xfrm>
            <a:off x="357425" y="718250"/>
            <a:ext cx="2048400" cy="378000"/>
          </a:xfrm>
          <a:prstGeom prst="rect">
            <a:avLst/>
          </a:prstGeom>
        </p:spPr>
        <p:txBody>
          <a:bodyPr anchorCtr="0" anchor="t" bIns="0" lIns="180000" spcFirstLastPara="1" rIns="180000" wrap="square" tIns="0">
            <a:normAutofit/>
          </a:bodyPr>
          <a:lstStyle>
            <a:lvl1pPr lvl="0">
              <a:spcBef>
                <a:spcPts val="0"/>
              </a:spcBef>
              <a:spcAft>
                <a:spcPts val="0"/>
              </a:spcAft>
              <a:buClr>
                <a:schemeClr val="dk1"/>
              </a:buClr>
              <a:buSzPts val="2200"/>
              <a:buFont typeface="Neuton Light"/>
              <a:buNone/>
              <a:defRPr sz="2200">
                <a:latin typeface="Neuton Light"/>
                <a:ea typeface="Neuton Light"/>
                <a:cs typeface="Neuton Light"/>
                <a:sym typeface="Neuton Light"/>
              </a:defRPr>
            </a:lvl1pPr>
            <a:lvl2pPr lvl="1">
              <a:spcBef>
                <a:spcPts val="0"/>
              </a:spcBef>
              <a:spcAft>
                <a:spcPts val="0"/>
              </a:spcAft>
              <a:buSzPts val="1400"/>
              <a:buFont typeface="Neuton"/>
              <a:buNone/>
              <a:defRPr>
                <a:latin typeface="Neuton"/>
                <a:ea typeface="Neuton"/>
                <a:cs typeface="Neuton"/>
                <a:sym typeface="Neuton"/>
              </a:defRPr>
            </a:lvl2pPr>
            <a:lvl3pPr lvl="2">
              <a:spcBef>
                <a:spcPts val="0"/>
              </a:spcBef>
              <a:spcAft>
                <a:spcPts val="0"/>
              </a:spcAft>
              <a:buSzPts val="1400"/>
              <a:buFont typeface="Neuton"/>
              <a:buNone/>
              <a:defRPr>
                <a:latin typeface="Neuton"/>
                <a:ea typeface="Neuton"/>
                <a:cs typeface="Neuton"/>
                <a:sym typeface="Neuton"/>
              </a:defRPr>
            </a:lvl3pPr>
            <a:lvl4pPr lvl="3">
              <a:spcBef>
                <a:spcPts val="0"/>
              </a:spcBef>
              <a:spcAft>
                <a:spcPts val="0"/>
              </a:spcAft>
              <a:buSzPts val="1400"/>
              <a:buFont typeface="Neuton"/>
              <a:buNone/>
              <a:defRPr>
                <a:latin typeface="Neuton"/>
                <a:ea typeface="Neuton"/>
                <a:cs typeface="Neuton"/>
                <a:sym typeface="Neuton"/>
              </a:defRPr>
            </a:lvl4pPr>
            <a:lvl5pPr lvl="4">
              <a:spcBef>
                <a:spcPts val="0"/>
              </a:spcBef>
              <a:spcAft>
                <a:spcPts val="0"/>
              </a:spcAft>
              <a:buSzPts val="1400"/>
              <a:buFont typeface="Neuton"/>
              <a:buNone/>
              <a:defRPr>
                <a:latin typeface="Neuton"/>
                <a:ea typeface="Neuton"/>
                <a:cs typeface="Neuton"/>
                <a:sym typeface="Neuton"/>
              </a:defRPr>
            </a:lvl5pPr>
            <a:lvl6pPr lvl="5">
              <a:spcBef>
                <a:spcPts val="0"/>
              </a:spcBef>
              <a:spcAft>
                <a:spcPts val="0"/>
              </a:spcAft>
              <a:buSzPts val="1400"/>
              <a:buFont typeface="Neuton"/>
              <a:buNone/>
              <a:defRPr>
                <a:latin typeface="Neuton"/>
                <a:ea typeface="Neuton"/>
                <a:cs typeface="Neuton"/>
                <a:sym typeface="Neuton"/>
              </a:defRPr>
            </a:lvl6pPr>
            <a:lvl7pPr lvl="6">
              <a:spcBef>
                <a:spcPts val="0"/>
              </a:spcBef>
              <a:spcAft>
                <a:spcPts val="0"/>
              </a:spcAft>
              <a:buSzPts val="1400"/>
              <a:buFont typeface="Neuton"/>
              <a:buNone/>
              <a:defRPr>
                <a:latin typeface="Neuton"/>
                <a:ea typeface="Neuton"/>
                <a:cs typeface="Neuton"/>
                <a:sym typeface="Neuton"/>
              </a:defRPr>
            </a:lvl7pPr>
            <a:lvl8pPr lvl="7">
              <a:spcBef>
                <a:spcPts val="0"/>
              </a:spcBef>
              <a:spcAft>
                <a:spcPts val="0"/>
              </a:spcAft>
              <a:buSzPts val="1400"/>
              <a:buFont typeface="Neuton"/>
              <a:buNone/>
              <a:defRPr>
                <a:latin typeface="Neuton"/>
                <a:ea typeface="Neuton"/>
                <a:cs typeface="Neuton"/>
                <a:sym typeface="Neuton"/>
              </a:defRPr>
            </a:lvl8pPr>
            <a:lvl9pPr lvl="8">
              <a:spcBef>
                <a:spcPts val="0"/>
              </a:spcBef>
              <a:spcAft>
                <a:spcPts val="0"/>
              </a:spcAft>
              <a:buSzPts val="1400"/>
              <a:buFont typeface="Neuton"/>
              <a:buNone/>
              <a:defRPr>
                <a:latin typeface="Neuton"/>
                <a:ea typeface="Neuton"/>
                <a:cs typeface="Neuton"/>
                <a:sym typeface="Neuton"/>
              </a:defRPr>
            </a:lvl9pPr>
          </a:lstStyle>
          <a:p/>
        </p:txBody>
      </p:sp>
      <p:sp>
        <p:nvSpPr>
          <p:cNvPr id="113" name="Google Shape;113;p8"/>
          <p:cNvSpPr txBox="1"/>
          <p:nvPr>
            <p:ph idx="4" type="body"/>
          </p:nvPr>
        </p:nvSpPr>
        <p:spPr>
          <a:xfrm>
            <a:off x="172350" y="3362406"/>
            <a:ext cx="4341600" cy="1299600"/>
          </a:xfrm>
          <a:prstGeom prst="rect">
            <a:avLst/>
          </a:prstGeom>
        </p:spPr>
        <p:txBody>
          <a:bodyPr anchorCtr="0" anchor="t" bIns="180000" lIns="180000" spcFirstLastPara="1" rIns="180000" wrap="square" tIns="180000">
            <a:normAutofit/>
          </a:bodyPr>
          <a:lstStyle>
            <a:lvl1pPr indent="-292100" lvl="0" marL="457200">
              <a:spcBef>
                <a:spcPts val="0"/>
              </a:spcBef>
              <a:spcAft>
                <a:spcPts val="0"/>
              </a:spcAft>
              <a:buClr>
                <a:schemeClr val="dk1"/>
              </a:buClr>
              <a:buSzPts val="1000"/>
              <a:buFont typeface="Hanken Grotesk"/>
              <a:buChar char="●"/>
              <a:defRPr/>
            </a:lvl1pPr>
            <a:lvl2pPr indent="-292100" lvl="1" marL="914400">
              <a:spcBef>
                <a:spcPts val="0"/>
              </a:spcBef>
              <a:spcAft>
                <a:spcPts val="0"/>
              </a:spcAft>
              <a:buClr>
                <a:schemeClr val="dk1"/>
              </a:buClr>
              <a:buSzPts val="1000"/>
              <a:buFont typeface="Hanken Grotesk"/>
              <a:buChar char="○"/>
              <a:defRPr/>
            </a:lvl2pPr>
            <a:lvl3pPr indent="-292100" lvl="2" marL="1371600">
              <a:spcBef>
                <a:spcPts val="0"/>
              </a:spcBef>
              <a:spcAft>
                <a:spcPts val="0"/>
              </a:spcAft>
              <a:buClr>
                <a:schemeClr val="dk1"/>
              </a:buClr>
              <a:buSzPts val="1000"/>
              <a:buFont typeface="Hanken Grotesk"/>
              <a:buChar char="■"/>
              <a:defRPr/>
            </a:lvl3pPr>
            <a:lvl4pPr indent="-292100" lvl="3" marL="1828800">
              <a:spcBef>
                <a:spcPts val="0"/>
              </a:spcBef>
              <a:spcAft>
                <a:spcPts val="0"/>
              </a:spcAft>
              <a:buClr>
                <a:schemeClr val="dk1"/>
              </a:buClr>
              <a:buSzPts val="1000"/>
              <a:buFont typeface="Hanken Grotesk"/>
              <a:buChar char="●"/>
              <a:defRPr/>
            </a:lvl4pPr>
            <a:lvl5pPr indent="-292100" lvl="4" marL="2286000">
              <a:spcBef>
                <a:spcPts val="0"/>
              </a:spcBef>
              <a:spcAft>
                <a:spcPts val="0"/>
              </a:spcAft>
              <a:buClr>
                <a:schemeClr val="dk1"/>
              </a:buClr>
              <a:buSzPts val="1000"/>
              <a:buFont typeface="Hanken Grotesk"/>
              <a:buChar char="○"/>
              <a:defRPr/>
            </a:lvl5pPr>
            <a:lvl6pPr indent="-292100" lvl="5" marL="2743200">
              <a:spcBef>
                <a:spcPts val="0"/>
              </a:spcBef>
              <a:spcAft>
                <a:spcPts val="0"/>
              </a:spcAft>
              <a:buClr>
                <a:schemeClr val="dk1"/>
              </a:buClr>
              <a:buSzPts val="1000"/>
              <a:buFont typeface="Hanken Grotesk"/>
              <a:buChar char="■"/>
              <a:defRPr/>
            </a:lvl6pPr>
            <a:lvl7pPr indent="-292100" lvl="6" marL="3200400">
              <a:spcBef>
                <a:spcPts val="0"/>
              </a:spcBef>
              <a:spcAft>
                <a:spcPts val="0"/>
              </a:spcAft>
              <a:buClr>
                <a:schemeClr val="dk1"/>
              </a:buClr>
              <a:buSzPts val="1000"/>
              <a:buFont typeface="Hanken Grotesk"/>
              <a:buChar char="●"/>
              <a:defRPr/>
            </a:lvl7pPr>
            <a:lvl8pPr indent="-292100" lvl="7" marL="3657600">
              <a:spcBef>
                <a:spcPts val="0"/>
              </a:spcBef>
              <a:spcAft>
                <a:spcPts val="0"/>
              </a:spcAft>
              <a:buClr>
                <a:schemeClr val="dk1"/>
              </a:buClr>
              <a:buSzPts val="1000"/>
              <a:buFont typeface="Hanken Grotesk"/>
              <a:buChar char="○"/>
              <a:defRPr/>
            </a:lvl8pPr>
            <a:lvl9pPr indent="-292100" lvl="8" marL="4114800">
              <a:spcBef>
                <a:spcPts val="0"/>
              </a:spcBef>
              <a:spcAft>
                <a:spcPts val="0"/>
              </a:spcAft>
              <a:buClr>
                <a:schemeClr val="dk1"/>
              </a:buClr>
              <a:buSzPts val="1000"/>
              <a:buFont typeface="Hanken Grotesk"/>
              <a:buChar char="■"/>
              <a:defRPr/>
            </a:lvl9pPr>
          </a:lstStyle>
          <a:p/>
        </p:txBody>
      </p:sp>
      <p:sp>
        <p:nvSpPr>
          <p:cNvPr id="114" name="Google Shape;114;p8"/>
          <p:cNvSpPr txBox="1"/>
          <p:nvPr>
            <p:ph idx="5"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115" name="Google Shape;115;p8"/>
          <p:cNvSpPr txBox="1"/>
          <p:nvPr>
            <p:ph idx="6" type="subTitle"/>
          </p:nvPr>
        </p:nvSpPr>
        <p:spPr>
          <a:xfrm>
            <a:off x="4814750" y="717075"/>
            <a:ext cx="2048400" cy="378000"/>
          </a:xfrm>
          <a:prstGeom prst="rect">
            <a:avLst/>
          </a:prstGeom>
        </p:spPr>
        <p:txBody>
          <a:bodyPr anchorCtr="0" anchor="t" bIns="0" lIns="180000" spcFirstLastPara="1" rIns="180000" wrap="square" tIns="0">
            <a:normAutofit/>
          </a:bodyPr>
          <a:lstStyle>
            <a:lvl1pPr lvl="0">
              <a:spcBef>
                <a:spcPts val="0"/>
              </a:spcBef>
              <a:spcAft>
                <a:spcPts val="0"/>
              </a:spcAft>
              <a:buClr>
                <a:schemeClr val="dk1"/>
              </a:buClr>
              <a:buSzPts val="2200"/>
              <a:buFont typeface="Neuton Light"/>
              <a:buNone/>
              <a:defRPr sz="2200">
                <a:latin typeface="Neuton Light"/>
                <a:ea typeface="Neuton Light"/>
                <a:cs typeface="Neuton Light"/>
                <a:sym typeface="Neuton Light"/>
              </a:defRPr>
            </a:lvl1pPr>
            <a:lvl2pPr lvl="1">
              <a:spcBef>
                <a:spcPts val="0"/>
              </a:spcBef>
              <a:spcAft>
                <a:spcPts val="0"/>
              </a:spcAft>
              <a:buSzPts val="1400"/>
              <a:buFont typeface="Neuton"/>
              <a:buNone/>
              <a:defRPr>
                <a:latin typeface="Neuton"/>
                <a:ea typeface="Neuton"/>
                <a:cs typeface="Neuton"/>
                <a:sym typeface="Neuton"/>
              </a:defRPr>
            </a:lvl2pPr>
            <a:lvl3pPr lvl="2">
              <a:spcBef>
                <a:spcPts val="0"/>
              </a:spcBef>
              <a:spcAft>
                <a:spcPts val="0"/>
              </a:spcAft>
              <a:buSzPts val="1400"/>
              <a:buFont typeface="Neuton"/>
              <a:buNone/>
              <a:defRPr>
                <a:latin typeface="Neuton"/>
                <a:ea typeface="Neuton"/>
                <a:cs typeface="Neuton"/>
                <a:sym typeface="Neuton"/>
              </a:defRPr>
            </a:lvl3pPr>
            <a:lvl4pPr lvl="3">
              <a:spcBef>
                <a:spcPts val="0"/>
              </a:spcBef>
              <a:spcAft>
                <a:spcPts val="0"/>
              </a:spcAft>
              <a:buSzPts val="1400"/>
              <a:buFont typeface="Neuton"/>
              <a:buNone/>
              <a:defRPr>
                <a:latin typeface="Neuton"/>
                <a:ea typeface="Neuton"/>
                <a:cs typeface="Neuton"/>
                <a:sym typeface="Neuton"/>
              </a:defRPr>
            </a:lvl4pPr>
            <a:lvl5pPr lvl="4">
              <a:spcBef>
                <a:spcPts val="0"/>
              </a:spcBef>
              <a:spcAft>
                <a:spcPts val="0"/>
              </a:spcAft>
              <a:buSzPts val="1400"/>
              <a:buFont typeface="Neuton"/>
              <a:buNone/>
              <a:defRPr>
                <a:latin typeface="Neuton"/>
                <a:ea typeface="Neuton"/>
                <a:cs typeface="Neuton"/>
                <a:sym typeface="Neuton"/>
              </a:defRPr>
            </a:lvl5pPr>
            <a:lvl6pPr lvl="5">
              <a:spcBef>
                <a:spcPts val="0"/>
              </a:spcBef>
              <a:spcAft>
                <a:spcPts val="0"/>
              </a:spcAft>
              <a:buSzPts val="1400"/>
              <a:buFont typeface="Neuton"/>
              <a:buNone/>
              <a:defRPr>
                <a:latin typeface="Neuton"/>
                <a:ea typeface="Neuton"/>
                <a:cs typeface="Neuton"/>
                <a:sym typeface="Neuton"/>
              </a:defRPr>
            </a:lvl6pPr>
            <a:lvl7pPr lvl="6">
              <a:spcBef>
                <a:spcPts val="0"/>
              </a:spcBef>
              <a:spcAft>
                <a:spcPts val="0"/>
              </a:spcAft>
              <a:buSzPts val="1400"/>
              <a:buFont typeface="Neuton"/>
              <a:buNone/>
              <a:defRPr>
                <a:latin typeface="Neuton"/>
                <a:ea typeface="Neuton"/>
                <a:cs typeface="Neuton"/>
                <a:sym typeface="Neuton"/>
              </a:defRPr>
            </a:lvl7pPr>
            <a:lvl8pPr lvl="7">
              <a:spcBef>
                <a:spcPts val="0"/>
              </a:spcBef>
              <a:spcAft>
                <a:spcPts val="0"/>
              </a:spcAft>
              <a:buSzPts val="1400"/>
              <a:buFont typeface="Neuton"/>
              <a:buNone/>
              <a:defRPr>
                <a:latin typeface="Neuton"/>
                <a:ea typeface="Neuton"/>
                <a:cs typeface="Neuton"/>
                <a:sym typeface="Neuton"/>
              </a:defRPr>
            </a:lvl8pPr>
            <a:lvl9pPr lvl="8">
              <a:spcBef>
                <a:spcPts val="0"/>
              </a:spcBef>
              <a:spcAft>
                <a:spcPts val="0"/>
              </a:spcAft>
              <a:buSzPts val="1400"/>
              <a:buFont typeface="Neuton"/>
              <a:buNone/>
              <a:defRPr>
                <a:latin typeface="Neuton"/>
                <a:ea typeface="Neuton"/>
                <a:cs typeface="Neuton"/>
                <a:sym typeface="Neuton"/>
              </a:defRPr>
            </a:lvl9pPr>
          </a:lstStyle>
          <a:p/>
        </p:txBody>
      </p:sp>
      <p:sp>
        <p:nvSpPr>
          <p:cNvPr id="116" name="Google Shape;116;p8"/>
          <p:cNvSpPr txBox="1"/>
          <p:nvPr>
            <p:ph idx="7" type="body"/>
          </p:nvPr>
        </p:nvSpPr>
        <p:spPr>
          <a:xfrm>
            <a:off x="4629675" y="1092700"/>
            <a:ext cx="4341600" cy="1299600"/>
          </a:xfrm>
          <a:prstGeom prst="rect">
            <a:avLst/>
          </a:prstGeom>
        </p:spPr>
        <p:txBody>
          <a:bodyPr anchorCtr="0" anchor="t" bIns="180000" lIns="180000" spcFirstLastPara="1" rIns="180000" wrap="square" tIns="180000">
            <a:normAutofit/>
          </a:bodyPr>
          <a:lstStyle>
            <a:lvl1pPr indent="-292100" lvl="0" marL="457200">
              <a:spcBef>
                <a:spcPts val="0"/>
              </a:spcBef>
              <a:spcAft>
                <a:spcPts val="0"/>
              </a:spcAft>
              <a:buClr>
                <a:schemeClr val="dk1"/>
              </a:buClr>
              <a:buSzPts val="1000"/>
              <a:buFont typeface="Hanken Grotesk"/>
              <a:buChar char="●"/>
              <a:defRPr/>
            </a:lvl1pPr>
            <a:lvl2pPr indent="-292100" lvl="1" marL="914400">
              <a:spcBef>
                <a:spcPts val="0"/>
              </a:spcBef>
              <a:spcAft>
                <a:spcPts val="0"/>
              </a:spcAft>
              <a:buClr>
                <a:schemeClr val="dk1"/>
              </a:buClr>
              <a:buSzPts val="1000"/>
              <a:buFont typeface="Hanken Grotesk"/>
              <a:buChar char="○"/>
              <a:defRPr/>
            </a:lvl2pPr>
            <a:lvl3pPr indent="-292100" lvl="2" marL="1371600">
              <a:spcBef>
                <a:spcPts val="0"/>
              </a:spcBef>
              <a:spcAft>
                <a:spcPts val="0"/>
              </a:spcAft>
              <a:buClr>
                <a:schemeClr val="dk1"/>
              </a:buClr>
              <a:buSzPts val="1000"/>
              <a:buFont typeface="Hanken Grotesk"/>
              <a:buChar char="■"/>
              <a:defRPr/>
            </a:lvl3pPr>
            <a:lvl4pPr indent="-292100" lvl="3" marL="1828800">
              <a:spcBef>
                <a:spcPts val="0"/>
              </a:spcBef>
              <a:spcAft>
                <a:spcPts val="0"/>
              </a:spcAft>
              <a:buClr>
                <a:schemeClr val="dk1"/>
              </a:buClr>
              <a:buSzPts val="1000"/>
              <a:buFont typeface="Hanken Grotesk"/>
              <a:buChar char="●"/>
              <a:defRPr/>
            </a:lvl4pPr>
            <a:lvl5pPr indent="-292100" lvl="4" marL="2286000">
              <a:spcBef>
                <a:spcPts val="0"/>
              </a:spcBef>
              <a:spcAft>
                <a:spcPts val="0"/>
              </a:spcAft>
              <a:buClr>
                <a:schemeClr val="dk1"/>
              </a:buClr>
              <a:buSzPts val="1000"/>
              <a:buFont typeface="Hanken Grotesk"/>
              <a:buChar char="○"/>
              <a:defRPr/>
            </a:lvl5pPr>
            <a:lvl6pPr indent="-292100" lvl="5" marL="2743200">
              <a:spcBef>
                <a:spcPts val="0"/>
              </a:spcBef>
              <a:spcAft>
                <a:spcPts val="0"/>
              </a:spcAft>
              <a:buClr>
                <a:schemeClr val="dk1"/>
              </a:buClr>
              <a:buSzPts val="1000"/>
              <a:buFont typeface="Hanken Grotesk"/>
              <a:buChar char="■"/>
              <a:defRPr/>
            </a:lvl6pPr>
            <a:lvl7pPr indent="-292100" lvl="6" marL="3200400">
              <a:spcBef>
                <a:spcPts val="0"/>
              </a:spcBef>
              <a:spcAft>
                <a:spcPts val="0"/>
              </a:spcAft>
              <a:buClr>
                <a:schemeClr val="dk1"/>
              </a:buClr>
              <a:buSzPts val="1000"/>
              <a:buFont typeface="Hanken Grotesk"/>
              <a:buChar char="●"/>
              <a:defRPr/>
            </a:lvl7pPr>
            <a:lvl8pPr indent="-292100" lvl="7" marL="3657600">
              <a:spcBef>
                <a:spcPts val="0"/>
              </a:spcBef>
              <a:spcAft>
                <a:spcPts val="0"/>
              </a:spcAft>
              <a:buClr>
                <a:schemeClr val="dk1"/>
              </a:buClr>
              <a:buSzPts val="1000"/>
              <a:buFont typeface="Hanken Grotesk"/>
              <a:buChar char="○"/>
              <a:defRPr/>
            </a:lvl8pPr>
            <a:lvl9pPr indent="-292100" lvl="8" marL="4114800">
              <a:spcBef>
                <a:spcPts val="0"/>
              </a:spcBef>
              <a:spcAft>
                <a:spcPts val="0"/>
              </a:spcAft>
              <a:buClr>
                <a:schemeClr val="dk1"/>
              </a:buClr>
              <a:buSzPts val="1000"/>
              <a:buFont typeface="Hanken Grotesk"/>
              <a:buChar char="■"/>
              <a:defRPr/>
            </a:lvl9pPr>
          </a:lstStyle>
          <a:p/>
        </p:txBody>
      </p:sp>
      <p:sp>
        <p:nvSpPr>
          <p:cNvPr id="117" name="Google Shape;117;p8"/>
          <p:cNvSpPr txBox="1"/>
          <p:nvPr>
            <p:ph idx="8" type="subTitle"/>
          </p:nvPr>
        </p:nvSpPr>
        <p:spPr>
          <a:xfrm>
            <a:off x="4814750" y="3003375"/>
            <a:ext cx="2048400" cy="378000"/>
          </a:xfrm>
          <a:prstGeom prst="rect">
            <a:avLst/>
          </a:prstGeom>
        </p:spPr>
        <p:txBody>
          <a:bodyPr anchorCtr="0" anchor="t" bIns="0" lIns="180000" spcFirstLastPara="1" rIns="180000" wrap="square" tIns="0">
            <a:normAutofit/>
          </a:bodyPr>
          <a:lstStyle>
            <a:lvl1pPr lvl="0">
              <a:spcBef>
                <a:spcPts val="0"/>
              </a:spcBef>
              <a:spcAft>
                <a:spcPts val="0"/>
              </a:spcAft>
              <a:buClr>
                <a:schemeClr val="dk1"/>
              </a:buClr>
              <a:buSzPts val="2200"/>
              <a:buFont typeface="Neuton Light"/>
              <a:buNone/>
              <a:defRPr sz="2200">
                <a:latin typeface="Neuton Light"/>
                <a:ea typeface="Neuton Light"/>
                <a:cs typeface="Neuton Light"/>
                <a:sym typeface="Neuton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8" name="Google Shape;118;p8"/>
          <p:cNvSpPr txBox="1"/>
          <p:nvPr>
            <p:ph idx="9" type="body"/>
          </p:nvPr>
        </p:nvSpPr>
        <p:spPr>
          <a:xfrm>
            <a:off x="4629675" y="3379000"/>
            <a:ext cx="4341600" cy="1299600"/>
          </a:xfrm>
          <a:prstGeom prst="rect">
            <a:avLst/>
          </a:prstGeom>
        </p:spPr>
        <p:txBody>
          <a:bodyPr anchorCtr="0" anchor="t" bIns="180000" lIns="180000" spcFirstLastPara="1" rIns="180000" wrap="square" tIns="180000">
            <a:normAutofit/>
          </a:bodyPr>
          <a:lstStyle>
            <a:lvl1pPr indent="-292100" lvl="0" marL="457200">
              <a:spcBef>
                <a:spcPts val="0"/>
              </a:spcBef>
              <a:spcAft>
                <a:spcPts val="0"/>
              </a:spcAft>
              <a:buClr>
                <a:schemeClr val="dk1"/>
              </a:buClr>
              <a:buSzPts val="1000"/>
              <a:buFont typeface="Hanken Grotesk"/>
              <a:buChar char="●"/>
              <a:defRPr/>
            </a:lvl1pPr>
            <a:lvl2pPr indent="-292100" lvl="1" marL="914400">
              <a:spcBef>
                <a:spcPts val="0"/>
              </a:spcBef>
              <a:spcAft>
                <a:spcPts val="0"/>
              </a:spcAft>
              <a:buClr>
                <a:schemeClr val="dk1"/>
              </a:buClr>
              <a:buSzPts val="1000"/>
              <a:buFont typeface="Hanken Grotesk"/>
              <a:buChar char="○"/>
              <a:defRPr/>
            </a:lvl2pPr>
            <a:lvl3pPr indent="-292100" lvl="2" marL="1371600">
              <a:spcBef>
                <a:spcPts val="0"/>
              </a:spcBef>
              <a:spcAft>
                <a:spcPts val="0"/>
              </a:spcAft>
              <a:buClr>
                <a:schemeClr val="dk1"/>
              </a:buClr>
              <a:buSzPts val="1000"/>
              <a:buFont typeface="Hanken Grotesk"/>
              <a:buChar char="■"/>
              <a:defRPr/>
            </a:lvl3pPr>
            <a:lvl4pPr indent="-292100" lvl="3" marL="1828800">
              <a:spcBef>
                <a:spcPts val="0"/>
              </a:spcBef>
              <a:spcAft>
                <a:spcPts val="0"/>
              </a:spcAft>
              <a:buClr>
                <a:schemeClr val="dk1"/>
              </a:buClr>
              <a:buSzPts val="1000"/>
              <a:buFont typeface="Hanken Grotesk"/>
              <a:buChar char="●"/>
              <a:defRPr/>
            </a:lvl4pPr>
            <a:lvl5pPr indent="-292100" lvl="4" marL="2286000">
              <a:spcBef>
                <a:spcPts val="0"/>
              </a:spcBef>
              <a:spcAft>
                <a:spcPts val="0"/>
              </a:spcAft>
              <a:buClr>
                <a:schemeClr val="dk1"/>
              </a:buClr>
              <a:buSzPts val="1000"/>
              <a:buFont typeface="Hanken Grotesk"/>
              <a:buChar char="○"/>
              <a:defRPr/>
            </a:lvl5pPr>
            <a:lvl6pPr indent="-292100" lvl="5" marL="2743200">
              <a:spcBef>
                <a:spcPts val="0"/>
              </a:spcBef>
              <a:spcAft>
                <a:spcPts val="0"/>
              </a:spcAft>
              <a:buClr>
                <a:schemeClr val="dk1"/>
              </a:buClr>
              <a:buSzPts val="1000"/>
              <a:buFont typeface="Hanken Grotesk"/>
              <a:buChar char="■"/>
              <a:defRPr/>
            </a:lvl6pPr>
            <a:lvl7pPr indent="-292100" lvl="6" marL="3200400">
              <a:spcBef>
                <a:spcPts val="0"/>
              </a:spcBef>
              <a:spcAft>
                <a:spcPts val="0"/>
              </a:spcAft>
              <a:buClr>
                <a:schemeClr val="dk1"/>
              </a:buClr>
              <a:buSzPts val="1000"/>
              <a:buFont typeface="Hanken Grotesk"/>
              <a:buChar char="●"/>
              <a:defRPr/>
            </a:lvl7pPr>
            <a:lvl8pPr indent="-292100" lvl="7" marL="3657600">
              <a:spcBef>
                <a:spcPts val="0"/>
              </a:spcBef>
              <a:spcAft>
                <a:spcPts val="0"/>
              </a:spcAft>
              <a:buClr>
                <a:schemeClr val="dk1"/>
              </a:buClr>
              <a:buSzPts val="1000"/>
              <a:buFont typeface="Hanken Grotesk"/>
              <a:buChar char="○"/>
              <a:defRPr/>
            </a:lvl8pPr>
            <a:lvl9pPr indent="-292100" lvl="8" marL="4114800">
              <a:spcBef>
                <a:spcPts val="0"/>
              </a:spcBef>
              <a:spcAft>
                <a:spcPts val="0"/>
              </a:spcAft>
              <a:buClr>
                <a:schemeClr val="dk1"/>
              </a:buClr>
              <a:buSzPts val="1000"/>
              <a:buFont typeface="Hanken Grotesk"/>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Data folders">
  <p:cSld name="CUSTOM_7_1_1_1_1_1_1_1_1_1_1_1_1_1_1_1_1_3">
    <p:spTree>
      <p:nvGrpSpPr>
        <p:cNvPr id="119" name="Shape 119"/>
        <p:cNvGrpSpPr/>
        <p:nvPr/>
      </p:nvGrpSpPr>
      <p:grpSpPr>
        <a:xfrm>
          <a:off x="0" y="0"/>
          <a:ext cx="0" cy="0"/>
          <a:chOff x="0" y="0"/>
          <a:chExt cx="0" cy="0"/>
        </a:xfrm>
      </p:grpSpPr>
      <p:sp>
        <p:nvSpPr>
          <p:cNvPr id="120" name="Google Shape;120;p9"/>
          <p:cNvSpPr txBox="1"/>
          <p:nvPr>
            <p:ph type="title"/>
          </p:nvPr>
        </p:nvSpPr>
        <p:spPr>
          <a:xfrm>
            <a:off x="193900" y="1429900"/>
            <a:ext cx="2156700" cy="267000"/>
          </a:xfrm>
          <a:prstGeom prst="rect">
            <a:avLst/>
          </a:prstGeom>
        </p:spPr>
        <p:txBody>
          <a:bodyPr anchorCtr="0" anchor="t" bIns="0" lIns="108000" spcFirstLastPara="1" rIns="108000" wrap="square" tIns="0">
            <a:noAutofit/>
          </a:bodyPr>
          <a:lstStyle>
            <a:lvl1pPr lvl="0">
              <a:lnSpc>
                <a:spcPct val="90000"/>
              </a:lnSpc>
              <a:spcBef>
                <a:spcPts val="0"/>
              </a:spcBef>
              <a:spcAft>
                <a:spcPts val="0"/>
              </a:spcAft>
              <a:buSzPts val="2800"/>
              <a:buNone/>
              <a:defRPr sz="2000"/>
            </a:lvl1pPr>
            <a:lvl2pPr lvl="1">
              <a:lnSpc>
                <a:spcPct val="115000"/>
              </a:lnSpc>
              <a:spcBef>
                <a:spcPts val="0"/>
              </a:spcBef>
              <a:spcAft>
                <a:spcPts val="0"/>
              </a:spcAft>
              <a:buSzPts val="2800"/>
              <a:buNone/>
              <a:defRPr sz="2000"/>
            </a:lvl2pPr>
            <a:lvl3pPr lvl="2">
              <a:lnSpc>
                <a:spcPct val="115000"/>
              </a:lnSpc>
              <a:spcBef>
                <a:spcPts val="0"/>
              </a:spcBef>
              <a:spcAft>
                <a:spcPts val="0"/>
              </a:spcAft>
              <a:buSzPts val="2800"/>
              <a:buNone/>
              <a:defRPr sz="2000"/>
            </a:lvl3pPr>
            <a:lvl4pPr lvl="3">
              <a:lnSpc>
                <a:spcPct val="115000"/>
              </a:lnSpc>
              <a:spcBef>
                <a:spcPts val="0"/>
              </a:spcBef>
              <a:spcAft>
                <a:spcPts val="0"/>
              </a:spcAft>
              <a:buSzPts val="2800"/>
              <a:buNone/>
              <a:defRPr sz="2000"/>
            </a:lvl4pPr>
            <a:lvl5pPr lvl="4">
              <a:lnSpc>
                <a:spcPct val="115000"/>
              </a:lnSpc>
              <a:spcBef>
                <a:spcPts val="0"/>
              </a:spcBef>
              <a:spcAft>
                <a:spcPts val="0"/>
              </a:spcAft>
              <a:buSzPts val="2800"/>
              <a:buNone/>
              <a:defRPr sz="2000"/>
            </a:lvl5pPr>
            <a:lvl6pPr lvl="5">
              <a:lnSpc>
                <a:spcPct val="115000"/>
              </a:lnSpc>
              <a:spcBef>
                <a:spcPts val="0"/>
              </a:spcBef>
              <a:spcAft>
                <a:spcPts val="0"/>
              </a:spcAft>
              <a:buSzPts val="2800"/>
              <a:buNone/>
              <a:defRPr sz="2000"/>
            </a:lvl6pPr>
            <a:lvl7pPr lvl="6">
              <a:lnSpc>
                <a:spcPct val="115000"/>
              </a:lnSpc>
              <a:spcBef>
                <a:spcPts val="0"/>
              </a:spcBef>
              <a:spcAft>
                <a:spcPts val="0"/>
              </a:spcAft>
              <a:buSzPts val="2800"/>
              <a:buNone/>
              <a:defRPr sz="2000"/>
            </a:lvl7pPr>
            <a:lvl8pPr lvl="7">
              <a:lnSpc>
                <a:spcPct val="115000"/>
              </a:lnSpc>
              <a:spcBef>
                <a:spcPts val="0"/>
              </a:spcBef>
              <a:spcAft>
                <a:spcPts val="0"/>
              </a:spcAft>
              <a:buSzPts val="2800"/>
              <a:buNone/>
              <a:defRPr sz="2000"/>
            </a:lvl8pPr>
            <a:lvl9pPr lvl="8">
              <a:lnSpc>
                <a:spcPct val="115000"/>
              </a:lnSpc>
              <a:spcBef>
                <a:spcPts val="0"/>
              </a:spcBef>
              <a:spcAft>
                <a:spcPts val="0"/>
              </a:spcAft>
              <a:buSzPts val="2800"/>
              <a:buNone/>
              <a:defRPr sz="2000"/>
            </a:lvl9pPr>
          </a:lstStyle>
          <a:p/>
        </p:txBody>
      </p:sp>
      <p:sp>
        <p:nvSpPr>
          <p:cNvPr id="121" name="Google Shape;121;p9"/>
          <p:cNvSpPr txBox="1"/>
          <p:nvPr>
            <p:ph idx="2" type="title"/>
          </p:nvPr>
        </p:nvSpPr>
        <p:spPr>
          <a:xfrm>
            <a:off x="193900" y="1769325"/>
            <a:ext cx="2156700" cy="267000"/>
          </a:xfrm>
          <a:prstGeom prst="rect">
            <a:avLst/>
          </a:prstGeom>
        </p:spPr>
        <p:txBody>
          <a:bodyPr anchorCtr="0" anchor="t" bIns="90000" lIns="108000" spcFirstLastPara="1" rIns="108000" wrap="square" tIns="0">
            <a:noAutofit/>
          </a:bodyPr>
          <a:lstStyle>
            <a:lvl1pPr lvl="0">
              <a:lnSpc>
                <a:spcPct val="90000"/>
              </a:lnSpc>
              <a:spcBef>
                <a:spcPts val="0"/>
              </a:spcBef>
              <a:spcAft>
                <a:spcPts val="0"/>
              </a:spcAft>
              <a:buSzPts val="2800"/>
              <a:buNone/>
              <a:defRPr sz="10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122" name="Google Shape;122;p9"/>
          <p:cNvSpPr txBox="1"/>
          <p:nvPr>
            <p:ph idx="3" type="title"/>
          </p:nvPr>
        </p:nvSpPr>
        <p:spPr>
          <a:xfrm>
            <a:off x="2391238" y="1429900"/>
            <a:ext cx="2156700" cy="267000"/>
          </a:xfrm>
          <a:prstGeom prst="rect">
            <a:avLst/>
          </a:prstGeom>
        </p:spPr>
        <p:txBody>
          <a:bodyPr anchorCtr="0" anchor="t" bIns="0" lIns="108000" spcFirstLastPara="1" rIns="108000" wrap="square" tIns="0">
            <a:noAutofit/>
          </a:bodyPr>
          <a:lstStyle>
            <a:lvl1pPr lvl="0">
              <a:lnSpc>
                <a:spcPct val="90000"/>
              </a:lnSpc>
              <a:spcBef>
                <a:spcPts val="0"/>
              </a:spcBef>
              <a:spcAft>
                <a:spcPts val="0"/>
              </a:spcAft>
              <a:buSzPts val="2800"/>
              <a:buNone/>
              <a:defRPr sz="2000"/>
            </a:lvl1pPr>
            <a:lvl2pPr lvl="1">
              <a:lnSpc>
                <a:spcPct val="115000"/>
              </a:lnSpc>
              <a:spcBef>
                <a:spcPts val="0"/>
              </a:spcBef>
              <a:spcAft>
                <a:spcPts val="0"/>
              </a:spcAft>
              <a:buSzPts val="2800"/>
              <a:buNone/>
              <a:defRPr sz="2000"/>
            </a:lvl2pPr>
            <a:lvl3pPr lvl="2">
              <a:lnSpc>
                <a:spcPct val="115000"/>
              </a:lnSpc>
              <a:spcBef>
                <a:spcPts val="0"/>
              </a:spcBef>
              <a:spcAft>
                <a:spcPts val="0"/>
              </a:spcAft>
              <a:buSzPts val="2800"/>
              <a:buNone/>
              <a:defRPr sz="2000"/>
            </a:lvl3pPr>
            <a:lvl4pPr lvl="3">
              <a:lnSpc>
                <a:spcPct val="115000"/>
              </a:lnSpc>
              <a:spcBef>
                <a:spcPts val="0"/>
              </a:spcBef>
              <a:spcAft>
                <a:spcPts val="0"/>
              </a:spcAft>
              <a:buSzPts val="2800"/>
              <a:buNone/>
              <a:defRPr sz="2000"/>
            </a:lvl4pPr>
            <a:lvl5pPr lvl="4">
              <a:lnSpc>
                <a:spcPct val="115000"/>
              </a:lnSpc>
              <a:spcBef>
                <a:spcPts val="0"/>
              </a:spcBef>
              <a:spcAft>
                <a:spcPts val="0"/>
              </a:spcAft>
              <a:buSzPts val="2800"/>
              <a:buNone/>
              <a:defRPr sz="2000"/>
            </a:lvl5pPr>
            <a:lvl6pPr lvl="5">
              <a:lnSpc>
                <a:spcPct val="115000"/>
              </a:lnSpc>
              <a:spcBef>
                <a:spcPts val="0"/>
              </a:spcBef>
              <a:spcAft>
                <a:spcPts val="0"/>
              </a:spcAft>
              <a:buSzPts val="2800"/>
              <a:buNone/>
              <a:defRPr sz="2000"/>
            </a:lvl6pPr>
            <a:lvl7pPr lvl="6">
              <a:lnSpc>
                <a:spcPct val="115000"/>
              </a:lnSpc>
              <a:spcBef>
                <a:spcPts val="0"/>
              </a:spcBef>
              <a:spcAft>
                <a:spcPts val="0"/>
              </a:spcAft>
              <a:buSzPts val="2800"/>
              <a:buNone/>
              <a:defRPr sz="2000"/>
            </a:lvl7pPr>
            <a:lvl8pPr lvl="7">
              <a:lnSpc>
                <a:spcPct val="115000"/>
              </a:lnSpc>
              <a:spcBef>
                <a:spcPts val="0"/>
              </a:spcBef>
              <a:spcAft>
                <a:spcPts val="0"/>
              </a:spcAft>
              <a:buSzPts val="2800"/>
              <a:buNone/>
              <a:defRPr sz="2000"/>
            </a:lvl8pPr>
            <a:lvl9pPr lvl="8">
              <a:lnSpc>
                <a:spcPct val="115000"/>
              </a:lnSpc>
              <a:spcBef>
                <a:spcPts val="0"/>
              </a:spcBef>
              <a:spcAft>
                <a:spcPts val="0"/>
              </a:spcAft>
              <a:buSzPts val="2800"/>
              <a:buNone/>
              <a:defRPr sz="2000"/>
            </a:lvl9pPr>
          </a:lstStyle>
          <a:p/>
        </p:txBody>
      </p:sp>
      <p:sp>
        <p:nvSpPr>
          <p:cNvPr id="123" name="Google Shape;123;p9"/>
          <p:cNvSpPr txBox="1"/>
          <p:nvPr>
            <p:ph idx="4" type="title"/>
          </p:nvPr>
        </p:nvSpPr>
        <p:spPr>
          <a:xfrm>
            <a:off x="2391238" y="1769325"/>
            <a:ext cx="2156700" cy="267000"/>
          </a:xfrm>
          <a:prstGeom prst="rect">
            <a:avLst/>
          </a:prstGeom>
        </p:spPr>
        <p:txBody>
          <a:bodyPr anchorCtr="0" anchor="t" bIns="90000" lIns="108000" spcFirstLastPara="1" rIns="108000" wrap="square" tIns="0">
            <a:noAutofit/>
          </a:bodyPr>
          <a:lstStyle>
            <a:lvl1pPr lvl="0">
              <a:lnSpc>
                <a:spcPct val="90000"/>
              </a:lnSpc>
              <a:spcBef>
                <a:spcPts val="0"/>
              </a:spcBef>
              <a:spcAft>
                <a:spcPts val="0"/>
              </a:spcAft>
              <a:buSzPts val="2800"/>
              <a:buNone/>
              <a:defRPr sz="10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124" name="Google Shape;124;p9"/>
          <p:cNvSpPr txBox="1"/>
          <p:nvPr>
            <p:ph idx="5" type="title"/>
          </p:nvPr>
        </p:nvSpPr>
        <p:spPr>
          <a:xfrm>
            <a:off x="4590375" y="1429900"/>
            <a:ext cx="2156700" cy="267000"/>
          </a:xfrm>
          <a:prstGeom prst="rect">
            <a:avLst/>
          </a:prstGeom>
        </p:spPr>
        <p:txBody>
          <a:bodyPr anchorCtr="0" anchor="t" bIns="0" lIns="108000" spcFirstLastPara="1" rIns="108000" wrap="square" tIns="0">
            <a:noAutofit/>
          </a:bodyPr>
          <a:lstStyle>
            <a:lvl1pPr lvl="0">
              <a:lnSpc>
                <a:spcPct val="90000"/>
              </a:lnSpc>
              <a:spcBef>
                <a:spcPts val="0"/>
              </a:spcBef>
              <a:spcAft>
                <a:spcPts val="0"/>
              </a:spcAft>
              <a:buSzPts val="2800"/>
              <a:buNone/>
              <a:defRPr sz="2000"/>
            </a:lvl1pPr>
            <a:lvl2pPr lvl="1">
              <a:lnSpc>
                <a:spcPct val="115000"/>
              </a:lnSpc>
              <a:spcBef>
                <a:spcPts val="0"/>
              </a:spcBef>
              <a:spcAft>
                <a:spcPts val="0"/>
              </a:spcAft>
              <a:buSzPts val="2800"/>
              <a:buNone/>
              <a:defRPr sz="2000"/>
            </a:lvl2pPr>
            <a:lvl3pPr lvl="2">
              <a:lnSpc>
                <a:spcPct val="115000"/>
              </a:lnSpc>
              <a:spcBef>
                <a:spcPts val="0"/>
              </a:spcBef>
              <a:spcAft>
                <a:spcPts val="0"/>
              </a:spcAft>
              <a:buSzPts val="2800"/>
              <a:buNone/>
              <a:defRPr sz="2000"/>
            </a:lvl3pPr>
            <a:lvl4pPr lvl="3">
              <a:lnSpc>
                <a:spcPct val="115000"/>
              </a:lnSpc>
              <a:spcBef>
                <a:spcPts val="0"/>
              </a:spcBef>
              <a:spcAft>
                <a:spcPts val="0"/>
              </a:spcAft>
              <a:buSzPts val="2800"/>
              <a:buNone/>
              <a:defRPr sz="2000"/>
            </a:lvl4pPr>
            <a:lvl5pPr lvl="4">
              <a:lnSpc>
                <a:spcPct val="115000"/>
              </a:lnSpc>
              <a:spcBef>
                <a:spcPts val="0"/>
              </a:spcBef>
              <a:spcAft>
                <a:spcPts val="0"/>
              </a:spcAft>
              <a:buSzPts val="2800"/>
              <a:buNone/>
              <a:defRPr sz="2000"/>
            </a:lvl5pPr>
            <a:lvl6pPr lvl="5">
              <a:lnSpc>
                <a:spcPct val="115000"/>
              </a:lnSpc>
              <a:spcBef>
                <a:spcPts val="0"/>
              </a:spcBef>
              <a:spcAft>
                <a:spcPts val="0"/>
              </a:spcAft>
              <a:buSzPts val="2800"/>
              <a:buNone/>
              <a:defRPr sz="2000"/>
            </a:lvl6pPr>
            <a:lvl7pPr lvl="6">
              <a:lnSpc>
                <a:spcPct val="115000"/>
              </a:lnSpc>
              <a:spcBef>
                <a:spcPts val="0"/>
              </a:spcBef>
              <a:spcAft>
                <a:spcPts val="0"/>
              </a:spcAft>
              <a:buSzPts val="2800"/>
              <a:buNone/>
              <a:defRPr sz="2000"/>
            </a:lvl7pPr>
            <a:lvl8pPr lvl="7">
              <a:lnSpc>
                <a:spcPct val="115000"/>
              </a:lnSpc>
              <a:spcBef>
                <a:spcPts val="0"/>
              </a:spcBef>
              <a:spcAft>
                <a:spcPts val="0"/>
              </a:spcAft>
              <a:buSzPts val="2800"/>
              <a:buNone/>
              <a:defRPr sz="2000"/>
            </a:lvl8pPr>
            <a:lvl9pPr lvl="8">
              <a:lnSpc>
                <a:spcPct val="115000"/>
              </a:lnSpc>
              <a:spcBef>
                <a:spcPts val="0"/>
              </a:spcBef>
              <a:spcAft>
                <a:spcPts val="0"/>
              </a:spcAft>
              <a:buSzPts val="2800"/>
              <a:buNone/>
              <a:defRPr sz="2000"/>
            </a:lvl9pPr>
          </a:lstStyle>
          <a:p/>
        </p:txBody>
      </p:sp>
      <p:sp>
        <p:nvSpPr>
          <p:cNvPr id="125" name="Google Shape;125;p9"/>
          <p:cNvSpPr txBox="1"/>
          <p:nvPr>
            <p:ph idx="6" type="title"/>
          </p:nvPr>
        </p:nvSpPr>
        <p:spPr>
          <a:xfrm>
            <a:off x="4590375" y="1769325"/>
            <a:ext cx="2156700" cy="267000"/>
          </a:xfrm>
          <a:prstGeom prst="rect">
            <a:avLst/>
          </a:prstGeom>
        </p:spPr>
        <p:txBody>
          <a:bodyPr anchorCtr="0" anchor="t" bIns="90000" lIns="108000" spcFirstLastPara="1" rIns="108000" wrap="square" tIns="0">
            <a:noAutofit/>
          </a:bodyPr>
          <a:lstStyle>
            <a:lvl1pPr lvl="0">
              <a:lnSpc>
                <a:spcPct val="90000"/>
              </a:lnSpc>
              <a:spcBef>
                <a:spcPts val="0"/>
              </a:spcBef>
              <a:spcAft>
                <a:spcPts val="0"/>
              </a:spcAft>
              <a:buSzPts val="2800"/>
              <a:buNone/>
              <a:defRPr sz="10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126" name="Google Shape;126;p9"/>
          <p:cNvSpPr txBox="1"/>
          <p:nvPr>
            <p:ph idx="7" type="title"/>
          </p:nvPr>
        </p:nvSpPr>
        <p:spPr>
          <a:xfrm>
            <a:off x="6788925" y="1429900"/>
            <a:ext cx="2156700" cy="267000"/>
          </a:xfrm>
          <a:prstGeom prst="rect">
            <a:avLst/>
          </a:prstGeom>
        </p:spPr>
        <p:txBody>
          <a:bodyPr anchorCtr="0" anchor="t" bIns="0" lIns="108000" spcFirstLastPara="1" rIns="108000" wrap="square" tIns="0">
            <a:noAutofit/>
          </a:bodyPr>
          <a:lstStyle>
            <a:lvl1pPr lvl="0">
              <a:lnSpc>
                <a:spcPct val="90000"/>
              </a:lnSpc>
              <a:spcBef>
                <a:spcPts val="0"/>
              </a:spcBef>
              <a:spcAft>
                <a:spcPts val="0"/>
              </a:spcAft>
              <a:buSzPts val="2800"/>
              <a:buNone/>
              <a:defRPr sz="2000"/>
            </a:lvl1pPr>
            <a:lvl2pPr lvl="1">
              <a:lnSpc>
                <a:spcPct val="115000"/>
              </a:lnSpc>
              <a:spcBef>
                <a:spcPts val="0"/>
              </a:spcBef>
              <a:spcAft>
                <a:spcPts val="0"/>
              </a:spcAft>
              <a:buSzPts val="2800"/>
              <a:buNone/>
              <a:defRPr sz="2000"/>
            </a:lvl2pPr>
            <a:lvl3pPr lvl="2">
              <a:lnSpc>
                <a:spcPct val="115000"/>
              </a:lnSpc>
              <a:spcBef>
                <a:spcPts val="0"/>
              </a:spcBef>
              <a:spcAft>
                <a:spcPts val="0"/>
              </a:spcAft>
              <a:buSzPts val="2800"/>
              <a:buNone/>
              <a:defRPr sz="2000"/>
            </a:lvl3pPr>
            <a:lvl4pPr lvl="3">
              <a:lnSpc>
                <a:spcPct val="115000"/>
              </a:lnSpc>
              <a:spcBef>
                <a:spcPts val="0"/>
              </a:spcBef>
              <a:spcAft>
                <a:spcPts val="0"/>
              </a:spcAft>
              <a:buSzPts val="2800"/>
              <a:buNone/>
              <a:defRPr sz="2000"/>
            </a:lvl4pPr>
            <a:lvl5pPr lvl="4">
              <a:lnSpc>
                <a:spcPct val="115000"/>
              </a:lnSpc>
              <a:spcBef>
                <a:spcPts val="0"/>
              </a:spcBef>
              <a:spcAft>
                <a:spcPts val="0"/>
              </a:spcAft>
              <a:buSzPts val="2800"/>
              <a:buNone/>
              <a:defRPr sz="2000"/>
            </a:lvl5pPr>
            <a:lvl6pPr lvl="5">
              <a:lnSpc>
                <a:spcPct val="115000"/>
              </a:lnSpc>
              <a:spcBef>
                <a:spcPts val="0"/>
              </a:spcBef>
              <a:spcAft>
                <a:spcPts val="0"/>
              </a:spcAft>
              <a:buSzPts val="2800"/>
              <a:buNone/>
              <a:defRPr sz="2000"/>
            </a:lvl6pPr>
            <a:lvl7pPr lvl="6">
              <a:lnSpc>
                <a:spcPct val="115000"/>
              </a:lnSpc>
              <a:spcBef>
                <a:spcPts val="0"/>
              </a:spcBef>
              <a:spcAft>
                <a:spcPts val="0"/>
              </a:spcAft>
              <a:buSzPts val="2800"/>
              <a:buNone/>
              <a:defRPr sz="2000"/>
            </a:lvl7pPr>
            <a:lvl8pPr lvl="7">
              <a:lnSpc>
                <a:spcPct val="115000"/>
              </a:lnSpc>
              <a:spcBef>
                <a:spcPts val="0"/>
              </a:spcBef>
              <a:spcAft>
                <a:spcPts val="0"/>
              </a:spcAft>
              <a:buSzPts val="2800"/>
              <a:buNone/>
              <a:defRPr sz="2000"/>
            </a:lvl8pPr>
            <a:lvl9pPr lvl="8">
              <a:lnSpc>
                <a:spcPct val="115000"/>
              </a:lnSpc>
              <a:spcBef>
                <a:spcPts val="0"/>
              </a:spcBef>
              <a:spcAft>
                <a:spcPts val="0"/>
              </a:spcAft>
              <a:buSzPts val="2800"/>
              <a:buNone/>
              <a:defRPr sz="2000"/>
            </a:lvl9pPr>
          </a:lstStyle>
          <a:p/>
        </p:txBody>
      </p:sp>
      <p:sp>
        <p:nvSpPr>
          <p:cNvPr id="127" name="Google Shape;127;p9"/>
          <p:cNvSpPr txBox="1"/>
          <p:nvPr>
            <p:ph idx="8" type="title"/>
          </p:nvPr>
        </p:nvSpPr>
        <p:spPr>
          <a:xfrm>
            <a:off x="6788925" y="1769325"/>
            <a:ext cx="2156700" cy="267000"/>
          </a:xfrm>
          <a:prstGeom prst="rect">
            <a:avLst/>
          </a:prstGeom>
        </p:spPr>
        <p:txBody>
          <a:bodyPr anchorCtr="0" anchor="t" bIns="90000" lIns="108000" spcFirstLastPara="1" rIns="108000" wrap="square" tIns="0">
            <a:noAutofit/>
          </a:bodyPr>
          <a:lstStyle>
            <a:lvl1pPr lvl="0">
              <a:lnSpc>
                <a:spcPct val="90000"/>
              </a:lnSpc>
              <a:spcBef>
                <a:spcPts val="0"/>
              </a:spcBef>
              <a:spcAft>
                <a:spcPts val="0"/>
              </a:spcAft>
              <a:buSzPts val="2800"/>
              <a:buNone/>
              <a:defRPr sz="10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128" name="Google Shape;128;p9"/>
          <p:cNvSpPr txBox="1"/>
          <p:nvPr>
            <p:ph idx="1"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129" name="Google Shape;129;p9"/>
          <p:cNvSpPr txBox="1"/>
          <p:nvPr>
            <p:ph idx="9" type="body"/>
          </p:nvPr>
        </p:nvSpPr>
        <p:spPr>
          <a:xfrm>
            <a:off x="192900" y="2164400"/>
            <a:ext cx="2156700" cy="1830300"/>
          </a:xfrm>
          <a:prstGeom prst="rect">
            <a:avLst/>
          </a:prstGeom>
        </p:spPr>
        <p:txBody>
          <a:bodyPr anchorCtr="0" anchor="t" bIns="0" lIns="108000" spcFirstLastPara="1" rIns="108000" wrap="square" tIns="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30" name="Google Shape;130;p9"/>
          <p:cNvSpPr txBox="1"/>
          <p:nvPr>
            <p:ph idx="13" type="body"/>
          </p:nvPr>
        </p:nvSpPr>
        <p:spPr>
          <a:xfrm>
            <a:off x="2391200" y="2164400"/>
            <a:ext cx="2156700" cy="1830300"/>
          </a:xfrm>
          <a:prstGeom prst="rect">
            <a:avLst/>
          </a:prstGeom>
        </p:spPr>
        <p:txBody>
          <a:bodyPr anchorCtr="0" anchor="t" bIns="0" lIns="108000" spcFirstLastPara="1" rIns="108000" wrap="square" tIns="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31" name="Google Shape;131;p9"/>
          <p:cNvSpPr txBox="1"/>
          <p:nvPr>
            <p:ph idx="14" type="body"/>
          </p:nvPr>
        </p:nvSpPr>
        <p:spPr>
          <a:xfrm>
            <a:off x="4590600" y="2164400"/>
            <a:ext cx="2156700" cy="1830300"/>
          </a:xfrm>
          <a:prstGeom prst="rect">
            <a:avLst/>
          </a:prstGeom>
        </p:spPr>
        <p:txBody>
          <a:bodyPr anchorCtr="0" anchor="t" bIns="0" lIns="108000" spcFirstLastPara="1" rIns="108000" wrap="square" tIns="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32" name="Google Shape;132;p9"/>
          <p:cNvSpPr txBox="1"/>
          <p:nvPr>
            <p:ph idx="15" type="body"/>
          </p:nvPr>
        </p:nvSpPr>
        <p:spPr>
          <a:xfrm>
            <a:off x="6788900" y="2164400"/>
            <a:ext cx="2156700" cy="1830300"/>
          </a:xfrm>
          <a:prstGeom prst="rect">
            <a:avLst/>
          </a:prstGeom>
        </p:spPr>
        <p:txBody>
          <a:bodyPr anchorCtr="0" anchor="t" bIns="0" lIns="108000" spcFirstLastPara="1" rIns="108000" wrap="square" tIns="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Data Folders">
  <p:cSld name="CUSTOM_7_1_1_1_1_1_1_1_1_1_1_1_1_1_1_1_1_4">
    <p:spTree>
      <p:nvGrpSpPr>
        <p:cNvPr id="133" name="Shape 133"/>
        <p:cNvGrpSpPr/>
        <p:nvPr/>
      </p:nvGrpSpPr>
      <p:grpSpPr>
        <a:xfrm>
          <a:off x="0" y="0"/>
          <a:ext cx="0" cy="0"/>
          <a:chOff x="0" y="0"/>
          <a:chExt cx="0" cy="0"/>
        </a:xfrm>
      </p:grpSpPr>
      <p:sp>
        <p:nvSpPr>
          <p:cNvPr id="134" name="Google Shape;134;p10"/>
          <p:cNvSpPr txBox="1"/>
          <p:nvPr>
            <p:ph type="title"/>
          </p:nvPr>
        </p:nvSpPr>
        <p:spPr>
          <a:xfrm>
            <a:off x="193900" y="795678"/>
            <a:ext cx="2856900" cy="267000"/>
          </a:xfrm>
          <a:prstGeom prst="rect">
            <a:avLst/>
          </a:prstGeom>
        </p:spPr>
        <p:txBody>
          <a:bodyPr anchorCtr="0" anchor="t" bIns="0" lIns="180000" spcFirstLastPara="1" rIns="180000" wrap="square" tIns="0">
            <a:noAutofit/>
          </a:bodyPr>
          <a:lstStyle>
            <a:lvl1pPr lvl="0">
              <a:spcBef>
                <a:spcPts val="0"/>
              </a:spcBef>
              <a:spcAft>
                <a:spcPts val="0"/>
              </a:spcAft>
              <a:buSzPts val="2800"/>
              <a:buNone/>
              <a:defRPr sz="2000"/>
            </a:lvl1pPr>
            <a:lvl2pPr lvl="1">
              <a:spcBef>
                <a:spcPts val="0"/>
              </a:spcBef>
              <a:spcAft>
                <a:spcPts val="0"/>
              </a:spcAft>
              <a:buSzPts val="2800"/>
              <a:buNone/>
              <a:defRPr sz="2000"/>
            </a:lvl2pPr>
            <a:lvl3pPr lvl="2">
              <a:spcBef>
                <a:spcPts val="0"/>
              </a:spcBef>
              <a:spcAft>
                <a:spcPts val="0"/>
              </a:spcAft>
              <a:buSzPts val="2800"/>
              <a:buNone/>
              <a:defRPr sz="2000"/>
            </a:lvl3pPr>
            <a:lvl4pPr lvl="3">
              <a:spcBef>
                <a:spcPts val="0"/>
              </a:spcBef>
              <a:spcAft>
                <a:spcPts val="0"/>
              </a:spcAft>
              <a:buSzPts val="2800"/>
              <a:buNone/>
              <a:defRPr sz="2000"/>
            </a:lvl4pPr>
            <a:lvl5pPr lvl="4">
              <a:spcBef>
                <a:spcPts val="0"/>
              </a:spcBef>
              <a:spcAft>
                <a:spcPts val="0"/>
              </a:spcAft>
              <a:buSzPts val="2800"/>
              <a:buNone/>
              <a:defRPr sz="2000"/>
            </a:lvl5pPr>
            <a:lvl6pPr lvl="5">
              <a:spcBef>
                <a:spcPts val="0"/>
              </a:spcBef>
              <a:spcAft>
                <a:spcPts val="0"/>
              </a:spcAft>
              <a:buSzPts val="2800"/>
              <a:buNone/>
              <a:defRPr sz="2000"/>
            </a:lvl6pPr>
            <a:lvl7pPr lvl="6">
              <a:spcBef>
                <a:spcPts val="0"/>
              </a:spcBef>
              <a:spcAft>
                <a:spcPts val="0"/>
              </a:spcAft>
              <a:buSzPts val="2800"/>
              <a:buNone/>
              <a:defRPr sz="2000"/>
            </a:lvl7pPr>
            <a:lvl8pPr lvl="7">
              <a:spcBef>
                <a:spcPts val="0"/>
              </a:spcBef>
              <a:spcAft>
                <a:spcPts val="0"/>
              </a:spcAft>
              <a:buSzPts val="2800"/>
              <a:buNone/>
              <a:defRPr sz="2000"/>
            </a:lvl8pPr>
            <a:lvl9pPr lvl="8">
              <a:spcBef>
                <a:spcPts val="0"/>
              </a:spcBef>
              <a:spcAft>
                <a:spcPts val="0"/>
              </a:spcAft>
              <a:buSzPts val="2800"/>
              <a:buNone/>
              <a:defRPr sz="2000"/>
            </a:lvl9pPr>
          </a:lstStyle>
          <a:p/>
        </p:txBody>
      </p:sp>
      <p:sp>
        <p:nvSpPr>
          <p:cNvPr id="135" name="Google Shape;135;p10"/>
          <p:cNvSpPr txBox="1"/>
          <p:nvPr>
            <p:ph idx="1"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136" name="Google Shape;136;p10"/>
          <p:cNvSpPr txBox="1"/>
          <p:nvPr>
            <p:ph idx="2" type="title"/>
          </p:nvPr>
        </p:nvSpPr>
        <p:spPr>
          <a:xfrm>
            <a:off x="3141175" y="795678"/>
            <a:ext cx="2856900" cy="267000"/>
          </a:xfrm>
          <a:prstGeom prst="rect">
            <a:avLst/>
          </a:prstGeom>
        </p:spPr>
        <p:txBody>
          <a:bodyPr anchorCtr="0" anchor="t" bIns="0" lIns="180000" spcFirstLastPara="1" rIns="180000" wrap="square" tIns="0">
            <a:noAutofit/>
          </a:bodyPr>
          <a:lstStyle>
            <a:lvl1pPr lvl="0">
              <a:spcBef>
                <a:spcPts val="0"/>
              </a:spcBef>
              <a:spcAft>
                <a:spcPts val="0"/>
              </a:spcAft>
              <a:buSzPts val="2800"/>
              <a:buNone/>
              <a:defRPr sz="2000"/>
            </a:lvl1pPr>
            <a:lvl2pPr lvl="1">
              <a:spcBef>
                <a:spcPts val="0"/>
              </a:spcBef>
              <a:spcAft>
                <a:spcPts val="0"/>
              </a:spcAft>
              <a:buSzPts val="2800"/>
              <a:buNone/>
              <a:defRPr sz="2000"/>
            </a:lvl2pPr>
            <a:lvl3pPr lvl="2">
              <a:spcBef>
                <a:spcPts val="0"/>
              </a:spcBef>
              <a:spcAft>
                <a:spcPts val="0"/>
              </a:spcAft>
              <a:buSzPts val="2800"/>
              <a:buNone/>
              <a:defRPr sz="2000"/>
            </a:lvl3pPr>
            <a:lvl4pPr lvl="3">
              <a:spcBef>
                <a:spcPts val="0"/>
              </a:spcBef>
              <a:spcAft>
                <a:spcPts val="0"/>
              </a:spcAft>
              <a:buSzPts val="2800"/>
              <a:buNone/>
              <a:defRPr sz="2000"/>
            </a:lvl4pPr>
            <a:lvl5pPr lvl="4">
              <a:spcBef>
                <a:spcPts val="0"/>
              </a:spcBef>
              <a:spcAft>
                <a:spcPts val="0"/>
              </a:spcAft>
              <a:buSzPts val="2800"/>
              <a:buNone/>
              <a:defRPr sz="2000"/>
            </a:lvl5pPr>
            <a:lvl6pPr lvl="5">
              <a:spcBef>
                <a:spcPts val="0"/>
              </a:spcBef>
              <a:spcAft>
                <a:spcPts val="0"/>
              </a:spcAft>
              <a:buSzPts val="2800"/>
              <a:buNone/>
              <a:defRPr sz="2000"/>
            </a:lvl6pPr>
            <a:lvl7pPr lvl="6">
              <a:spcBef>
                <a:spcPts val="0"/>
              </a:spcBef>
              <a:spcAft>
                <a:spcPts val="0"/>
              </a:spcAft>
              <a:buSzPts val="2800"/>
              <a:buNone/>
              <a:defRPr sz="2000"/>
            </a:lvl7pPr>
            <a:lvl8pPr lvl="7">
              <a:spcBef>
                <a:spcPts val="0"/>
              </a:spcBef>
              <a:spcAft>
                <a:spcPts val="0"/>
              </a:spcAft>
              <a:buSzPts val="2800"/>
              <a:buNone/>
              <a:defRPr sz="2000"/>
            </a:lvl8pPr>
            <a:lvl9pPr lvl="8">
              <a:spcBef>
                <a:spcPts val="0"/>
              </a:spcBef>
              <a:spcAft>
                <a:spcPts val="0"/>
              </a:spcAft>
              <a:buSzPts val="2800"/>
              <a:buNone/>
              <a:defRPr sz="2000"/>
            </a:lvl9pPr>
          </a:lstStyle>
          <a:p/>
        </p:txBody>
      </p:sp>
      <p:sp>
        <p:nvSpPr>
          <p:cNvPr id="137" name="Google Shape;137;p10"/>
          <p:cNvSpPr txBox="1"/>
          <p:nvPr>
            <p:ph idx="3" type="title"/>
          </p:nvPr>
        </p:nvSpPr>
        <p:spPr>
          <a:xfrm>
            <a:off x="6088450" y="795678"/>
            <a:ext cx="2856900" cy="267000"/>
          </a:xfrm>
          <a:prstGeom prst="rect">
            <a:avLst/>
          </a:prstGeom>
        </p:spPr>
        <p:txBody>
          <a:bodyPr anchorCtr="0" anchor="t" bIns="0" lIns="180000" spcFirstLastPara="1" rIns="180000" wrap="square" tIns="0">
            <a:noAutofit/>
          </a:bodyPr>
          <a:lstStyle>
            <a:lvl1pPr lvl="0">
              <a:spcBef>
                <a:spcPts val="0"/>
              </a:spcBef>
              <a:spcAft>
                <a:spcPts val="0"/>
              </a:spcAft>
              <a:buSzPts val="2800"/>
              <a:buNone/>
              <a:defRPr sz="2000"/>
            </a:lvl1pPr>
            <a:lvl2pPr lvl="1">
              <a:spcBef>
                <a:spcPts val="0"/>
              </a:spcBef>
              <a:spcAft>
                <a:spcPts val="0"/>
              </a:spcAft>
              <a:buSzPts val="2800"/>
              <a:buNone/>
              <a:defRPr sz="2000"/>
            </a:lvl2pPr>
            <a:lvl3pPr lvl="2">
              <a:spcBef>
                <a:spcPts val="0"/>
              </a:spcBef>
              <a:spcAft>
                <a:spcPts val="0"/>
              </a:spcAft>
              <a:buSzPts val="2800"/>
              <a:buNone/>
              <a:defRPr sz="2000"/>
            </a:lvl3pPr>
            <a:lvl4pPr lvl="3">
              <a:spcBef>
                <a:spcPts val="0"/>
              </a:spcBef>
              <a:spcAft>
                <a:spcPts val="0"/>
              </a:spcAft>
              <a:buSzPts val="2800"/>
              <a:buNone/>
              <a:defRPr sz="2000"/>
            </a:lvl4pPr>
            <a:lvl5pPr lvl="4">
              <a:spcBef>
                <a:spcPts val="0"/>
              </a:spcBef>
              <a:spcAft>
                <a:spcPts val="0"/>
              </a:spcAft>
              <a:buSzPts val="2800"/>
              <a:buNone/>
              <a:defRPr sz="2000"/>
            </a:lvl5pPr>
            <a:lvl6pPr lvl="5">
              <a:spcBef>
                <a:spcPts val="0"/>
              </a:spcBef>
              <a:spcAft>
                <a:spcPts val="0"/>
              </a:spcAft>
              <a:buSzPts val="2800"/>
              <a:buNone/>
              <a:defRPr sz="2000"/>
            </a:lvl6pPr>
            <a:lvl7pPr lvl="6">
              <a:spcBef>
                <a:spcPts val="0"/>
              </a:spcBef>
              <a:spcAft>
                <a:spcPts val="0"/>
              </a:spcAft>
              <a:buSzPts val="2800"/>
              <a:buNone/>
              <a:defRPr sz="2000"/>
            </a:lvl7pPr>
            <a:lvl8pPr lvl="7">
              <a:spcBef>
                <a:spcPts val="0"/>
              </a:spcBef>
              <a:spcAft>
                <a:spcPts val="0"/>
              </a:spcAft>
              <a:buSzPts val="2800"/>
              <a:buNone/>
              <a:defRPr sz="2000"/>
            </a:lvl8pPr>
            <a:lvl9pPr lvl="8">
              <a:spcBef>
                <a:spcPts val="0"/>
              </a:spcBef>
              <a:spcAft>
                <a:spcPts val="0"/>
              </a:spcAft>
              <a:buSzPts val="2800"/>
              <a:buNone/>
              <a:defRPr sz="2000"/>
            </a:lvl9pPr>
          </a:lstStyle>
          <a:p/>
        </p:txBody>
      </p:sp>
      <p:sp>
        <p:nvSpPr>
          <p:cNvPr id="138" name="Google Shape;138;p10"/>
          <p:cNvSpPr txBox="1"/>
          <p:nvPr>
            <p:ph idx="4" type="body"/>
          </p:nvPr>
        </p:nvSpPr>
        <p:spPr>
          <a:xfrm>
            <a:off x="194075" y="1414925"/>
            <a:ext cx="2856900" cy="3548700"/>
          </a:xfrm>
          <a:prstGeom prst="rect">
            <a:avLst/>
          </a:prstGeom>
        </p:spPr>
        <p:txBody>
          <a:bodyPr anchorCtr="0" anchor="t" bIns="180000" lIns="180000" spcFirstLastPara="1" rIns="180000" wrap="square" tIns="270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39" name="Google Shape;139;p10"/>
          <p:cNvSpPr txBox="1"/>
          <p:nvPr>
            <p:ph idx="5" type="body"/>
          </p:nvPr>
        </p:nvSpPr>
        <p:spPr>
          <a:xfrm>
            <a:off x="3140525" y="1414925"/>
            <a:ext cx="2856900" cy="3548700"/>
          </a:xfrm>
          <a:prstGeom prst="rect">
            <a:avLst/>
          </a:prstGeom>
        </p:spPr>
        <p:txBody>
          <a:bodyPr anchorCtr="0" anchor="t" bIns="180000" lIns="180000" spcFirstLastPara="1" rIns="180000" wrap="square" tIns="270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40" name="Google Shape;140;p10"/>
          <p:cNvSpPr txBox="1"/>
          <p:nvPr>
            <p:ph idx="6" type="body"/>
          </p:nvPr>
        </p:nvSpPr>
        <p:spPr>
          <a:xfrm>
            <a:off x="6086975" y="1414925"/>
            <a:ext cx="2856900" cy="3548700"/>
          </a:xfrm>
          <a:prstGeom prst="rect">
            <a:avLst/>
          </a:prstGeom>
        </p:spPr>
        <p:txBody>
          <a:bodyPr anchorCtr="0" anchor="t" bIns="180000" lIns="180000" spcFirstLastPara="1" rIns="180000" wrap="square" tIns="270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p:cSld name="CUSTOM_7_1_1_1_1_1_1_1_1_1_1_1_1_1_1_1_1_5_2">
    <p:spTree>
      <p:nvGrpSpPr>
        <p:cNvPr id="141" name="Shape 141"/>
        <p:cNvGrpSpPr/>
        <p:nvPr/>
      </p:nvGrpSpPr>
      <p:grpSpPr>
        <a:xfrm>
          <a:off x="0" y="0"/>
          <a:ext cx="0" cy="0"/>
          <a:chOff x="0" y="0"/>
          <a:chExt cx="0" cy="0"/>
        </a:xfrm>
      </p:grpSpPr>
      <p:sp>
        <p:nvSpPr>
          <p:cNvPr id="142" name="Google Shape;142;p11"/>
          <p:cNvSpPr txBox="1"/>
          <p:nvPr>
            <p:ph type="title"/>
          </p:nvPr>
        </p:nvSpPr>
        <p:spPr>
          <a:xfrm>
            <a:off x="226000" y="562150"/>
            <a:ext cx="360000" cy="360000"/>
          </a:xfrm>
          <a:prstGeom prst="rect">
            <a:avLst/>
          </a:prstGeom>
        </p:spPr>
        <p:txBody>
          <a:bodyPr anchorCtr="0" anchor="ctr" bIns="0" lIns="0" spcFirstLastPara="1" rIns="0" wrap="square" tIns="0">
            <a:noAutofit/>
          </a:bodyPr>
          <a:lstStyle>
            <a:lvl1pPr lvl="0" algn="ctr">
              <a:spcBef>
                <a:spcPts val="0"/>
              </a:spcBef>
              <a:spcAft>
                <a:spcPts val="0"/>
              </a:spcAft>
              <a:buSzPts val="2800"/>
              <a:buNone/>
              <a:defRPr sz="1600">
                <a:latin typeface="Hanken Grotesk"/>
                <a:ea typeface="Hanken Grotesk"/>
                <a:cs typeface="Hanken Grotesk"/>
                <a:sym typeface="Hanken Grotesk"/>
              </a:defRPr>
            </a:lvl1pPr>
            <a:lvl2pPr lvl="1" algn="ctr">
              <a:spcBef>
                <a:spcPts val="0"/>
              </a:spcBef>
              <a:spcAft>
                <a:spcPts val="0"/>
              </a:spcAft>
              <a:buSzPts val="2800"/>
              <a:buNone/>
              <a:defRPr sz="1600">
                <a:latin typeface="Hanken Grotesk"/>
                <a:ea typeface="Hanken Grotesk"/>
                <a:cs typeface="Hanken Grotesk"/>
                <a:sym typeface="Hanken Grotesk"/>
              </a:defRPr>
            </a:lvl2pPr>
            <a:lvl3pPr lvl="2" algn="ctr">
              <a:spcBef>
                <a:spcPts val="0"/>
              </a:spcBef>
              <a:spcAft>
                <a:spcPts val="0"/>
              </a:spcAft>
              <a:buSzPts val="2800"/>
              <a:buNone/>
              <a:defRPr sz="1600">
                <a:latin typeface="Hanken Grotesk"/>
                <a:ea typeface="Hanken Grotesk"/>
                <a:cs typeface="Hanken Grotesk"/>
                <a:sym typeface="Hanken Grotesk"/>
              </a:defRPr>
            </a:lvl3pPr>
            <a:lvl4pPr lvl="3" algn="ctr">
              <a:spcBef>
                <a:spcPts val="0"/>
              </a:spcBef>
              <a:spcAft>
                <a:spcPts val="0"/>
              </a:spcAft>
              <a:buSzPts val="2800"/>
              <a:buNone/>
              <a:defRPr sz="1600">
                <a:latin typeface="Hanken Grotesk"/>
                <a:ea typeface="Hanken Grotesk"/>
                <a:cs typeface="Hanken Grotesk"/>
                <a:sym typeface="Hanken Grotesk"/>
              </a:defRPr>
            </a:lvl4pPr>
            <a:lvl5pPr lvl="4" algn="ctr">
              <a:spcBef>
                <a:spcPts val="0"/>
              </a:spcBef>
              <a:spcAft>
                <a:spcPts val="0"/>
              </a:spcAft>
              <a:buSzPts val="2800"/>
              <a:buNone/>
              <a:defRPr sz="1600">
                <a:latin typeface="Hanken Grotesk"/>
                <a:ea typeface="Hanken Grotesk"/>
                <a:cs typeface="Hanken Grotesk"/>
                <a:sym typeface="Hanken Grotesk"/>
              </a:defRPr>
            </a:lvl5pPr>
            <a:lvl6pPr lvl="5" algn="ctr">
              <a:spcBef>
                <a:spcPts val="0"/>
              </a:spcBef>
              <a:spcAft>
                <a:spcPts val="0"/>
              </a:spcAft>
              <a:buSzPts val="2800"/>
              <a:buNone/>
              <a:defRPr sz="1600">
                <a:latin typeface="Hanken Grotesk"/>
                <a:ea typeface="Hanken Grotesk"/>
                <a:cs typeface="Hanken Grotesk"/>
                <a:sym typeface="Hanken Grotesk"/>
              </a:defRPr>
            </a:lvl6pPr>
            <a:lvl7pPr lvl="6" algn="ctr">
              <a:spcBef>
                <a:spcPts val="0"/>
              </a:spcBef>
              <a:spcAft>
                <a:spcPts val="0"/>
              </a:spcAft>
              <a:buSzPts val="2800"/>
              <a:buNone/>
              <a:defRPr sz="1600">
                <a:latin typeface="Hanken Grotesk"/>
                <a:ea typeface="Hanken Grotesk"/>
                <a:cs typeface="Hanken Grotesk"/>
                <a:sym typeface="Hanken Grotesk"/>
              </a:defRPr>
            </a:lvl7pPr>
            <a:lvl8pPr lvl="7" algn="ctr">
              <a:spcBef>
                <a:spcPts val="0"/>
              </a:spcBef>
              <a:spcAft>
                <a:spcPts val="0"/>
              </a:spcAft>
              <a:buSzPts val="2800"/>
              <a:buNone/>
              <a:defRPr sz="1600">
                <a:latin typeface="Hanken Grotesk"/>
                <a:ea typeface="Hanken Grotesk"/>
                <a:cs typeface="Hanken Grotesk"/>
                <a:sym typeface="Hanken Grotesk"/>
              </a:defRPr>
            </a:lvl8pPr>
            <a:lvl9pPr lvl="8" algn="ctr">
              <a:spcBef>
                <a:spcPts val="0"/>
              </a:spcBef>
              <a:spcAft>
                <a:spcPts val="0"/>
              </a:spcAft>
              <a:buSzPts val="2800"/>
              <a:buNone/>
              <a:defRPr sz="1600">
                <a:latin typeface="Hanken Grotesk"/>
                <a:ea typeface="Hanken Grotesk"/>
                <a:cs typeface="Hanken Grotesk"/>
                <a:sym typeface="Hanken Grotesk"/>
              </a:defRPr>
            </a:lvl9pPr>
          </a:lstStyle>
          <a:p/>
        </p:txBody>
      </p:sp>
      <p:sp>
        <p:nvSpPr>
          <p:cNvPr id="143" name="Google Shape;143;p11"/>
          <p:cNvSpPr txBox="1"/>
          <p:nvPr>
            <p:ph idx="2" type="title"/>
          </p:nvPr>
        </p:nvSpPr>
        <p:spPr>
          <a:xfrm>
            <a:off x="3325125" y="562150"/>
            <a:ext cx="360000" cy="360000"/>
          </a:xfrm>
          <a:prstGeom prst="rect">
            <a:avLst/>
          </a:prstGeom>
        </p:spPr>
        <p:txBody>
          <a:bodyPr anchorCtr="0" anchor="ctr" bIns="0" lIns="0" spcFirstLastPara="1" rIns="0" wrap="square" tIns="0">
            <a:noAutofit/>
          </a:bodyPr>
          <a:lstStyle>
            <a:lvl1pPr lvl="0" algn="ctr">
              <a:spcBef>
                <a:spcPts val="0"/>
              </a:spcBef>
              <a:spcAft>
                <a:spcPts val="0"/>
              </a:spcAft>
              <a:buSzPts val="2800"/>
              <a:buNone/>
              <a:defRPr sz="1600">
                <a:latin typeface="Hanken Grotesk"/>
                <a:ea typeface="Hanken Grotesk"/>
                <a:cs typeface="Hanken Grotesk"/>
                <a:sym typeface="Hanken Grotesk"/>
              </a:defRPr>
            </a:lvl1pPr>
            <a:lvl2pPr lvl="1" algn="ctr">
              <a:spcBef>
                <a:spcPts val="0"/>
              </a:spcBef>
              <a:spcAft>
                <a:spcPts val="0"/>
              </a:spcAft>
              <a:buSzPts val="2800"/>
              <a:buNone/>
              <a:defRPr sz="1600">
                <a:latin typeface="Hanken Grotesk"/>
                <a:ea typeface="Hanken Grotesk"/>
                <a:cs typeface="Hanken Grotesk"/>
                <a:sym typeface="Hanken Grotesk"/>
              </a:defRPr>
            </a:lvl2pPr>
            <a:lvl3pPr lvl="2" algn="ctr">
              <a:spcBef>
                <a:spcPts val="0"/>
              </a:spcBef>
              <a:spcAft>
                <a:spcPts val="0"/>
              </a:spcAft>
              <a:buSzPts val="2800"/>
              <a:buNone/>
              <a:defRPr sz="1600">
                <a:latin typeface="Hanken Grotesk"/>
                <a:ea typeface="Hanken Grotesk"/>
                <a:cs typeface="Hanken Grotesk"/>
                <a:sym typeface="Hanken Grotesk"/>
              </a:defRPr>
            </a:lvl3pPr>
            <a:lvl4pPr lvl="3" algn="ctr">
              <a:spcBef>
                <a:spcPts val="0"/>
              </a:spcBef>
              <a:spcAft>
                <a:spcPts val="0"/>
              </a:spcAft>
              <a:buSzPts val="2800"/>
              <a:buNone/>
              <a:defRPr sz="1600">
                <a:latin typeface="Hanken Grotesk"/>
                <a:ea typeface="Hanken Grotesk"/>
                <a:cs typeface="Hanken Grotesk"/>
                <a:sym typeface="Hanken Grotesk"/>
              </a:defRPr>
            </a:lvl4pPr>
            <a:lvl5pPr lvl="4" algn="ctr">
              <a:spcBef>
                <a:spcPts val="0"/>
              </a:spcBef>
              <a:spcAft>
                <a:spcPts val="0"/>
              </a:spcAft>
              <a:buSzPts val="2800"/>
              <a:buNone/>
              <a:defRPr sz="1600">
                <a:latin typeface="Hanken Grotesk"/>
                <a:ea typeface="Hanken Grotesk"/>
                <a:cs typeface="Hanken Grotesk"/>
                <a:sym typeface="Hanken Grotesk"/>
              </a:defRPr>
            </a:lvl5pPr>
            <a:lvl6pPr lvl="5" algn="ctr">
              <a:spcBef>
                <a:spcPts val="0"/>
              </a:spcBef>
              <a:spcAft>
                <a:spcPts val="0"/>
              </a:spcAft>
              <a:buSzPts val="2800"/>
              <a:buNone/>
              <a:defRPr sz="1600">
                <a:latin typeface="Hanken Grotesk"/>
                <a:ea typeface="Hanken Grotesk"/>
                <a:cs typeface="Hanken Grotesk"/>
                <a:sym typeface="Hanken Grotesk"/>
              </a:defRPr>
            </a:lvl6pPr>
            <a:lvl7pPr lvl="6" algn="ctr">
              <a:spcBef>
                <a:spcPts val="0"/>
              </a:spcBef>
              <a:spcAft>
                <a:spcPts val="0"/>
              </a:spcAft>
              <a:buSzPts val="2800"/>
              <a:buNone/>
              <a:defRPr sz="1600">
                <a:latin typeface="Hanken Grotesk"/>
                <a:ea typeface="Hanken Grotesk"/>
                <a:cs typeface="Hanken Grotesk"/>
                <a:sym typeface="Hanken Grotesk"/>
              </a:defRPr>
            </a:lvl7pPr>
            <a:lvl8pPr lvl="7" algn="ctr">
              <a:spcBef>
                <a:spcPts val="0"/>
              </a:spcBef>
              <a:spcAft>
                <a:spcPts val="0"/>
              </a:spcAft>
              <a:buSzPts val="2800"/>
              <a:buNone/>
              <a:defRPr sz="1600">
                <a:latin typeface="Hanken Grotesk"/>
                <a:ea typeface="Hanken Grotesk"/>
                <a:cs typeface="Hanken Grotesk"/>
                <a:sym typeface="Hanken Grotesk"/>
              </a:defRPr>
            </a:lvl8pPr>
            <a:lvl9pPr lvl="8" algn="ctr">
              <a:spcBef>
                <a:spcPts val="0"/>
              </a:spcBef>
              <a:spcAft>
                <a:spcPts val="0"/>
              </a:spcAft>
              <a:buSzPts val="2800"/>
              <a:buNone/>
              <a:defRPr sz="1600">
                <a:latin typeface="Hanken Grotesk"/>
                <a:ea typeface="Hanken Grotesk"/>
                <a:cs typeface="Hanken Grotesk"/>
                <a:sym typeface="Hanken Grotesk"/>
              </a:defRPr>
            </a:lvl9pPr>
          </a:lstStyle>
          <a:p/>
        </p:txBody>
      </p:sp>
      <p:sp>
        <p:nvSpPr>
          <p:cNvPr id="144" name="Google Shape;144;p11"/>
          <p:cNvSpPr txBox="1"/>
          <p:nvPr>
            <p:ph idx="3" type="title"/>
          </p:nvPr>
        </p:nvSpPr>
        <p:spPr>
          <a:xfrm>
            <a:off x="227250" y="1277200"/>
            <a:ext cx="2282700" cy="6519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45" name="Google Shape;145;p11"/>
          <p:cNvSpPr txBox="1"/>
          <p:nvPr>
            <p:ph idx="4" type="title"/>
          </p:nvPr>
        </p:nvSpPr>
        <p:spPr>
          <a:xfrm>
            <a:off x="3324478" y="1277200"/>
            <a:ext cx="2280900" cy="6519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46" name="Google Shape;146;p11"/>
          <p:cNvSpPr txBox="1"/>
          <p:nvPr>
            <p:ph idx="5" type="title"/>
          </p:nvPr>
        </p:nvSpPr>
        <p:spPr>
          <a:xfrm>
            <a:off x="6421152" y="1277200"/>
            <a:ext cx="2279100" cy="6519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47" name="Google Shape;147;p11"/>
          <p:cNvSpPr txBox="1"/>
          <p:nvPr>
            <p:ph idx="6" type="title"/>
          </p:nvPr>
        </p:nvSpPr>
        <p:spPr>
          <a:xfrm>
            <a:off x="6421925" y="562150"/>
            <a:ext cx="360000" cy="360000"/>
          </a:xfrm>
          <a:prstGeom prst="rect">
            <a:avLst/>
          </a:prstGeom>
        </p:spPr>
        <p:txBody>
          <a:bodyPr anchorCtr="0" anchor="ctr" bIns="0" lIns="0" spcFirstLastPara="1" rIns="0" wrap="square" tIns="0">
            <a:noAutofit/>
          </a:bodyPr>
          <a:lstStyle>
            <a:lvl1pPr lvl="0" algn="ctr">
              <a:spcBef>
                <a:spcPts val="0"/>
              </a:spcBef>
              <a:spcAft>
                <a:spcPts val="0"/>
              </a:spcAft>
              <a:buSzPts val="2800"/>
              <a:buNone/>
              <a:defRPr sz="1600">
                <a:latin typeface="Hanken Grotesk"/>
                <a:ea typeface="Hanken Grotesk"/>
                <a:cs typeface="Hanken Grotesk"/>
                <a:sym typeface="Hanken Grotesk"/>
              </a:defRPr>
            </a:lvl1pPr>
            <a:lvl2pPr lvl="1" algn="ctr">
              <a:spcBef>
                <a:spcPts val="0"/>
              </a:spcBef>
              <a:spcAft>
                <a:spcPts val="0"/>
              </a:spcAft>
              <a:buSzPts val="2800"/>
              <a:buNone/>
              <a:defRPr sz="1600">
                <a:latin typeface="Hanken Grotesk"/>
                <a:ea typeface="Hanken Grotesk"/>
                <a:cs typeface="Hanken Grotesk"/>
                <a:sym typeface="Hanken Grotesk"/>
              </a:defRPr>
            </a:lvl2pPr>
            <a:lvl3pPr lvl="2" algn="ctr">
              <a:spcBef>
                <a:spcPts val="0"/>
              </a:spcBef>
              <a:spcAft>
                <a:spcPts val="0"/>
              </a:spcAft>
              <a:buSzPts val="2800"/>
              <a:buNone/>
              <a:defRPr sz="1600">
                <a:latin typeface="Hanken Grotesk"/>
                <a:ea typeface="Hanken Grotesk"/>
                <a:cs typeface="Hanken Grotesk"/>
                <a:sym typeface="Hanken Grotesk"/>
              </a:defRPr>
            </a:lvl3pPr>
            <a:lvl4pPr lvl="3" algn="ctr">
              <a:spcBef>
                <a:spcPts val="0"/>
              </a:spcBef>
              <a:spcAft>
                <a:spcPts val="0"/>
              </a:spcAft>
              <a:buSzPts val="2800"/>
              <a:buNone/>
              <a:defRPr sz="1600">
                <a:latin typeface="Hanken Grotesk"/>
                <a:ea typeface="Hanken Grotesk"/>
                <a:cs typeface="Hanken Grotesk"/>
                <a:sym typeface="Hanken Grotesk"/>
              </a:defRPr>
            </a:lvl4pPr>
            <a:lvl5pPr lvl="4" algn="ctr">
              <a:spcBef>
                <a:spcPts val="0"/>
              </a:spcBef>
              <a:spcAft>
                <a:spcPts val="0"/>
              </a:spcAft>
              <a:buSzPts val="2800"/>
              <a:buNone/>
              <a:defRPr sz="1600">
                <a:latin typeface="Hanken Grotesk"/>
                <a:ea typeface="Hanken Grotesk"/>
                <a:cs typeface="Hanken Grotesk"/>
                <a:sym typeface="Hanken Grotesk"/>
              </a:defRPr>
            </a:lvl5pPr>
            <a:lvl6pPr lvl="5" algn="ctr">
              <a:spcBef>
                <a:spcPts val="0"/>
              </a:spcBef>
              <a:spcAft>
                <a:spcPts val="0"/>
              </a:spcAft>
              <a:buSzPts val="2800"/>
              <a:buNone/>
              <a:defRPr sz="1600">
                <a:latin typeface="Hanken Grotesk"/>
                <a:ea typeface="Hanken Grotesk"/>
                <a:cs typeface="Hanken Grotesk"/>
                <a:sym typeface="Hanken Grotesk"/>
              </a:defRPr>
            </a:lvl6pPr>
            <a:lvl7pPr lvl="6" algn="ctr">
              <a:spcBef>
                <a:spcPts val="0"/>
              </a:spcBef>
              <a:spcAft>
                <a:spcPts val="0"/>
              </a:spcAft>
              <a:buSzPts val="2800"/>
              <a:buNone/>
              <a:defRPr sz="1600">
                <a:latin typeface="Hanken Grotesk"/>
                <a:ea typeface="Hanken Grotesk"/>
                <a:cs typeface="Hanken Grotesk"/>
                <a:sym typeface="Hanken Grotesk"/>
              </a:defRPr>
            </a:lvl7pPr>
            <a:lvl8pPr lvl="7" algn="ctr">
              <a:spcBef>
                <a:spcPts val="0"/>
              </a:spcBef>
              <a:spcAft>
                <a:spcPts val="0"/>
              </a:spcAft>
              <a:buSzPts val="2800"/>
              <a:buNone/>
              <a:defRPr sz="1600">
                <a:latin typeface="Hanken Grotesk"/>
                <a:ea typeface="Hanken Grotesk"/>
                <a:cs typeface="Hanken Grotesk"/>
                <a:sym typeface="Hanken Grotesk"/>
              </a:defRPr>
            </a:lvl8pPr>
            <a:lvl9pPr lvl="8" algn="ctr">
              <a:spcBef>
                <a:spcPts val="0"/>
              </a:spcBef>
              <a:spcAft>
                <a:spcPts val="0"/>
              </a:spcAft>
              <a:buSzPts val="2800"/>
              <a:buNone/>
              <a:defRPr sz="1600">
                <a:latin typeface="Hanken Grotesk"/>
                <a:ea typeface="Hanken Grotesk"/>
                <a:cs typeface="Hanken Grotesk"/>
                <a:sym typeface="Hanken Grotesk"/>
              </a:defRPr>
            </a:lvl9pPr>
          </a:lstStyle>
          <a:p/>
        </p:txBody>
      </p:sp>
      <p:sp>
        <p:nvSpPr>
          <p:cNvPr id="148" name="Google Shape;148;p11"/>
          <p:cNvSpPr txBox="1"/>
          <p:nvPr>
            <p:ph idx="7" type="title"/>
          </p:nvPr>
        </p:nvSpPr>
        <p:spPr>
          <a:xfrm>
            <a:off x="226431" y="2709100"/>
            <a:ext cx="2282700" cy="6519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49" name="Google Shape;149;p11"/>
          <p:cNvSpPr txBox="1"/>
          <p:nvPr>
            <p:ph idx="8" type="title"/>
          </p:nvPr>
        </p:nvSpPr>
        <p:spPr>
          <a:xfrm>
            <a:off x="6419945" y="2709108"/>
            <a:ext cx="2279100" cy="6519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50" name="Google Shape;150;p11"/>
          <p:cNvSpPr txBox="1"/>
          <p:nvPr>
            <p:ph idx="9" type="title"/>
          </p:nvPr>
        </p:nvSpPr>
        <p:spPr>
          <a:xfrm>
            <a:off x="226000" y="3996225"/>
            <a:ext cx="2282700" cy="6519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51" name="Google Shape;151;p11"/>
          <p:cNvSpPr txBox="1"/>
          <p:nvPr>
            <p:ph idx="13" type="title"/>
          </p:nvPr>
        </p:nvSpPr>
        <p:spPr>
          <a:xfrm>
            <a:off x="3322675" y="3996228"/>
            <a:ext cx="2280900" cy="6519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52" name="Google Shape;152;p11"/>
          <p:cNvSpPr txBox="1"/>
          <p:nvPr>
            <p:ph idx="14" type="title"/>
          </p:nvPr>
        </p:nvSpPr>
        <p:spPr>
          <a:xfrm>
            <a:off x="6419350" y="3996228"/>
            <a:ext cx="2279100" cy="6519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53" name="Google Shape;153;p11"/>
          <p:cNvSpPr txBox="1"/>
          <p:nvPr>
            <p:ph idx="15" type="title"/>
          </p:nvPr>
        </p:nvSpPr>
        <p:spPr>
          <a:xfrm>
            <a:off x="587225" y="562150"/>
            <a:ext cx="1219200" cy="505800"/>
          </a:xfrm>
          <a:prstGeom prst="rect">
            <a:avLst/>
          </a:prstGeom>
        </p:spPr>
        <p:txBody>
          <a:bodyPr anchorCtr="0" anchor="t" bIns="0" lIns="108000" spcFirstLastPara="1" rIns="0" wrap="square" tIns="0">
            <a:noAutofit/>
          </a:bodyPr>
          <a:lstStyle>
            <a:lvl1pPr lvl="0">
              <a:lnSpc>
                <a:spcPct val="90000"/>
              </a:lnSpc>
              <a:spcBef>
                <a:spcPts val="0"/>
              </a:spcBef>
              <a:spcAft>
                <a:spcPts val="0"/>
              </a:spcAft>
              <a:buSzPts val="2800"/>
              <a:buNone/>
              <a:defRPr sz="12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54" name="Google Shape;154;p11"/>
          <p:cNvSpPr txBox="1"/>
          <p:nvPr>
            <p:ph idx="16" type="title"/>
          </p:nvPr>
        </p:nvSpPr>
        <p:spPr>
          <a:xfrm>
            <a:off x="3684488" y="562150"/>
            <a:ext cx="1219200" cy="505800"/>
          </a:xfrm>
          <a:prstGeom prst="rect">
            <a:avLst/>
          </a:prstGeom>
        </p:spPr>
        <p:txBody>
          <a:bodyPr anchorCtr="0" anchor="t" bIns="0" lIns="108000" spcFirstLastPara="1" rIns="0" wrap="square" tIns="0">
            <a:noAutofit/>
          </a:bodyPr>
          <a:lstStyle>
            <a:lvl1pPr lvl="0">
              <a:lnSpc>
                <a:spcPct val="90000"/>
              </a:lnSpc>
              <a:spcBef>
                <a:spcPts val="0"/>
              </a:spcBef>
              <a:spcAft>
                <a:spcPts val="0"/>
              </a:spcAft>
              <a:buSzPts val="2800"/>
              <a:buNone/>
              <a:defRPr sz="12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55" name="Google Shape;155;p11"/>
          <p:cNvSpPr txBox="1"/>
          <p:nvPr>
            <p:ph idx="17" type="title"/>
          </p:nvPr>
        </p:nvSpPr>
        <p:spPr>
          <a:xfrm>
            <a:off x="6781463" y="562150"/>
            <a:ext cx="1219200" cy="505800"/>
          </a:xfrm>
          <a:prstGeom prst="rect">
            <a:avLst/>
          </a:prstGeom>
        </p:spPr>
        <p:txBody>
          <a:bodyPr anchorCtr="0" anchor="t" bIns="0" lIns="108000" spcFirstLastPara="1" rIns="0" wrap="square" tIns="0">
            <a:noAutofit/>
          </a:bodyPr>
          <a:lstStyle>
            <a:lvl1pPr lvl="0">
              <a:lnSpc>
                <a:spcPct val="90000"/>
              </a:lnSpc>
              <a:spcBef>
                <a:spcPts val="0"/>
              </a:spcBef>
              <a:spcAft>
                <a:spcPts val="0"/>
              </a:spcAft>
              <a:buSzPts val="2800"/>
              <a:buNone/>
              <a:defRPr sz="12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56" name="Google Shape;156;p11"/>
          <p:cNvSpPr txBox="1"/>
          <p:nvPr>
            <p:ph idx="1"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157" name="Google Shape;157;p11"/>
          <p:cNvSpPr txBox="1"/>
          <p:nvPr>
            <p:ph idx="18" type="body"/>
          </p:nvPr>
        </p:nvSpPr>
        <p:spPr>
          <a:xfrm>
            <a:off x="226150" y="4230400"/>
            <a:ext cx="2282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58" name="Google Shape;158;p11"/>
          <p:cNvSpPr txBox="1"/>
          <p:nvPr>
            <p:ph idx="19" type="body"/>
          </p:nvPr>
        </p:nvSpPr>
        <p:spPr>
          <a:xfrm>
            <a:off x="3321928" y="4230402"/>
            <a:ext cx="2282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59" name="Google Shape;159;p11"/>
          <p:cNvSpPr txBox="1"/>
          <p:nvPr>
            <p:ph idx="20" type="body"/>
          </p:nvPr>
        </p:nvSpPr>
        <p:spPr>
          <a:xfrm>
            <a:off x="6417703" y="4230402"/>
            <a:ext cx="2282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60" name="Google Shape;160;p11"/>
          <p:cNvSpPr txBox="1"/>
          <p:nvPr>
            <p:ph idx="21" type="title"/>
          </p:nvPr>
        </p:nvSpPr>
        <p:spPr>
          <a:xfrm>
            <a:off x="3323270" y="2709108"/>
            <a:ext cx="2280900" cy="6519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61" name="Google Shape;161;p11"/>
          <p:cNvSpPr txBox="1"/>
          <p:nvPr>
            <p:ph idx="22" type="body"/>
          </p:nvPr>
        </p:nvSpPr>
        <p:spPr>
          <a:xfrm>
            <a:off x="226150" y="2943275"/>
            <a:ext cx="2282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62" name="Google Shape;162;p11"/>
          <p:cNvSpPr txBox="1"/>
          <p:nvPr>
            <p:ph idx="23" type="body"/>
          </p:nvPr>
        </p:nvSpPr>
        <p:spPr>
          <a:xfrm>
            <a:off x="3321928" y="2943282"/>
            <a:ext cx="2282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63" name="Google Shape;163;p11"/>
          <p:cNvSpPr txBox="1"/>
          <p:nvPr>
            <p:ph idx="24" type="body"/>
          </p:nvPr>
        </p:nvSpPr>
        <p:spPr>
          <a:xfrm>
            <a:off x="6417703" y="2943282"/>
            <a:ext cx="2282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64" name="Google Shape;164;p11"/>
          <p:cNvSpPr txBox="1"/>
          <p:nvPr>
            <p:ph idx="25" type="body"/>
          </p:nvPr>
        </p:nvSpPr>
        <p:spPr>
          <a:xfrm>
            <a:off x="226150" y="1511375"/>
            <a:ext cx="2282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65" name="Google Shape;165;p11"/>
          <p:cNvSpPr txBox="1"/>
          <p:nvPr>
            <p:ph idx="26" type="body"/>
          </p:nvPr>
        </p:nvSpPr>
        <p:spPr>
          <a:xfrm>
            <a:off x="3321928" y="1511374"/>
            <a:ext cx="2282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66" name="Google Shape;166;p11"/>
          <p:cNvSpPr txBox="1"/>
          <p:nvPr>
            <p:ph idx="27" type="body"/>
          </p:nvPr>
        </p:nvSpPr>
        <p:spPr>
          <a:xfrm>
            <a:off x="6417703" y="1511374"/>
            <a:ext cx="2282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and image ">
  <p:cSld name="CUSTOM_7_1_1_1_1_1_1_1_1_1_1_1_1_1_1_1_1_5_1">
    <p:spTree>
      <p:nvGrpSpPr>
        <p:cNvPr id="167" name="Shape 167"/>
        <p:cNvGrpSpPr/>
        <p:nvPr/>
      </p:nvGrpSpPr>
      <p:grpSpPr>
        <a:xfrm>
          <a:off x="0" y="0"/>
          <a:ext cx="0" cy="0"/>
          <a:chOff x="0" y="0"/>
          <a:chExt cx="0" cy="0"/>
        </a:xfrm>
      </p:grpSpPr>
      <p:sp>
        <p:nvSpPr>
          <p:cNvPr id="168" name="Google Shape;168;p12"/>
          <p:cNvSpPr txBox="1"/>
          <p:nvPr>
            <p:ph type="title"/>
          </p:nvPr>
        </p:nvSpPr>
        <p:spPr>
          <a:xfrm>
            <a:off x="2005725" y="562150"/>
            <a:ext cx="360000" cy="360000"/>
          </a:xfrm>
          <a:prstGeom prst="rect">
            <a:avLst/>
          </a:prstGeom>
        </p:spPr>
        <p:txBody>
          <a:bodyPr anchorCtr="0" anchor="ctr" bIns="0" lIns="0" spcFirstLastPara="1" rIns="0" wrap="square" tIns="0">
            <a:noAutofit/>
          </a:bodyPr>
          <a:lstStyle>
            <a:lvl1pPr lvl="0" algn="ctr">
              <a:spcBef>
                <a:spcPts val="0"/>
              </a:spcBef>
              <a:spcAft>
                <a:spcPts val="0"/>
              </a:spcAft>
              <a:buSzPts val="2800"/>
              <a:buNone/>
              <a:defRPr sz="1600">
                <a:latin typeface="Hanken Grotesk"/>
                <a:ea typeface="Hanken Grotesk"/>
                <a:cs typeface="Hanken Grotesk"/>
                <a:sym typeface="Hanken Grotesk"/>
              </a:defRPr>
            </a:lvl1pPr>
            <a:lvl2pPr lvl="1" algn="ctr">
              <a:spcBef>
                <a:spcPts val="0"/>
              </a:spcBef>
              <a:spcAft>
                <a:spcPts val="0"/>
              </a:spcAft>
              <a:buSzPts val="2800"/>
              <a:buNone/>
              <a:defRPr sz="1600">
                <a:latin typeface="Hanken Grotesk"/>
                <a:ea typeface="Hanken Grotesk"/>
                <a:cs typeface="Hanken Grotesk"/>
                <a:sym typeface="Hanken Grotesk"/>
              </a:defRPr>
            </a:lvl2pPr>
            <a:lvl3pPr lvl="2" algn="ctr">
              <a:spcBef>
                <a:spcPts val="0"/>
              </a:spcBef>
              <a:spcAft>
                <a:spcPts val="0"/>
              </a:spcAft>
              <a:buSzPts val="2800"/>
              <a:buNone/>
              <a:defRPr sz="1600">
                <a:latin typeface="Hanken Grotesk"/>
                <a:ea typeface="Hanken Grotesk"/>
                <a:cs typeface="Hanken Grotesk"/>
                <a:sym typeface="Hanken Grotesk"/>
              </a:defRPr>
            </a:lvl3pPr>
            <a:lvl4pPr lvl="3" algn="ctr">
              <a:spcBef>
                <a:spcPts val="0"/>
              </a:spcBef>
              <a:spcAft>
                <a:spcPts val="0"/>
              </a:spcAft>
              <a:buSzPts val="2800"/>
              <a:buNone/>
              <a:defRPr sz="1600">
                <a:latin typeface="Hanken Grotesk"/>
                <a:ea typeface="Hanken Grotesk"/>
                <a:cs typeface="Hanken Grotesk"/>
                <a:sym typeface="Hanken Grotesk"/>
              </a:defRPr>
            </a:lvl4pPr>
            <a:lvl5pPr lvl="4" algn="ctr">
              <a:spcBef>
                <a:spcPts val="0"/>
              </a:spcBef>
              <a:spcAft>
                <a:spcPts val="0"/>
              </a:spcAft>
              <a:buSzPts val="2800"/>
              <a:buNone/>
              <a:defRPr sz="1600">
                <a:latin typeface="Hanken Grotesk"/>
                <a:ea typeface="Hanken Grotesk"/>
                <a:cs typeface="Hanken Grotesk"/>
                <a:sym typeface="Hanken Grotesk"/>
              </a:defRPr>
            </a:lvl5pPr>
            <a:lvl6pPr lvl="5" algn="ctr">
              <a:spcBef>
                <a:spcPts val="0"/>
              </a:spcBef>
              <a:spcAft>
                <a:spcPts val="0"/>
              </a:spcAft>
              <a:buSzPts val="2800"/>
              <a:buNone/>
              <a:defRPr sz="1600">
                <a:latin typeface="Hanken Grotesk"/>
                <a:ea typeface="Hanken Grotesk"/>
                <a:cs typeface="Hanken Grotesk"/>
                <a:sym typeface="Hanken Grotesk"/>
              </a:defRPr>
            </a:lvl6pPr>
            <a:lvl7pPr lvl="6" algn="ctr">
              <a:spcBef>
                <a:spcPts val="0"/>
              </a:spcBef>
              <a:spcAft>
                <a:spcPts val="0"/>
              </a:spcAft>
              <a:buSzPts val="2800"/>
              <a:buNone/>
              <a:defRPr sz="1600">
                <a:latin typeface="Hanken Grotesk"/>
                <a:ea typeface="Hanken Grotesk"/>
                <a:cs typeface="Hanken Grotesk"/>
                <a:sym typeface="Hanken Grotesk"/>
              </a:defRPr>
            </a:lvl7pPr>
            <a:lvl8pPr lvl="7" algn="ctr">
              <a:spcBef>
                <a:spcPts val="0"/>
              </a:spcBef>
              <a:spcAft>
                <a:spcPts val="0"/>
              </a:spcAft>
              <a:buSzPts val="2800"/>
              <a:buNone/>
              <a:defRPr sz="1600">
                <a:latin typeface="Hanken Grotesk"/>
                <a:ea typeface="Hanken Grotesk"/>
                <a:cs typeface="Hanken Grotesk"/>
                <a:sym typeface="Hanken Grotesk"/>
              </a:defRPr>
            </a:lvl8pPr>
            <a:lvl9pPr lvl="8" algn="ctr">
              <a:spcBef>
                <a:spcPts val="0"/>
              </a:spcBef>
              <a:spcAft>
                <a:spcPts val="0"/>
              </a:spcAft>
              <a:buSzPts val="2800"/>
              <a:buNone/>
              <a:defRPr sz="1600">
                <a:latin typeface="Hanken Grotesk"/>
                <a:ea typeface="Hanken Grotesk"/>
                <a:cs typeface="Hanken Grotesk"/>
                <a:sym typeface="Hanken Grotesk"/>
              </a:defRPr>
            </a:lvl9pPr>
          </a:lstStyle>
          <a:p/>
        </p:txBody>
      </p:sp>
      <p:sp>
        <p:nvSpPr>
          <p:cNvPr id="169" name="Google Shape;169;p12"/>
          <p:cNvSpPr txBox="1"/>
          <p:nvPr>
            <p:ph idx="2" type="title"/>
          </p:nvPr>
        </p:nvSpPr>
        <p:spPr>
          <a:xfrm>
            <a:off x="3783250" y="562150"/>
            <a:ext cx="360000" cy="360000"/>
          </a:xfrm>
          <a:prstGeom prst="rect">
            <a:avLst/>
          </a:prstGeom>
        </p:spPr>
        <p:txBody>
          <a:bodyPr anchorCtr="0" anchor="ctr" bIns="0" lIns="0" spcFirstLastPara="1" rIns="0" wrap="square" tIns="0">
            <a:noAutofit/>
          </a:bodyPr>
          <a:lstStyle>
            <a:lvl1pPr lvl="0" algn="ctr">
              <a:spcBef>
                <a:spcPts val="0"/>
              </a:spcBef>
              <a:spcAft>
                <a:spcPts val="0"/>
              </a:spcAft>
              <a:buSzPts val="2800"/>
              <a:buNone/>
              <a:defRPr sz="1600">
                <a:latin typeface="Hanken Grotesk"/>
                <a:ea typeface="Hanken Grotesk"/>
                <a:cs typeface="Hanken Grotesk"/>
                <a:sym typeface="Hanken Grotesk"/>
              </a:defRPr>
            </a:lvl1pPr>
            <a:lvl2pPr lvl="1" algn="ctr">
              <a:spcBef>
                <a:spcPts val="0"/>
              </a:spcBef>
              <a:spcAft>
                <a:spcPts val="0"/>
              </a:spcAft>
              <a:buSzPts val="2800"/>
              <a:buNone/>
              <a:defRPr sz="1600">
                <a:latin typeface="Hanken Grotesk"/>
                <a:ea typeface="Hanken Grotesk"/>
                <a:cs typeface="Hanken Grotesk"/>
                <a:sym typeface="Hanken Grotesk"/>
              </a:defRPr>
            </a:lvl2pPr>
            <a:lvl3pPr lvl="2" algn="ctr">
              <a:spcBef>
                <a:spcPts val="0"/>
              </a:spcBef>
              <a:spcAft>
                <a:spcPts val="0"/>
              </a:spcAft>
              <a:buSzPts val="2800"/>
              <a:buNone/>
              <a:defRPr sz="1600">
                <a:latin typeface="Hanken Grotesk"/>
                <a:ea typeface="Hanken Grotesk"/>
                <a:cs typeface="Hanken Grotesk"/>
                <a:sym typeface="Hanken Grotesk"/>
              </a:defRPr>
            </a:lvl3pPr>
            <a:lvl4pPr lvl="3" algn="ctr">
              <a:spcBef>
                <a:spcPts val="0"/>
              </a:spcBef>
              <a:spcAft>
                <a:spcPts val="0"/>
              </a:spcAft>
              <a:buSzPts val="2800"/>
              <a:buNone/>
              <a:defRPr sz="1600">
                <a:latin typeface="Hanken Grotesk"/>
                <a:ea typeface="Hanken Grotesk"/>
                <a:cs typeface="Hanken Grotesk"/>
                <a:sym typeface="Hanken Grotesk"/>
              </a:defRPr>
            </a:lvl4pPr>
            <a:lvl5pPr lvl="4" algn="ctr">
              <a:spcBef>
                <a:spcPts val="0"/>
              </a:spcBef>
              <a:spcAft>
                <a:spcPts val="0"/>
              </a:spcAft>
              <a:buSzPts val="2800"/>
              <a:buNone/>
              <a:defRPr sz="1600">
                <a:latin typeface="Hanken Grotesk"/>
                <a:ea typeface="Hanken Grotesk"/>
                <a:cs typeface="Hanken Grotesk"/>
                <a:sym typeface="Hanken Grotesk"/>
              </a:defRPr>
            </a:lvl5pPr>
            <a:lvl6pPr lvl="5" algn="ctr">
              <a:spcBef>
                <a:spcPts val="0"/>
              </a:spcBef>
              <a:spcAft>
                <a:spcPts val="0"/>
              </a:spcAft>
              <a:buSzPts val="2800"/>
              <a:buNone/>
              <a:defRPr sz="1600">
                <a:latin typeface="Hanken Grotesk"/>
                <a:ea typeface="Hanken Grotesk"/>
                <a:cs typeface="Hanken Grotesk"/>
                <a:sym typeface="Hanken Grotesk"/>
              </a:defRPr>
            </a:lvl6pPr>
            <a:lvl7pPr lvl="6" algn="ctr">
              <a:spcBef>
                <a:spcPts val="0"/>
              </a:spcBef>
              <a:spcAft>
                <a:spcPts val="0"/>
              </a:spcAft>
              <a:buSzPts val="2800"/>
              <a:buNone/>
              <a:defRPr sz="1600">
                <a:latin typeface="Hanken Grotesk"/>
                <a:ea typeface="Hanken Grotesk"/>
                <a:cs typeface="Hanken Grotesk"/>
                <a:sym typeface="Hanken Grotesk"/>
              </a:defRPr>
            </a:lvl7pPr>
            <a:lvl8pPr lvl="7" algn="ctr">
              <a:spcBef>
                <a:spcPts val="0"/>
              </a:spcBef>
              <a:spcAft>
                <a:spcPts val="0"/>
              </a:spcAft>
              <a:buSzPts val="2800"/>
              <a:buNone/>
              <a:defRPr sz="1600">
                <a:latin typeface="Hanken Grotesk"/>
                <a:ea typeface="Hanken Grotesk"/>
                <a:cs typeface="Hanken Grotesk"/>
                <a:sym typeface="Hanken Grotesk"/>
              </a:defRPr>
            </a:lvl8pPr>
            <a:lvl9pPr lvl="8" algn="ctr">
              <a:spcBef>
                <a:spcPts val="0"/>
              </a:spcBef>
              <a:spcAft>
                <a:spcPts val="0"/>
              </a:spcAft>
              <a:buSzPts val="2800"/>
              <a:buNone/>
              <a:defRPr sz="1600">
                <a:latin typeface="Hanken Grotesk"/>
                <a:ea typeface="Hanken Grotesk"/>
                <a:cs typeface="Hanken Grotesk"/>
                <a:sym typeface="Hanken Grotesk"/>
              </a:defRPr>
            </a:lvl9pPr>
          </a:lstStyle>
          <a:p/>
        </p:txBody>
      </p:sp>
      <p:sp>
        <p:nvSpPr>
          <p:cNvPr id="170" name="Google Shape;170;p12"/>
          <p:cNvSpPr txBox="1"/>
          <p:nvPr>
            <p:ph idx="3" type="title"/>
          </p:nvPr>
        </p:nvSpPr>
        <p:spPr>
          <a:xfrm>
            <a:off x="5560500" y="562150"/>
            <a:ext cx="360000" cy="360000"/>
          </a:xfrm>
          <a:prstGeom prst="rect">
            <a:avLst/>
          </a:prstGeom>
        </p:spPr>
        <p:txBody>
          <a:bodyPr anchorCtr="0" anchor="ctr" bIns="0" lIns="0" spcFirstLastPara="1" rIns="0" wrap="square" tIns="0">
            <a:noAutofit/>
          </a:bodyPr>
          <a:lstStyle>
            <a:lvl1pPr lvl="0" algn="ctr">
              <a:spcBef>
                <a:spcPts val="0"/>
              </a:spcBef>
              <a:spcAft>
                <a:spcPts val="0"/>
              </a:spcAft>
              <a:buSzPts val="2800"/>
              <a:buNone/>
              <a:defRPr sz="1600">
                <a:latin typeface="Hanken Grotesk"/>
                <a:ea typeface="Hanken Grotesk"/>
                <a:cs typeface="Hanken Grotesk"/>
                <a:sym typeface="Hanken Grotesk"/>
              </a:defRPr>
            </a:lvl1pPr>
            <a:lvl2pPr lvl="1" algn="ctr">
              <a:spcBef>
                <a:spcPts val="0"/>
              </a:spcBef>
              <a:spcAft>
                <a:spcPts val="0"/>
              </a:spcAft>
              <a:buSzPts val="2800"/>
              <a:buNone/>
              <a:defRPr sz="1600">
                <a:latin typeface="Hanken Grotesk"/>
                <a:ea typeface="Hanken Grotesk"/>
                <a:cs typeface="Hanken Grotesk"/>
                <a:sym typeface="Hanken Grotesk"/>
              </a:defRPr>
            </a:lvl2pPr>
            <a:lvl3pPr lvl="2" algn="ctr">
              <a:spcBef>
                <a:spcPts val="0"/>
              </a:spcBef>
              <a:spcAft>
                <a:spcPts val="0"/>
              </a:spcAft>
              <a:buSzPts val="2800"/>
              <a:buNone/>
              <a:defRPr sz="1600">
                <a:latin typeface="Hanken Grotesk"/>
                <a:ea typeface="Hanken Grotesk"/>
                <a:cs typeface="Hanken Grotesk"/>
                <a:sym typeface="Hanken Grotesk"/>
              </a:defRPr>
            </a:lvl3pPr>
            <a:lvl4pPr lvl="3" algn="ctr">
              <a:spcBef>
                <a:spcPts val="0"/>
              </a:spcBef>
              <a:spcAft>
                <a:spcPts val="0"/>
              </a:spcAft>
              <a:buSzPts val="2800"/>
              <a:buNone/>
              <a:defRPr sz="1600">
                <a:latin typeface="Hanken Grotesk"/>
                <a:ea typeface="Hanken Grotesk"/>
                <a:cs typeface="Hanken Grotesk"/>
                <a:sym typeface="Hanken Grotesk"/>
              </a:defRPr>
            </a:lvl4pPr>
            <a:lvl5pPr lvl="4" algn="ctr">
              <a:spcBef>
                <a:spcPts val="0"/>
              </a:spcBef>
              <a:spcAft>
                <a:spcPts val="0"/>
              </a:spcAft>
              <a:buSzPts val="2800"/>
              <a:buNone/>
              <a:defRPr sz="1600">
                <a:latin typeface="Hanken Grotesk"/>
                <a:ea typeface="Hanken Grotesk"/>
                <a:cs typeface="Hanken Grotesk"/>
                <a:sym typeface="Hanken Grotesk"/>
              </a:defRPr>
            </a:lvl5pPr>
            <a:lvl6pPr lvl="5" algn="ctr">
              <a:spcBef>
                <a:spcPts val="0"/>
              </a:spcBef>
              <a:spcAft>
                <a:spcPts val="0"/>
              </a:spcAft>
              <a:buSzPts val="2800"/>
              <a:buNone/>
              <a:defRPr sz="1600">
                <a:latin typeface="Hanken Grotesk"/>
                <a:ea typeface="Hanken Grotesk"/>
                <a:cs typeface="Hanken Grotesk"/>
                <a:sym typeface="Hanken Grotesk"/>
              </a:defRPr>
            </a:lvl6pPr>
            <a:lvl7pPr lvl="6" algn="ctr">
              <a:spcBef>
                <a:spcPts val="0"/>
              </a:spcBef>
              <a:spcAft>
                <a:spcPts val="0"/>
              </a:spcAft>
              <a:buSzPts val="2800"/>
              <a:buNone/>
              <a:defRPr sz="1600">
                <a:latin typeface="Hanken Grotesk"/>
                <a:ea typeface="Hanken Grotesk"/>
                <a:cs typeface="Hanken Grotesk"/>
                <a:sym typeface="Hanken Grotesk"/>
              </a:defRPr>
            </a:lvl7pPr>
            <a:lvl8pPr lvl="7" algn="ctr">
              <a:spcBef>
                <a:spcPts val="0"/>
              </a:spcBef>
              <a:spcAft>
                <a:spcPts val="0"/>
              </a:spcAft>
              <a:buSzPts val="2800"/>
              <a:buNone/>
              <a:defRPr sz="1600">
                <a:latin typeface="Hanken Grotesk"/>
                <a:ea typeface="Hanken Grotesk"/>
                <a:cs typeface="Hanken Grotesk"/>
                <a:sym typeface="Hanken Grotesk"/>
              </a:defRPr>
            </a:lvl8pPr>
            <a:lvl9pPr lvl="8" algn="ctr">
              <a:spcBef>
                <a:spcPts val="0"/>
              </a:spcBef>
              <a:spcAft>
                <a:spcPts val="0"/>
              </a:spcAft>
              <a:buSzPts val="2800"/>
              <a:buNone/>
              <a:defRPr sz="1600">
                <a:latin typeface="Hanken Grotesk"/>
                <a:ea typeface="Hanken Grotesk"/>
                <a:cs typeface="Hanken Grotesk"/>
                <a:sym typeface="Hanken Grotesk"/>
              </a:defRPr>
            </a:lvl9pPr>
          </a:lstStyle>
          <a:p/>
        </p:txBody>
      </p:sp>
      <p:sp>
        <p:nvSpPr>
          <p:cNvPr id="171" name="Google Shape;171;p12"/>
          <p:cNvSpPr txBox="1"/>
          <p:nvPr>
            <p:ph idx="4" type="title"/>
          </p:nvPr>
        </p:nvSpPr>
        <p:spPr>
          <a:xfrm>
            <a:off x="7337750" y="562150"/>
            <a:ext cx="360000" cy="360000"/>
          </a:xfrm>
          <a:prstGeom prst="rect">
            <a:avLst/>
          </a:prstGeom>
        </p:spPr>
        <p:txBody>
          <a:bodyPr anchorCtr="0" anchor="ctr" bIns="0" lIns="0" spcFirstLastPara="1" rIns="0" wrap="square" tIns="0">
            <a:noAutofit/>
          </a:bodyPr>
          <a:lstStyle>
            <a:lvl1pPr lvl="0" algn="ctr">
              <a:spcBef>
                <a:spcPts val="0"/>
              </a:spcBef>
              <a:spcAft>
                <a:spcPts val="0"/>
              </a:spcAft>
              <a:buSzPts val="2800"/>
              <a:buNone/>
              <a:defRPr sz="1600">
                <a:latin typeface="Hanken Grotesk"/>
                <a:ea typeface="Hanken Grotesk"/>
                <a:cs typeface="Hanken Grotesk"/>
                <a:sym typeface="Hanken Grotesk"/>
              </a:defRPr>
            </a:lvl1pPr>
            <a:lvl2pPr lvl="1" algn="ctr">
              <a:spcBef>
                <a:spcPts val="0"/>
              </a:spcBef>
              <a:spcAft>
                <a:spcPts val="0"/>
              </a:spcAft>
              <a:buSzPts val="2800"/>
              <a:buNone/>
              <a:defRPr sz="1600">
                <a:latin typeface="Hanken Grotesk"/>
                <a:ea typeface="Hanken Grotesk"/>
                <a:cs typeface="Hanken Grotesk"/>
                <a:sym typeface="Hanken Grotesk"/>
              </a:defRPr>
            </a:lvl2pPr>
            <a:lvl3pPr lvl="2" algn="ctr">
              <a:spcBef>
                <a:spcPts val="0"/>
              </a:spcBef>
              <a:spcAft>
                <a:spcPts val="0"/>
              </a:spcAft>
              <a:buSzPts val="2800"/>
              <a:buNone/>
              <a:defRPr sz="1600">
                <a:latin typeface="Hanken Grotesk"/>
                <a:ea typeface="Hanken Grotesk"/>
                <a:cs typeface="Hanken Grotesk"/>
                <a:sym typeface="Hanken Grotesk"/>
              </a:defRPr>
            </a:lvl3pPr>
            <a:lvl4pPr lvl="3" algn="ctr">
              <a:spcBef>
                <a:spcPts val="0"/>
              </a:spcBef>
              <a:spcAft>
                <a:spcPts val="0"/>
              </a:spcAft>
              <a:buSzPts val="2800"/>
              <a:buNone/>
              <a:defRPr sz="1600">
                <a:latin typeface="Hanken Grotesk"/>
                <a:ea typeface="Hanken Grotesk"/>
                <a:cs typeface="Hanken Grotesk"/>
                <a:sym typeface="Hanken Grotesk"/>
              </a:defRPr>
            </a:lvl4pPr>
            <a:lvl5pPr lvl="4" algn="ctr">
              <a:spcBef>
                <a:spcPts val="0"/>
              </a:spcBef>
              <a:spcAft>
                <a:spcPts val="0"/>
              </a:spcAft>
              <a:buSzPts val="2800"/>
              <a:buNone/>
              <a:defRPr sz="1600">
                <a:latin typeface="Hanken Grotesk"/>
                <a:ea typeface="Hanken Grotesk"/>
                <a:cs typeface="Hanken Grotesk"/>
                <a:sym typeface="Hanken Grotesk"/>
              </a:defRPr>
            </a:lvl5pPr>
            <a:lvl6pPr lvl="5" algn="ctr">
              <a:spcBef>
                <a:spcPts val="0"/>
              </a:spcBef>
              <a:spcAft>
                <a:spcPts val="0"/>
              </a:spcAft>
              <a:buSzPts val="2800"/>
              <a:buNone/>
              <a:defRPr sz="1600">
                <a:latin typeface="Hanken Grotesk"/>
                <a:ea typeface="Hanken Grotesk"/>
                <a:cs typeface="Hanken Grotesk"/>
                <a:sym typeface="Hanken Grotesk"/>
              </a:defRPr>
            </a:lvl6pPr>
            <a:lvl7pPr lvl="6" algn="ctr">
              <a:spcBef>
                <a:spcPts val="0"/>
              </a:spcBef>
              <a:spcAft>
                <a:spcPts val="0"/>
              </a:spcAft>
              <a:buSzPts val="2800"/>
              <a:buNone/>
              <a:defRPr sz="1600">
                <a:latin typeface="Hanken Grotesk"/>
                <a:ea typeface="Hanken Grotesk"/>
                <a:cs typeface="Hanken Grotesk"/>
                <a:sym typeface="Hanken Grotesk"/>
              </a:defRPr>
            </a:lvl7pPr>
            <a:lvl8pPr lvl="7" algn="ctr">
              <a:spcBef>
                <a:spcPts val="0"/>
              </a:spcBef>
              <a:spcAft>
                <a:spcPts val="0"/>
              </a:spcAft>
              <a:buSzPts val="2800"/>
              <a:buNone/>
              <a:defRPr sz="1600">
                <a:latin typeface="Hanken Grotesk"/>
                <a:ea typeface="Hanken Grotesk"/>
                <a:cs typeface="Hanken Grotesk"/>
                <a:sym typeface="Hanken Grotesk"/>
              </a:defRPr>
            </a:lvl8pPr>
            <a:lvl9pPr lvl="8" algn="ctr">
              <a:spcBef>
                <a:spcPts val="0"/>
              </a:spcBef>
              <a:spcAft>
                <a:spcPts val="0"/>
              </a:spcAft>
              <a:buSzPts val="2800"/>
              <a:buNone/>
              <a:defRPr sz="1600">
                <a:latin typeface="Hanken Grotesk"/>
                <a:ea typeface="Hanken Grotesk"/>
                <a:cs typeface="Hanken Grotesk"/>
                <a:sym typeface="Hanken Grotesk"/>
              </a:defRPr>
            </a:lvl9pPr>
          </a:lstStyle>
          <a:p/>
        </p:txBody>
      </p:sp>
      <p:sp>
        <p:nvSpPr>
          <p:cNvPr id="172" name="Google Shape;172;p12"/>
          <p:cNvSpPr txBox="1"/>
          <p:nvPr>
            <p:ph idx="5" type="title"/>
          </p:nvPr>
        </p:nvSpPr>
        <p:spPr>
          <a:xfrm>
            <a:off x="226000" y="562150"/>
            <a:ext cx="360000" cy="360000"/>
          </a:xfrm>
          <a:prstGeom prst="rect">
            <a:avLst/>
          </a:prstGeom>
        </p:spPr>
        <p:txBody>
          <a:bodyPr anchorCtr="0" anchor="ctr" bIns="0" lIns="0" spcFirstLastPara="1" rIns="0" wrap="square" tIns="0">
            <a:noAutofit/>
          </a:bodyPr>
          <a:lstStyle>
            <a:lvl1pPr lvl="0" algn="ctr">
              <a:spcBef>
                <a:spcPts val="0"/>
              </a:spcBef>
              <a:spcAft>
                <a:spcPts val="0"/>
              </a:spcAft>
              <a:buSzPts val="2800"/>
              <a:buNone/>
              <a:defRPr sz="1600">
                <a:latin typeface="Hanken Grotesk"/>
                <a:ea typeface="Hanken Grotesk"/>
                <a:cs typeface="Hanken Grotesk"/>
                <a:sym typeface="Hanken Grotesk"/>
              </a:defRPr>
            </a:lvl1pPr>
            <a:lvl2pPr lvl="1" algn="ctr">
              <a:spcBef>
                <a:spcPts val="0"/>
              </a:spcBef>
              <a:spcAft>
                <a:spcPts val="0"/>
              </a:spcAft>
              <a:buSzPts val="2800"/>
              <a:buNone/>
              <a:defRPr sz="1600">
                <a:latin typeface="Hanken Grotesk"/>
                <a:ea typeface="Hanken Grotesk"/>
                <a:cs typeface="Hanken Grotesk"/>
                <a:sym typeface="Hanken Grotesk"/>
              </a:defRPr>
            </a:lvl2pPr>
            <a:lvl3pPr lvl="2" algn="ctr">
              <a:spcBef>
                <a:spcPts val="0"/>
              </a:spcBef>
              <a:spcAft>
                <a:spcPts val="0"/>
              </a:spcAft>
              <a:buSzPts val="2800"/>
              <a:buNone/>
              <a:defRPr sz="1600">
                <a:latin typeface="Hanken Grotesk"/>
                <a:ea typeface="Hanken Grotesk"/>
                <a:cs typeface="Hanken Grotesk"/>
                <a:sym typeface="Hanken Grotesk"/>
              </a:defRPr>
            </a:lvl3pPr>
            <a:lvl4pPr lvl="3" algn="ctr">
              <a:spcBef>
                <a:spcPts val="0"/>
              </a:spcBef>
              <a:spcAft>
                <a:spcPts val="0"/>
              </a:spcAft>
              <a:buSzPts val="2800"/>
              <a:buNone/>
              <a:defRPr sz="1600">
                <a:latin typeface="Hanken Grotesk"/>
                <a:ea typeface="Hanken Grotesk"/>
                <a:cs typeface="Hanken Grotesk"/>
                <a:sym typeface="Hanken Grotesk"/>
              </a:defRPr>
            </a:lvl4pPr>
            <a:lvl5pPr lvl="4" algn="ctr">
              <a:spcBef>
                <a:spcPts val="0"/>
              </a:spcBef>
              <a:spcAft>
                <a:spcPts val="0"/>
              </a:spcAft>
              <a:buSzPts val="2800"/>
              <a:buNone/>
              <a:defRPr sz="1600">
                <a:latin typeface="Hanken Grotesk"/>
                <a:ea typeface="Hanken Grotesk"/>
                <a:cs typeface="Hanken Grotesk"/>
                <a:sym typeface="Hanken Grotesk"/>
              </a:defRPr>
            </a:lvl5pPr>
            <a:lvl6pPr lvl="5" algn="ctr">
              <a:spcBef>
                <a:spcPts val="0"/>
              </a:spcBef>
              <a:spcAft>
                <a:spcPts val="0"/>
              </a:spcAft>
              <a:buSzPts val="2800"/>
              <a:buNone/>
              <a:defRPr sz="1600">
                <a:latin typeface="Hanken Grotesk"/>
                <a:ea typeface="Hanken Grotesk"/>
                <a:cs typeface="Hanken Grotesk"/>
                <a:sym typeface="Hanken Grotesk"/>
              </a:defRPr>
            </a:lvl6pPr>
            <a:lvl7pPr lvl="6" algn="ctr">
              <a:spcBef>
                <a:spcPts val="0"/>
              </a:spcBef>
              <a:spcAft>
                <a:spcPts val="0"/>
              </a:spcAft>
              <a:buSzPts val="2800"/>
              <a:buNone/>
              <a:defRPr sz="1600">
                <a:latin typeface="Hanken Grotesk"/>
                <a:ea typeface="Hanken Grotesk"/>
                <a:cs typeface="Hanken Grotesk"/>
                <a:sym typeface="Hanken Grotesk"/>
              </a:defRPr>
            </a:lvl7pPr>
            <a:lvl8pPr lvl="7" algn="ctr">
              <a:spcBef>
                <a:spcPts val="0"/>
              </a:spcBef>
              <a:spcAft>
                <a:spcPts val="0"/>
              </a:spcAft>
              <a:buSzPts val="2800"/>
              <a:buNone/>
              <a:defRPr sz="1600">
                <a:latin typeface="Hanken Grotesk"/>
                <a:ea typeface="Hanken Grotesk"/>
                <a:cs typeface="Hanken Grotesk"/>
                <a:sym typeface="Hanken Grotesk"/>
              </a:defRPr>
            </a:lvl8pPr>
            <a:lvl9pPr lvl="8" algn="ctr">
              <a:spcBef>
                <a:spcPts val="0"/>
              </a:spcBef>
              <a:spcAft>
                <a:spcPts val="0"/>
              </a:spcAft>
              <a:buSzPts val="2800"/>
              <a:buNone/>
              <a:defRPr sz="1600">
                <a:latin typeface="Hanken Grotesk"/>
                <a:ea typeface="Hanken Grotesk"/>
                <a:cs typeface="Hanken Grotesk"/>
                <a:sym typeface="Hanken Grotesk"/>
              </a:defRPr>
            </a:lvl9pPr>
          </a:lstStyle>
          <a:p/>
        </p:txBody>
      </p:sp>
      <p:sp>
        <p:nvSpPr>
          <p:cNvPr id="173" name="Google Shape;173;p12"/>
          <p:cNvSpPr txBox="1"/>
          <p:nvPr>
            <p:ph idx="6" type="title"/>
          </p:nvPr>
        </p:nvSpPr>
        <p:spPr>
          <a:xfrm>
            <a:off x="227250" y="1277192"/>
            <a:ext cx="1581000" cy="2343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74" name="Google Shape;174;p12"/>
          <p:cNvSpPr txBox="1"/>
          <p:nvPr>
            <p:ph idx="7" type="title"/>
          </p:nvPr>
        </p:nvSpPr>
        <p:spPr>
          <a:xfrm>
            <a:off x="2004525" y="1277192"/>
            <a:ext cx="1581000" cy="2343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75" name="Google Shape;175;p12"/>
          <p:cNvSpPr txBox="1"/>
          <p:nvPr>
            <p:ph idx="8" type="title"/>
          </p:nvPr>
        </p:nvSpPr>
        <p:spPr>
          <a:xfrm>
            <a:off x="3781925" y="1277192"/>
            <a:ext cx="1581000" cy="2343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76" name="Google Shape;176;p12"/>
          <p:cNvSpPr txBox="1"/>
          <p:nvPr>
            <p:ph idx="9" type="title"/>
          </p:nvPr>
        </p:nvSpPr>
        <p:spPr>
          <a:xfrm>
            <a:off x="5559300" y="1277192"/>
            <a:ext cx="1581000" cy="2343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77" name="Google Shape;177;p12"/>
          <p:cNvSpPr txBox="1"/>
          <p:nvPr>
            <p:ph idx="13" type="title"/>
          </p:nvPr>
        </p:nvSpPr>
        <p:spPr>
          <a:xfrm>
            <a:off x="7337425" y="1277192"/>
            <a:ext cx="1581000" cy="2343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78" name="Google Shape;178;p12"/>
          <p:cNvSpPr txBox="1"/>
          <p:nvPr>
            <p:ph idx="14" type="title"/>
          </p:nvPr>
        </p:nvSpPr>
        <p:spPr>
          <a:xfrm>
            <a:off x="226425" y="2709100"/>
            <a:ext cx="1581000" cy="2343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79" name="Google Shape;179;p12"/>
          <p:cNvSpPr txBox="1"/>
          <p:nvPr>
            <p:ph idx="15" type="title"/>
          </p:nvPr>
        </p:nvSpPr>
        <p:spPr>
          <a:xfrm>
            <a:off x="2003700" y="2709100"/>
            <a:ext cx="1581000" cy="2343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80" name="Google Shape;180;p12"/>
          <p:cNvSpPr txBox="1"/>
          <p:nvPr>
            <p:ph idx="16" type="title"/>
          </p:nvPr>
        </p:nvSpPr>
        <p:spPr>
          <a:xfrm>
            <a:off x="3781100" y="2709100"/>
            <a:ext cx="1581000" cy="2343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81" name="Google Shape;181;p12"/>
          <p:cNvSpPr txBox="1"/>
          <p:nvPr>
            <p:ph idx="17" type="title"/>
          </p:nvPr>
        </p:nvSpPr>
        <p:spPr>
          <a:xfrm>
            <a:off x="5558475" y="2709100"/>
            <a:ext cx="1581000" cy="2343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82" name="Google Shape;182;p12"/>
          <p:cNvSpPr txBox="1"/>
          <p:nvPr>
            <p:ph idx="18" type="title"/>
          </p:nvPr>
        </p:nvSpPr>
        <p:spPr>
          <a:xfrm>
            <a:off x="7336600" y="2709100"/>
            <a:ext cx="1581000" cy="2343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83" name="Google Shape;183;p12"/>
          <p:cNvSpPr txBox="1"/>
          <p:nvPr>
            <p:ph idx="19" type="title"/>
          </p:nvPr>
        </p:nvSpPr>
        <p:spPr>
          <a:xfrm>
            <a:off x="587225" y="562150"/>
            <a:ext cx="1219200" cy="505800"/>
          </a:xfrm>
          <a:prstGeom prst="rect">
            <a:avLst/>
          </a:prstGeom>
        </p:spPr>
        <p:txBody>
          <a:bodyPr anchorCtr="0" anchor="t" bIns="0" lIns="108000" spcFirstLastPara="1" rIns="0" wrap="square" tIns="0">
            <a:noAutofit/>
          </a:bodyPr>
          <a:lstStyle>
            <a:lvl1pPr lvl="0">
              <a:lnSpc>
                <a:spcPct val="90000"/>
              </a:lnSpc>
              <a:spcBef>
                <a:spcPts val="0"/>
              </a:spcBef>
              <a:spcAft>
                <a:spcPts val="0"/>
              </a:spcAft>
              <a:buSzPts val="2800"/>
              <a:buNone/>
              <a:defRPr sz="12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84" name="Google Shape;184;p12"/>
          <p:cNvSpPr txBox="1"/>
          <p:nvPr>
            <p:ph idx="20" type="title"/>
          </p:nvPr>
        </p:nvSpPr>
        <p:spPr>
          <a:xfrm>
            <a:off x="2365088" y="562150"/>
            <a:ext cx="1219200" cy="505800"/>
          </a:xfrm>
          <a:prstGeom prst="rect">
            <a:avLst/>
          </a:prstGeom>
        </p:spPr>
        <p:txBody>
          <a:bodyPr anchorCtr="0" anchor="t" bIns="0" lIns="108000" spcFirstLastPara="1" rIns="0" wrap="square" tIns="0">
            <a:noAutofit/>
          </a:bodyPr>
          <a:lstStyle>
            <a:lvl1pPr lvl="0">
              <a:lnSpc>
                <a:spcPct val="90000"/>
              </a:lnSpc>
              <a:spcBef>
                <a:spcPts val="0"/>
              </a:spcBef>
              <a:spcAft>
                <a:spcPts val="0"/>
              </a:spcAft>
              <a:buSzPts val="2800"/>
              <a:buNone/>
              <a:defRPr sz="12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85" name="Google Shape;185;p12"/>
          <p:cNvSpPr txBox="1"/>
          <p:nvPr>
            <p:ph idx="21" type="title"/>
          </p:nvPr>
        </p:nvSpPr>
        <p:spPr>
          <a:xfrm>
            <a:off x="4142788" y="562150"/>
            <a:ext cx="1219200" cy="505800"/>
          </a:xfrm>
          <a:prstGeom prst="rect">
            <a:avLst/>
          </a:prstGeom>
        </p:spPr>
        <p:txBody>
          <a:bodyPr anchorCtr="0" anchor="t" bIns="0" lIns="108000" spcFirstLastPara="1" rIns="0" wrap="square" tIns="0">
            <a:noAutofit/>
          </a:bodyPr>
          <a:lstStyle>
            <a:lvl1pPr lvl="0">
              <a:lnSpc>
                <a:spcPct val="90000"/>
              </a:lnSpc>
              <a:spcBef>
                <a:spcPts val="0"/>
              </a:spcBef>
              <a:spcAft>
                <a:spcPts val="0"/>
              </a:spcAft>
              <a:buSzPts val="2800"/>
              <a:buNone/>
              <a:defRPr sz="12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86" name="Google Shape;186;p12"/>
          <p:cNvSpPr txBox="1"/>
          <p:nvPr>
            <p:ph idx="22" type="title"/>
          </p:nvPr>
        </p:nvSpPr>
        <p:spPr>
          <a:xfrm>
            <a:off x="5921000" y="562150"/>
            <a:ext cx="1219200" cy="505800"/>
          </a:xfrm>
          <a:prstGeom prst="rect">
            <a:avLst/>
          </a:prstGeom>
        </p:spPr>
        <p:txBody>
          <a:bodyPr anchorCtr="0" anchor="t" bIns="0" lIns="108000" spcFirstLastPara="1" rIns="0" wrap="square" tIns="0">
            <a:noAutofit/>
          </a:bodyPr>
          <a:lstStyle>
            <a:lvl1pPr lvl="0">
              <a:lnSpc>
                <a:spcPct val="90000"/>
              </a:lnSpc>
              <a:spcBef>
                <a:spcPts val="0"/>
              </a:spcBef>
              <a:spcAft>
                <a:spcPts val="0"/>
              </a:spcAft>
              <a:buSzPts val="2800"/>
              <a:buNone/>
              <a:defRPr sz="12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87" name="Google Shape;187;p12"/>
          <p:cNvSpPr txBox="1"/>
          <p:nvPr>
            <p:ph idx="23" type="title"/>
          </p:nvPr>
        </p:nvSpPr>
        <p:spPr>
          <a:xfrm>
            <a:off x="7699213" y="562150"/>
            <a:ext cx="1219200" cy="505800"/>
          </a:xfrm>
          <a:prstGeom prst="rect">
            <a:avLst/>
          </a:prstGeom>
        </p:spPr>
        <p:txBody>
          <a:bodyPr anchorCtr="0" anchor="t" bIns="0" lIns="108000" spcFirstLastPara="1" rIns="0" wrap="square" tIns="0">
            <a:noAutofit/>
          </a:bodyPr>
          <a:lstStyle>
            <a:lvl1pPr lvl="0">
              <a:lnSpc>
                <a:spcPct val="90000"/>
              </a:lnSpc>
              <a:spcBef>
                <a:spcPts val="0"/>
              </a:spcBef>
              <a:spcAft>
                <a:spcPts val="0"/>
              </a:spcAft>
              <a:buSzPts val="2800"/>
              <a:buNone/>
              <a:defRPr sz="12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p:txBody>
      </p:sp>
      <p:sp>
        <p:nvSpPr>
          <p:cNvPr id="188" name="Google Shape;188;p12"/>
          <p:cNvSpPr txBox="1"/>
          <p:nvPr>
            <p:ph idx="1"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189" name="Google Shape;189;p12"/>
          <p:cNvSpPr/>
          <p:nvPr>
            <p:ph idx="24" type="pic"/>
          </p:nvPr>
        </p:nvSpPr>
        <p:spPr>
          <a:xfrm>
            <a:off x="229025" y="3718641"/>
            <a:ext cx="1580400" cy="1249200"/>
          </a:xfrm>
          <a:prstGeom prst="roundRect">
            <a:avLst>
              <a:gd fmla="val 10359" name="adj"/>
            </a:avLst>
          </a:prstGeom>
          <a:noFill/>
          <a:ln>
            <a:noFill/>
          </a:ln>
        </p:spPr>
      </p:sp>
      <p:sp>
        <p:nvSpPr>
          <p:cNvPr id="190" name="Google Shape;190;p12"/>
          <p:cNvSpPr/>
          <p:nvPr>
            <p:ph idx="25" type="pic"/>
          </p:nvPr>
        </p:nvSpPr>
        <p:spPr>
          <a:xfrm>
            <a:off x="2005675" y="3718641"/>
            <a:ext cx="1580400" cy="1249200"/>
          </a:xfrm>
          <a:prstGeom prst="roundRect">
            <a:avLst>
              <a:gd fmla="val 10359" name="adj"/>
            </a:avLst>
          </a:prstGeom>
          <a:noFill/>
          <a:ln>
            <a:noFill/>
          </a:ln>
        </p:spPr>
      </p:sp>
      <p:sp>
        <p:nvSpPr>
          <p:cNvPr id="191" name="Google Shape;191;p12"/>
          <p:cNvSpPr/>
          <p:nvPr>
            <p:ph idx="26" type="pic"/>
          </p:nvPr>
        </p:nvSpPr>
        <p:spPr>
          <a:xfrm>
            <a:off x="3784263" y="3718641"/>
            <a:ext cx="1580400" cy="1249200"/>
          </a:xfrm>
          <a:prstGeom prst="roundRect">
            <a:avLst>
              <a:gd fmla="val 10359" name="adj"/>
            </a:avLst>
          </a:prstGeom>
          <a:noFill/>
          <a:ln>
            <a:noFill/>
          </a:ln>
        </p:spPr>
      </p:sp>
      <p:sp>
        <p:nvSpPr>
          <p:cNvPr id="192" name="Google Shape;192;p12"/>
          <p:cNvSpPr/>
          <p:nvPr>
            <p:ph idx="27" type="pic"/>
          </p:nvPr>
        </p:nvSpPr>
        <p:spPr>
          <a:xfrm>
            <a:off x="5560913" y="3718641"/>
            <a:ext cx="1580400" cy="1249200"/>
          </a:xfrm>
          <a:prstGeom prst="roundRect">
            <a:avLst>
              <a:gd fmla="val 10359" name="adj"/>
            </a:avLst>
          </a:prstGeom>
          <a:noFill/>
          <a:ln>
            <a:noFill/>
          </a:ln>
        </p:spPr>
      </p:sp>
      <p:sp>
        <p:nvSpPr>
          <p:cNvPr id="193" name="Google Shape;193;p12"/>
          <p:cNvSpPr/>
          <p:nvPr>
            <p:ph idx="28" type="pic"/>
          </p:nvPr>
        </p:nvSpPr>
        <p:spPr>
          <a:xfrm>
            <a:off x="7337563" y="3718641"/>
            <a:ext cx="1580400" cy="1249200"/>
          </a:xfrm>
          <a:prstGeom prst="roundRect">
            <a:avLst>
              <a:gd fmla="val 10359" name="adj"/>
            </a:avLst>
          </a:prstGeom>
          <a:noFill/>
          <a:ln>
            <a:noFill/>
          </a:ln>
        </p:spPr>
      </p:sp>
      <p:sp>
        <p:nvSpPr>
          <p:cNvPr id="194" name="Google Shape;194;p12"/>
          <p:cNvSpPr txBox="1"/>
          <p:nvPr>
            <p:ph idx="29" type="body"/>
          </p:nvPr>
        </p:nvSpPr>
        <p:spPr>
          <a:xfrm>
            <a:off x="7337076" y="2943275"/>
            <a:ext cx="1580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95" name="Google Shape;195;p12"/>
          <p:cNvSpPr txBox="1"/>
          <p:nvPr>
            <p:ph idx="30" type="body"/>
          </p:nvPr>
        </p:nvSpPr>
        <p:spPr>
          <a:xfrm>
            <a:off x="5559688" y="2943275"/>
            <a:ext cx="1580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96" name="Google Shape;196;p12"/>
          <p:cNvSpPr txBox="1"/>
          <p:nvPr>
            <p:ph idx="31" type="body"/>
          </p:nvPr>
        </p:nvSpPr>
        <p:spPr>
          <a:xfrm>
            <a:off x="3782188" y="2943275"/>
            <a:ext cx="1580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97" name="Google Shape;197;p12"/>
          <p:cNvSpPr txBox="1"/>
          <p:nvPr>
            <p:ph idx="32" type="body"/>
          </p:nvPr>
        </p:nvSpPr>
        <p:spPr>
          <a:xfrm>
            <a:off x="2005163" y="2943275"/>
            <a:ext cx="1580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98" name="Google Shape;198;p12"/>
          <p:cNvSpPr txBox="1"/>
          <p:nvPr>
            <p:ph idx="33" type="body"/>
          </p:nvPr>
        </p:nvSpPr>
        <p:spPr>
          <a:xfrm>
            <a:off x="226738" y="2943275"/>
            <a:ext cx="1580400" cy="651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99" name="Google Shape;199;p12"/>
          <p:cNvSpPr txBox="1"/>
          <p:nvPr>
            <p:ph idx="34" type="body"/>
          </p:nvPr>
        </p:nvSpPr>
        <p:spPr>
          <a:xfrm>
            <a:off x="7339448" y="1511381"/>
            <a:ext cx="1580400" cy="971100"/>
          </a:xfrm>
          <a:prstGeom prst="rect">
            <a:avLst/>
          </a:prstGeom>
        </p:spPr>
        <p:txBody>
          <a:bodyPr anchorCtr="0" anchor="t" bIns="5400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00" name="Google Shape;200;p12"/>
          <p:cNvSpPr txBox="1"/>
          <p:nvPr>
            <p:ph idx="35" type="body"/>
          </p:nvPr>
        </p:nvSpPr>
        <p:spPr>
          <a:xfrm>
            <a:off x="5562058" y="1511381"/>
            <a:ext cx="1580400" cy="971100"/>
          </a:xfrm>
          <a:prstGeom prst="rect">
            <a:avLst/>
          </a:prstGeom>
        </p:spPr>
        <p:txBody>
          <a:bodyPr anchorCtr="0" anchor="t" bIns="5400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01" name="Google Shape;201;p12"/>
          <p:cNvSpPr txBox="1"/>
          <p:nvPr>
            <p:ph idx="36" type="body"/>
          </p:nvPr>
        </p:nvSpPr>
        <p:spPr>
          <a:xfrm>
            <a:off x="3784555" y="1511381"/>
            <a:ext cx="1580400" cy="971100"/>
          </a:xfrm>
          <a:prstGeom prst="rect">
            <a:avLst/>
          </a:prstGeom>
        </p:spPr>
        <p:txBody>
          <a:bodyPr anchorCtr="0" anchor="t" bIns="5400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02" name="Google Shape;202;p12"/>
          <p:cNvSpPr txBox="1"/>
          <p:nvPr>
            <p:ph idx="37" type="body"/>
          </p:nvPr>
        </p:nvSpPr>
        <p:spPr>
          <a:xfrm>
            <a:off x="2007528" y="1511381"/>
            <a:ext cx="1580400" cy="971100"/>
          </a:xfrm>
          <a:prstGeom prst="rect">
            <a:avLst/>
          </a:prstGeom>
        </p:spPr>
        <p:txBody>
          <a:bodyPr anchorCtr="0" anchor="t" bIns="5400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03" name="Google Shape;203;p12"/>
          <p:cNvSpPr txBox="1"/>
          <p:nvPr>
            <p:ph idx="38" type="body"/>
          </p:nvPr>
        </p:nvSpPr>
        <p:spPr>
          <a:xfrm>
            <a:off x="229100" y="1511381"/>
            <a:ext cx="1580400" cy="971100"/>
          </a:xfrm>
          <a:prstGeom prst="rect">
            <a:avLst/>
          </a:prstGeom>
        </p:spPr>
        <p:txBody>
          <a:bodyPr anchorCtr="0" anchor="t" bIns="5400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and folder background">
  <p:cSld name="CUSTOM_1_1_1">
    <p:spTree>
      <p:nvGrpSpPr>
        <p:cNvPr id="204" name="Shape 204"/>
        <p:cNvGrpSpPr/>
        <p:nvPr/>
      </p:nvGrpSpPr>
      <p:grpSpPr>
        <a:xfrm>
          <a:off x="0" y="0"/>
          <a:ext cx="0" cy="0"/>
          <a:chOff x="0" y="0"/>
          <a:chExt cx="0" cy="0"/>
        </a:xfrm>
      </p:grpSpPr>
      <p:sp>
        <p:nvSpPr>
          <p:cNvPr id="205" name="Google Shape;205;p13"/>
          <p:cNvSpPr/>
          <p:nvPr/>
        </p:nvSpPr>
        <p:spPr>
          <a:xfrm>
            <a:off x="-2450" y="486600"/>
            <a:ext cx="9144000" cy="4656900"/>
          </a:xfrm>
          <a:prstGeom prst="roundRect">
            <a:avLst>
              <a:gd fmla="val 0" name="adj"/>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28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206" name="Google Shape;206;p13"/>
          <p:cNvSpPr txBox="1"/>
          <p:nvPr>
            <p:ph type="title"/>
          </p:nvPr>
        </p:nvSpPr>
        <p:spPr>
          <a:xfrm>
            <a:off x="4228867" y="131799"/>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207" name="Google Shape;207;p13"/>
          <p:cNvSpPr txBox="1"/>
          <p:nvPr>
            <p:ph idx="2" type="title"/>
          </p:nvPr>
        </p:nvSpPr>
        <p:spPr>
          <a:xfrm>
            <a:off x="5723951" y="131799"/>
            <a:ext cx="14403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208" name="Google Shape;208;p13"/>
          <p:cNvSpPr txBox="1"/>
          <p:nvPr>
            <p:ph idx="3" type="title"/>
          </p:nvPr>
        </p:nvSpPr>
        <p:spPr>
          <a:xfrm>
            <a:off x="1314610" y="131799"/>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209" name="Google Shape;209;p13"/>
          <p:cNvSpPr txBox="1"/>
          <p:nvPr>
            <p:ph idx="4" type="title"/>
          </p:nvPr>
        </p:nvSpPr>
        <p:spPr>
          <a:xfrm>
            <a:off x="2777959" y="131799"/>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210" name="Google Shape;210;p13"/>
          <p:cNvSpPr txBox="1"/>
          <p:nvPr>
            <p:ph idx="5" type="title"/>
          </p:nvPr>
        </p:nvSpPr>
        <p:spPr>
          <a:xfrm>
            <a:off x="596525" y="753313"/>
            <a:ext cx="7062000" cy="615900"/>
          </a:xfrm>
          <a:prstGeom prst="rect">
            <a:avLst/>
          </a:prstGeom>
        </p:spPr>
        <p:txBody>
          <a:bodyPr anchorCtr="0" anchor="t" bIns="91425" lIns="91425" spcFirstLastPara="1" rIns="91425" wrap="square" tIns="0">
            <a:normAutofit/>
          </a:bodyPr>
          <a:lstStyle>
            <a:lvl1pPr lvl="0">
              <a:spcBef>
                <a:spcPts val="0"/>
              </a:spcBef>
              <a:spcAft>
                <a:spcPts val="0"/>
              </a:spcAft>
              <a:buSzPts val="2800"/>
              <a:buNone/>
              <a:defRPr sz="4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1" name="Google Shape;211;p13"/>
          <p:cNvSpPr txBox="1"/>
          <p:nvPr>
            <p:ph idx="1" type="subTitle"/>
          </p:nvPr>
        </p:nvSpPr>
        <p:spPr>
          <a:xfrm>
            <a:off x="1950863" y="1724125"/>
            <a:ext cx="1771200" cy="396000"/>
          </a:xfrm>
          <a:prstGeom prst="rect">
            <a:avLst/>
          </a:prstGeom>
        </p:spPr>
        <p:txBody>
          <a:bodyPr anchorCtr="0" anchor="t" bIns="90000" lIns="180000" spcFirstLastPara="1" rIns="0" wrap="square" tIns="90000">
            <a:normAutofit/>
          </a:bodyPr>
          <a:lstStyle>
            <a:lvl1pPr lvl="0">
              <a:spcBef>
                <a:spcPts val="0"/>
              </a:spcBef>
              <a:spcAft>
                <a:spcPts val="0"/>
              </a:spcAft>
              <a:buClr>
                <a:schemeClr val="dk1"/>
              </a:buClr>
              <a:buSzPts val="1400"/>
              <a:buFont typeface="Hanken Grotesk"/>
              <a:buNone/>
              <a:defRPr b="1"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2" name="Google Shape;212;p13"/>
          <p:cNvSpPr txBox="1"/>
          <p:nvPr>
            <p:ph idx="6" type="subTitle"/>
          </p:nvPr>
        </p:nvSpPr>
        <p:spPr>
          <a:xfrm>
            <a:off x="3726825" y="1724125"/>
            <a:ext cx="1771200" cy="396000"/>
          </a:xfrm>
          <a:prstGeom prst="rect">
            <a:avLst/>
          </a:prstGeom>
        </p:spPr>
        <p:txBody>
          <a:bodyPr anchorCtr="0" anchor="t" bIns="90000" lIns="180000" spcFirstLastPara="1" rIns="0" wrap="square" tIns="90000">
            <a:normAutofit/>
          </a:bodyPr>
          <a:lstStyle>
            <a:lvl1pPr lvl="0">
              <a:spcBef>
                <a:spcPts val="0"/>
              </a:spcBef>
              <a:spcAft>
                <a:spcPts val="0"/>
              </a:spcAft>
              <a:buClr>
                <a:schemeClr val="dk1"/>
              </a:buClr>
              <a:buSzPts val="1400"/>
              <a:buFont typeface="Hanken Grotesk"/>
              <a:buNone/>
              <a:defRPr b="1"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3" name="Google Shape;213;p13"/>
          <p:cNvSpPr txBox="1"/>
          <p:nvPr>
            <p:ph idx="7" type="subTitle"/>
          </p:nvPr>
        </p:nvSpPr>
        <p:spPr>
          <a:xfrm>
            <a:off x="5503900" y="1724125"/>
            <a:ext cx="1771200" cy="396000"/>
          </a:xfrm>
          <a:prstGeom prst="rect">
            <a:avLst/>
          </a:prstGeom>
        </p:spPr>
        <p:txBody>
          <a:bodyPr anchorCtr="0" anchor="t" bIns="90000" lIns="180000" spcFirstLastPara="1" rIns="0" wrap="square" tIns="90000">
            <a:normAutofit/>
          </a:bodyPr>
          <a:lstStyle>
            <a:lvl1pPr lvl="0">
              <a:spcBef>
                <a:spcPts val="0"/>
              </a:spcBef>
              <a:spcAft>
                <a:spcPts val="0"/>
              </a:spcAft>
              <a:buClr>
                <a:schemeClr val="dk1"/>
              </a:buClr>
              <a:buSzPts val="1400"/>
              <a:buFont typeface="Hanken Grotesk"/>
              <a:buNone/>
              <a:defRPr b="1"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4" name="Google Shape;214;p13"/>
          <p:cNvSpPr txBox="1"/>
          <p:nvPr>
            <p:ph idx="8" type="subTitle"/>
          </p:nvPr>
        </p:nvSpPr>
        <p:spPr>
          <a:xfrm>
            <a:off x="7282625" y="1724120"/>
            <a:ext cx="1771200" cy="396000"/>
          </a:xfrm>
          <a:prstGeom prst="rect">
            <a:avLst/>
          </a:prstGeom>
        </p:spPr>
        <p:txBody>
          <a:bodyPr anchorCtr="0" anchor="t" bIns="90000" lIns="180000" spcFirstLastPara="1" rIns="0" wrap="square" tIns="90000">
            <a:normAutofit/>
          </a:bodyPr>
          <a:lstStyle>
            <a:lvl1pPr lvl="0">
              <a:spcBef>
                <a:spcPts val="0"/>
              </a:spcBef>
              <a:spcAft>
                <a:spcPts val="0"/>
              </a:spcAft>
              <a:buClr>
                <a:schemeClr val="dk1"/>
              </a:buClr>
              <a:buSzPts val="1400"/>
              <a:buFont typeface="Hanken Grotesk"/>
              <a:buNone/>
              <a:defRPr b="1"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5" name="Google Shape;215;p13"/>
          <p:cNvSpPr txBox="1"/>
          <p:nvPr>
            <p:ph idx="9" type="subTitle"/>
          </p:nvPr>
        </p:nvSpPr>
        <p:spPr>
          <a:xfrm>
            <a:off x="337750" y="4207225"/>
            <a:ext cx="1339200" cy="154800"/>
          </a:xfrm>
          <a:prstGeom prst="rect">
            <a:avLst/>
          </a:prstGeom>
        </p:spPr>
        <p:txBody>
          <a:bodyPr anchorCtr="0" anchor="t" bIns="0" lIns="0" spcFirstLastPara="1" rIns="0" wrap="square" tIns="0">
            <a:normAutofit/>
          </a:bodyPr>
          <a:lstStyle>
            <a:lvl1pPr lvl="0" algn="ctr">
              <a:spcBef>
                <a:spcPts val="0"/>
              </a:spcBef>
              <a:spcAft>
                <a:spcPts val="0"/>
              </a:spcAft>
              <a:buClr>
                <a:schemeClr val="dk1"/>
              </a:buClr>
              <a:buSzPts val="1000"/>
              <a:buFont typeface="Hanken Grotesk"/>
              <a:buNone/>
              <a:defRPr/>
            </a:lvl1pPr>
            <a:lvl2pPr lvl="1" algn="ctr">
              <a:spcBef>
                <a:spcPts val="0"/>
              </a:spcBef>
              <a:spcAft>
                <a:spcPts val="0"/>
              </a:spcAft>
              <a:buSzPts val="1000"/>
              <a:buFont typeface="Hanken Grotesk"/>
              <a:buNone/>
              <a:defRPr/>
            </a:lvl2pPr>
            <a:lvl3pPr lvl="2" algn="ctr">
              <a:spcBef>
                <a:spcPts val="0"/>
              </a:spcBef>
              <a:spcAft>
                <a:spcPts val="0"/>
              </a:spcAft>
              <a:buSzPts val="1000"/>
              <a:buFont typeface="Hanken Grotesk"/>
              <a:buNone/>
              <a:defRPr/>
            </a:lvl3pPr>
            <a:lvl4pPr lvl="3" algn="ctr">
              <a:spcBef>
                <a:spcPts val="0"/>
              </a:spcBef>
              <a:spcAft>
                <a:spcPts val="0"/>
              </a:spcAft>
              <a:buSzPts val="1000"/>
              <a:buFont typeface="Hanken Grotesk"/>
              <a:buNone/>
              <a:defRPr/>
            </a:lvl4pPr>
            <a:lvl5pPr lvl="4" algn="ctr">
              <a:spcBef>
                <a:spcPts val="0"/>
              </a:spcBef>
              <a:spcAft>
                <a:spcPts val="0"/>
              </a:spcAft>
              <a:buSzPts val="1000"/>
              <a:buFont typeface="Hanken Grotesk"/>
              <a:buNone/>
              <a:defRPr/>
            </a:lvl5pPr>
            <a:lvl6pPr lvl="5" algn="ctr">
              <a:spcBef>
                <a:spcPts val="0"/>
              </a:spcBef>
              <a:spcAft>
                <a:spcPts val="0"/>
              </a:spcAft>
              <a:buSzPts val="1000"/>
              <a:buFont typeface="Hanken Grotesk"/>
              <a:buNone/>
              <a:defRPr/>
            </a:lvl6pPr>
            <a:lvl7pPr lvl="6" algn="ctr">
              <a:spcBef>
                <a:spcPts val="0"/>
              </a:spcBef>
              <a:spcAft>
                <a:spcPts val="0"/>
              </a:spcAft>
              <a:buSzPts val="1000"/>
              <a:buFont typeface="Hanken Grotesk"/>
              <a:buNone/>
              <a:defRPr/>
            </a:lvl7pPr>
            <a:lvl8pPr lvl="7" algn="ctr">
              <a:spcBef>
                <a:spcPts val="0"/>
              </a:spcBef>
              <a:spcAft>
                <a:spcPts val="0"/>
              </a:spcAft>
              <a:buSzPts val="1000"/>
              <a:buFont typeface="Hanken Grotesk"/>
              <a:buNone/>
              <a:defRPr/>
            </a:lvl8pPr>
            <a:lvl9pPr lvl="8" algn="ctr">
              <a:spcBef>
                <a:spcPts val="0"/>
              </a:spcBef>
              <a:spcAft>
                <a:spcPts val="0"/>
              </a:spcAft>
              <a:buSzPts val="1000"/>
              <a:buFont typeface="Hanken Grotesk"/>
              <a:buNone/>
              <a:defRPr/>
            </a:lvl9pPr>
          </a:lstStyle>
          <a:p/>
        </p:txBody>
      </p:sp>
      <p:sp>
        <p:nvSpPr>
          <p:cNvPr id="216" name="Google Shape;216;p13"/>
          <p:cNvSpPr txBox="1"/>
          <p:nvPr>
            <p:ph idx="13" type="subTitle"/>
          </p:nvPr>
        </p:nvSpPr>
        <p:spPr>
          <a:xfrm>
            <a:off x="337750" y="3737375"/>
            <a:ext cx="1339200" cy="154800"/>
          </a:xfrm>
          <a:prstGeom prst="rect">
            <a:avLst/>
          </a:prstGeom>
        </p:spPr>
        <p:txBody>
          <a:bodyPr anchorCtr="0" anchor="t" bIns="0" lIns="0" spcFirstLastPara="1" rIns="0" wrap="square" tIns="0">
            <a:normAutofit/>
          </a:bodyPr>
          <a:lstStyle>
            <a:lvl1pPr lvl="0" algn="ctr">
              <a:spcBef>
                <a:spcPts val="0"/>
              </a:spcBef>
              <a:spcAft>
                <a:spcPts val="0"/>
              </a:spcAft>
              <a:buClr>
                <a:schemeClr val="dk1"/>
              </a:buClr>
              <a:buSzPts val="1000"/>
              <a:buFont typeface="Hanken Grotesk"/>
              <a:buNone/>
              <a:defRPr/>
            </a:lvl1pPr>
            <a:lvl2pPr lvl="1" algn="ctr">
              <a:spcBef>
                <a:spcPts val="0"/>
              </a:spcBef>
              <a:spcAft>
                <a:spcPts val="0"/>
              </a:spcAft>
              <a:buSzPts val="1000"/>
              <a:buFont typeface="Hanken Grotesk"/>
              <a:buNone/>
              <a:defRPr/>
            </a:lvl2pPr>
            <a:lvl3pPr lvl="2" algn="ctr">
              <a:spcBef>
                <a:spcPts val="0"/>
              </a:spcBef>
              <a:spcAft>
                <a:spcPts val="0"/>
              </a:spcAft>
              <a:buSzPts val="1000"/>
              <a:buFont typeface="Hanken Grotesk"/>
              <a:buNone/>
              <a:defRPr/>
            </a:lvl3pPr>
            <a:lvl4pPr lvl="3" algn="ctr">
              <a:spcBef>
                <a:spcPts val="0"/>
              </a:spcBef>
              <a:spcAft>
                <a:spcPts val="0"/>
              </a:spcAft>
              <a:buSzPts val="1000"/>
              <a:buFont typeface="Hanken Grotesk"/>
              <a:buNone/>
              <a:defRPr/>
            </a:lvl4pPr>
            <a:lvl5pPr lvl="4" algn="ctr">
              <a:spcBef>
                <a:spcPts val="0"/>
              </a:spcBef>
              <a:spcAft>
                <a:spcPts val="0"/>
              </a:spcAft>
              <a:buSzPts val="1000"/>
              <a:buFont typeface="Hanken Grotesk"/>
              <a:buNone/>
              <a:defRPr/>
            </a:lvl5pPr>
            <a:lvl6pPr lvl="5" algn="ctr">
              <a:spcBef>
                <a:spcPts val="0"/>
              </a:spcBef>
              <a:spcAft>
                <a:spcPts val="0"/>
              </a:spcAft>
              <a:buSzPts val="1000"/>
              <a:buFont typeface="Hanken Grotesk"/>
              <a:buNone/>
              <a:defRPr/>
            </a:lvl6pPr>
            <a:lvl7pPr lvl="6" algn="ctr">
              <a:spcBef>
                <a:spcPts val="0"/>
              </a:spcBef>
              <a:spcAft>
                <a:spcPts val="0"/>
              </a:spcAft>
              <a:buSzPts val="1000"/>
              <a:buFont typeface="Hanken Grotesk"/>
              <a:buNone/>
              <a:defRPr/>
            </a:lvl7pPr>
            <a:lvl8pPr lvl="7" algn="ctr">
              <a:spcBef>
                <a:spcPts val="0"/>
              </a:spcBef>
              <a:spcAft>
                <a:spcPts val="0"/>
              </a:spcAft>
              <a:buSzPts val="1000"/>
              <a:buFont typeface="Hanken Grotesk"/>
              <a:buNone/>
              <a:defRPr/>
            </a:lvl8pPr>
            <a:lvl9pPr lvl="8" algn="ctr">
              <a:spcBef>
                <a:spcPts val="0"/>
              </a:spcBef>
              <a:spcAft>
                <a:spcPts val="0"/>
              </a:spcAft>
              <a:buSzPts val="1000"/>
              <a:buFont typeface="Hanken Grotesk"/>
              <a:buNone/>
              <a:defRPr/>
            </a:lvl9pPr>
          </a:lstStyle>
          <a:p/>
        </p:txBody>
      </p:sp>
      <p:sp>
        <p:nvSpPr>
          <p:cNvPr id="217" name="Google Shape;217;p13"/>
          <p:cNvSpPr txBox="1"/>
          <p:nvPr>
            <p:ph idx="14" type="subTitle"/>
          </p:nvPr>
        </p:nvSpPr>
        <p:spPr>
          <a:xfrm>
            <a:off x="337750" y="3247775"/>
            <a:ext cx="1339200" cy="154800"/>
          </a:xfrm>
          <a:prstGeom prst="rect">
            <a:avLst/>
          </a:prstGeom>
        </p:spPr>
        <p:txBody>
          <a:bodyPr anchorCtr="0" anchor="t" bIns="0" lIns="0" spcFirstLastPara="1" rIns="0" wrap="square" tIns="0">
            <a:normAutofit/>
          </a:bodyPr>
          <a:lstStyle>
            <a:lvl1pPr lvl="0" algn="ctr">
              <a:spcBef>
                <a:spcPts val="0"/>
              </a:spcBef>
              <a:spcAft>
                <a:spcPts val="0"/>
              </a:spcAft>
              <a:buClr>
                <a:schemeClr val="dk1"/>
              </a:buClr>
              <a:buSzPts val="1000"/>
              <a:buFont typeface="Hanken Grotesk"/>
              <a:buNone/>
              <a:defRPr/>
            </a:lvl1pPr>
            <a:lvl2pPr lvl="1" algn="ctr">
              <a:spcBef>
                <a:spcPts val="0"/>
              </a:spcBef>
              <a:spcAft>
                <a:spcPts val="0"/>
              </a:spcAft>
              <a:buSzPts val="1000"/>
              <a:buFont typeface="Hanken Grotesk"/>
              <a:buNone/>
              <a:defRPr/>
            </a:lvl2pPr>
            <a:lvl3pPr lvl="2" algn="ctr">
              <a:spcBef>
                <a:spcPts val="0"/>
              </a:spcBef>
              <a:spcAft>
                <a:spcPts val="0"/>
              </a:spcAft>
              <a:buSzPts val="1000"/>
              <a:buFont typeface="Hanken Grotesk"/>
              <a:buNone/>
              <a:defRPr/>
            </a:lvl3pPr>
            <a:lvl4pPr lvl="3" algn="ctr">
              <a:spcBef>
                <a:spcPts val="0"/>
              </a:spcBef>
              <a:spcAft>
                <a:spcPts val="0"/>
              </a:spcAft>
              <a:buSzPts val="1000"/>
              <a:buFont typeface="Hanken Grotesk"/>
              <a:buNone/>
              <a:defRPr/>
            </a:lvl4pPr>
            <a:lvl5pPr lvl="4" algn="ctr">
              <a:spcBef>
                <a:spcPts val="0"/>
              </a:spcBef>
              <a:spcAft>
                <a:spcPts val="0"/>
              </a:spcAft>
              <a:buSzPts val="1000"/>
              <a:buFont typeface="Hanken Grotesk"/>
              <a:buNone/>
              <a:defRPr/>
            </a:lvl5pPr>
            <a:lvl6pPr lvl="5" algn="ctr">
              <a:spcBef>
                <a:spcPts val="0"/>
              </a:spcBef>
              <a:spcAft>
                <a:spcPts val="0"/>
              </a:spcAft>
              <a:buSzPts val="1000"/>
              <a:buFont typeface="Hanken Grotesk"/>
              <a:buNone/>
              <a:defRPr/>
            </a:lvl6pPr>
            <a:lvl7pPr lvl="6" algn="ctr">
              <a:spcBef>
                <a:spcPts val="0"/>
              </a:spcBef>
              <a:spcAft>
                <a:spcPts val="0"/>
              </a:spcAft>
              <a:buSzPts val="1000"/>
              <a:buFont typeface="Hanken Grotesk"/>
              <a:buNone/>
              <a:defRPr/>
            </a:lvl7pPr>
            <a:lvl8pPr lvl="7" algn="ctr">
              <a:spcBef>
                <a:spcPts val="0"/>
              </a:spcBef>
              <a:spcAft>
                <a:spcPts val="0"/>
              </a:spcAft>
              <a:buSzPts val="1000"/>
              <a:buFont typeface="Hanken Grotesk"/>
              <a:buNone/>
              <a:defRPr/>
            </a:lvl8pPr>
            <a:lvl9pPr lvl="8" algn="ctr">
              <a:spcBef>
                <a:spcPts val="0"/>
              </a:spcBef>
              <a:spcAft>
                <a:spcPts val="0"/>
              </a:spcAft>
              <a:buSzPts val="1000"/>
              <a:buFont typeface="Hanken Grotesk"/>
              <a:buNone/>
              <a:defRPr/>
            </a:lvl9pPr>
          </a:lstStyle>
          <a:p/>
        </p:txBody>
      </p:sp>
      <p:sp>
        <p:nvSpPr>
          <p:cNvPr id="218" name="Google Shape;218;p13"/>
          <p:cNvSpPr txBox="1"/>
          <p:nvPr>
            <p:ph idx="15" type="subTitle"/>
          </p:nvPr>
        </p:nvSpPr>
        <p:spPr>
          <a:xfrm>
            <a:off x="337750" y="2758175"/>
            <a:ext cx="1339200" cy="154800"/>
          </a:xfrm>
          <a:prstGeom prst="rect">
            <a:avLst/>
          </a:prstGeom>
        </p:spPr>
        <p:txBody>
          <a:bodyPr anchorCtr="0" anchor="t" bIns="0" lIns="0" spcFirstLastPara="1" rIns="0" wrap="square" tIns="0">
            <a:normAutofit/>
          </a:bodyPr>
          <a:lstStyle>
            <a:lvl1pPr lvl="0" algn="ctr">
              <a:spcBef>
                <a:spcPts val="0"/>
              </a:spcBef>
              <a:spcAft>
                <a:spcPts val="0"/>
              </a:spcAft>
              <a:buClr>
                <a:schemeClr val="dk1"/>
              </a:buClr>
              <a:buSzPts val="1000"/>
              <a:buFont typeface="Hanken Grotesk"/>
              <a:buNone/>
              <a:defRPr/>
            </a:lvl1pPr>
            <a:lvl2pPr lvl="1" algn="ctr">
              <a:spcBef>
                <a:spcPts val="0"/>
              </a:spcBef>
              <a:spcAft>
                <a:spcPts val="0"/>
              </a:spcAft>
              <a:buSzPts val="1000"/>
              <a:buFont typeface="Hanken Grotesk"/>
              <a:buNone/>
              <a:defRPr/>
            </a:lvl2pPr>
            <a:lvl3pPr lvl="2" algn="ctr">
              <a:spcBef>
                <a:spcPts val="0"/>
              </a:spcBef>
              <a:spcAft>
                <a:spcPts val="0"/>
              </a:spcAft>
              <a:buSzPts val="1000"/>
              <a:buFont typeface="Hanken Grotesk"/>
              <a:buNone/>
              <a:defRPr/>
            </a:lvl3pPr>
            <a:lvl4pPr lvl="3" algn="ctr">
              <a:spcBef>
                <a:spcPts val="0"/>
              </a:spcBef>
              <a:spcAft>
                <a:spcPts val="0"/>
              </a:spcAft>
              <a:buSzPts val="1000"/>
              <a:buFont typeface="Hanken Grotesk"/>
              <a:buNone/>
              <a:defRPr/>
            </a:lvl4pPr>
            <a:lvl5pPr lvl="4" algn="ctr">
              <a:spcBef>
                <a:spcPts val="0"/>
              </a:spcBef>
              <a:spcAft>
                <a:spcPts val="0"/>
              </a:spcAft>
              <a:buSzPts val="1000"/>
              <a:buFont typeface="Hanken Grotesk"/>
              <a:buNone/>
              <a:defRPr/>
            </a:lvl5pPr>
            <a:lvl6pPr lvl="5" algn="ctr">
              <a:spcBef>
                <a:spcPts val="0"/>
              </a:spcBef>
              <a:spcAft>
                <a:spcPts val="0"/>
              </a:spcAft>
              <a:buSzPts val="1000"/>
              <a:buFont typeface="Hanken Grotesk"/>
              <a:buNone/>
              <a:defRPr/>
            </a:lvl6pPr>
            <a:lvl7pPr lvl="6" algn="ctr">
              <a:spcBef>
                <a:spcPts val="0"/>
              </a:spcBef>
              <a:spcAft>
                <a:spcPts val="0"/>
              </a:spcAft>
              <a:buSzPts val="1000"/>
              <a:buFont typeface="Hanken Grotesk"/>
              <a:buNone/>
              <a:defRPr/>
            </a:lvl7pPr>
            <a:lvl8pPr lvl="7" algn="ctr">
              <a:spcBef>
                <a:spcPts val="0"/>
              </a:spcBef>
              <a:spcAft>
                <a:spcPts val="0"/>
              </a:spcAft>
              <a:buSzPts val="1000"/>
              <a:buFont typeface="Hanken Grotesk"/>
              <a:buNone/>
              <a:defRPr/>
            </a:lvl8pPr>
            <a:lvl9pPr lvl="8" algn="ctr">
              <a:spcBef>
                <a:spcPts val="0"/>
              </a:spcBef>
              <a:spcAft>
                <a:spcPts val="0"/>
              </a:spcAft>
              <a:buSzPts val="1000"/>
              <a:buFont typeface="Hanken Grotesk"/>
              <a:buNone/>
              <a:defRPr/>
            </a:lvl9pPr>
          </a:lstStyle>
          <a:p/>
        </p:txBody>
      </p:sp>
      <p:sp>
        <p:nvSpPr>
          <p:cNvPr id="219" name="Google Shape;219;p13"/>
          <p:cNvSpPr txBox="1"/>
          <p:nvPr>
            <p:ph idx="16" type="subTitle"/>
          </p:nvPr>
        </p:nvSpPr>
        <p:spPr>
          <a:xfrm>
            <a:off x="337750" y="2268575"/>
            <a:ext cx="1339200" cy="154800"/>
          </a:xfrm>
          <a:prstGeom prst="rect">
            <a:avLst/>
          </a:prstGeom>
        </p:spPr>
        <p:txBody>
          <a:bodyPr anchorCtr="0" anchor="t" bIns="0" lIns="0" spcFirstLastPara="1" rIns="0" wrap="square" tIns="0">
            <a:normAutofit/>
          </a:bodyPr>
          <a:lstStyle>
            <a:lvl1pPr lvl="0" algn="ctr">
              <a:spcBef>
                <a:spcPts val="0"/>
              </a:spcBef>
              <a:spcAft>
                <a:spcPts val="0"/>
              </a:spcAft>
              <a:buClr>
                <a:schemeClr val="dk1"/>
              </a:buClr>
              <a:buSzPts val="1000"/>
              <a:buFont typeface="Hanken Grotesk"/>
              <a:buNone/>
              <a:defRPr/>
            </a:lvl1pPr>
            <a:lvl2pPr lvl="1" algn="ctr">
              <a:spcBef>
                <a:spcPts val="0"/>
              </a:spcBef>
              <a:spcAft>
                <a:spcPts val="0"/>
              </a:spcAft>
              <a:buSzPts val="1000"/>
              <a:buFont typeface="Hanken Grotesk"/>
              <a:buNone/>
              <a:defRPr/>
            </a:lvl2pPr>
            <a:lvl3pPr lvl="2" algn="ctr">
              <a:spcBef>
                <a:spcPts val="0"/>
              </a:spcBef>
              <a:spcAft>
                <a:spcPts val="0"/>
              </a:spcAft>
              <a:buSzPts val="1000"/>
              <a:buFont typeface="Hanken Grotesk"/>
              <a:buNone/>
              <a:defRPr/>
            </a:lvl3pPr>
            <a:lvl4pPr lvl="3" algn="ctr">
              <a:spcBef>
                <a:spcPts val="0"/>
              </a:spcBef>
              <a:spcAft>
                <a:spcPts val="0"/>
              </a:spcAft>
              <a:buSzPts val="1000"/>
              <a:buFont typeface="Hanken Grotesk"/>
              <a:buNone/>
              <a:defRPr/>
            </a:lvl4pPr>
            <a:lvl5pPr lvl="4" algn="ctr">
              <a:spcBef>
                <a:spcPts val="0"/>
              </a:spcBef>
              <a:spcAft>
                <a:spcPts val="0"/>
              </a:spcAft>
              <a:buSzPts val="1000"/>
              <a:buFont typeface="Hanken Grotesk"/>
              <a:buNone/>
              <a:defRPr/>
            </a:lvl5pPr>
            <a:lvl6pPr lvl="5" algn="ctr">
              <a:spcBef>
                <a:spcPts val="0"/>
              </a:spcBef>
              <a:spcAft>
                <a:spcPts val="0"/>
              </a:spcAft>
              <a:buSzPts val="1000"/>
              <a:buFont typeface="Hanken Grotesk"/>
              <a:buNone/>
              <a:defRPr/>
            </a:lvl6pPr>
            <a:lvl7pPr lvl="6" algn="ctr">
              <a:spcBef>
                <a:spcPts val="0"/>
              </a:spcBef>
              <a:spcAft>
                <a:spcPts val="0"/>
              </a:spcAft>
              <a:buSzPts val="1000"/>
              <a:buFont typeface="Hanken Grotesk"/>
              <a:buNone/>
              <a:defRPr/>
            </a:lvl7pPr>
            <a:lvl8pPr lvl="7" algn="ctr">
              <a:spcBef>
                <a:spcPts val="0"/>
              </a:spcBef>
              <a:spcAft>
                <a:spcPts val="0"/>
              </a:spcAft>
              <a:buSzPts val="1000"/>
              <a:buFont typeface="Hanken Grotesk"/>
              <a:buNone/>
              <a:defRPr/>
            </a:lvl8pPr>
            <a:lvl9pPr lvl="8" algn="ctr">
              <a:spcBef>
                <a:spcPts val="0"/>
              </a:spcBef>
              <a:spcAft>
                <a:spcPts val="0"/>
              </a:spcAft>
              <a:buSzPts val="1000"/>
              <a:buFont typeface="Hanken Grotesk"/>
              <a:buNone/>
              <a:defRPr/>
            </a:lvl9pPr>
          </a:lstStyle>
          <a:p/>
        </p:txBody>
      </p:sp>
      <p:sp>
        <p:nvSpPr>
          <p:cNvPr id="220" name="Google Shape;220;p13"/>
          <p:cNvSpPr txBox="1"/>
          <p:nvPr>
            <p:ph idx="17" type="body"/>
          </p:nvPr>
        </p:nvSpPr>
        <p:spPr>
          <a:xfrm>
            <a:off x="7279013" y="42072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21" name="Google Shape;221;p13"/>
          <p:cNvSpPr txBox="1"/>
          <p:nvPr>
            <p:ph idx="18" type="body"/>
          </p:nvPr>
        </p:nvSpPr>
        <p:spPr>
          <a:xfrm>
            <a:off x="7279013" y="373647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22" name="Google Shape;222;p13"/>
          <p:cNvSpPr txBox="1"/>
          <p:nvPr>
            <p:ph idx="19" type="body"/>
          </p:nvPr>
        </p:nvSpPr>
        <p:spPr>
          <a:xfrm>
            <a:off x="7279013" y="32473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23" name="Google Shape;223;p13"/>
          <p:cNvSpPr txBox="1"/>
          <p:nvPr>
            <p:ph idx="20" type="body"/>
          </p:nvPr>
        </p:nvSpPr>
        <p:spPr>
          <a:xfrm>
            <a:off x="7279013" y="27580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24" name="Google Shape;224;p13"/>
          <p:cNvSpPr txBox="1"/>
          <p:nvPr>
            <p:ph idx="21" type="body"/>
          </p:nvPr>
        </p:nvSpPr>
        <p:spPr>
          <a:xfrm>
            <a:off x="7279013" y="22687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25" name="Google Shape;225;p13"/>
          <p:cNvSpPr txBox="1"/>
          <p:nvPr>
            <p:ph idx="22" type="body"/>
          </p:nvPr>
        </p:nvSpPr>
        <p:spPr>
          <a:xfrm>
            <a:off x="5503913" y="42072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26" name="Google Shape;226;p13"/>
          <p:cNvSpPr txBox="1"/>
          <p:nvPr>
            <p:ph idx="23" type="body"/>
          </p:nvPr>
        </p:nvSpPr>
        <p:spPr>
          <a:xfrm>
            <a:off x="5503913" y="373647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27" name="Google Shape;227;p13"/>
          <p:cNvSpPr txBox="1"/>
          <p:nvPr>
            <p:ph idx="24" type="body"/>
          </p:nvPr>
        </p:nvSpPr>
        <p:spPr>
          <a:xfrm>
            <a:off x="5503913" y="32473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28" name="Google Shape;228;p13"/>
          <p:cNvSpPr txBox="1"/>
          <p:nvPr>
            <p:ph idx="25" type="body"/>
          </p:nvPr>
        </p:nvSpPr>
        <p:spPr>
          <a:xfrm>
            <a:off x="5503913" y="27580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29" name="Google Shape;229;p13"/>
          <p:cNvSpPr txBox="1"/>
          <p:nvPr>
            <p:ph idx="26" type="body"/>
          </p:nvPr>
        </p:nvSpPr>
        <p:spPr>
          <a:xfrm>
            <a:off x="5503913" y="22687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30" name="Google Shape;230;p13"/>
          <p:cNvSpPr txBox="1"/>
          <p:nvPr>
            <p:ph idx="27" type="body"/>
          </p:nvPr>
        </p:nvSpPr>
        <p:spPr>
          <a:xfrm>
            <a:off x="3722638" y="42072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31" name="Google Shape;231;p13"/>
          <p:cNvSpPr txBox="1"/>
          <p:nvPr>
            <p:ph idx="28" type="body"/>
          </p:nvPr>
        </p:nvSpPr>
        <p:spPr>
          <a:xfrm>
            <a:off x="3722638" y="373647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32" name="Google Shape;232;p13"/>
          <p:cNvSpPr txBox="1"/>
          <p:nvPr>
            <p:ph idx="29" type="body"/>
          </p:nvPr>
        </p:nvSpPr>
        <p:spPr>
          <a:xfrm>
            <a:off x="3722638" y="32473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33" name="Google Shape;233;p13"/>
          <p:cNvSpPr txBox="1"/>
          <p:nvPr>
            <p:ph idx="30" type="body"/>
          </p:nvPr>
        </p:nvSpPr>
        <p:spPr>
          <a:xfrm>
            <a:off x="3722638" y="27580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34" name="Google Shape;234;p13"/>
          <p:cNvSpPr txBox="1"/>
          <p:nvPr>
            <p:ph idx="31" type="body"/>
          </p:nvPr>
        </p:nvSpPr>
        <p:spPr>
          <a:xfrm>
            <a:off x="3722638" y="22687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35" name="Google Shape;235;p13"/>
          <p:cNvSpPr txBox="1"/>
          <p:nvPr>
            <p:ph idx="32" type="body"/>
          </p:nvPr>
        </p:nvSpPr>
        <p:spPr>
          <a:xfrm>
            <a:off x="1941375" y="42072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36" name="Google Shape;236;p13"/>
          <p:cNvSpPr txBox="1"/>
          <p:nvPr>
            <p:ph idx="33" type="body"/>
          </p:nvPr>
        </p:nvSpPr>
        <p:spPr>
          <a:xfrm>
            <a:off x="1941375" y="373647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37" name="Google Shape;237;p13"/>
          <p:cNvSpPr txBox="1"/>
          <p:nvPr>
            <p:ph idx="34" type="body"/>
          </p:nvPr>
        </p:nvSpPr>
        <p:spPr>
          <a:xfrm>
            <a:off x="1941375" y="32473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38" name="Google Shape;238;p13"/>
          <p:cNvSpPr txBox="1"/>
          <p:nvPr>
            <p:ph idx="35" type="body"/>
          </p:nvPr>
        </p:nvSpPr>
        <p:spPr>
          <a:xfrm>
            <a:off x="1941375" y="27580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39" name="Google Shape;239;p13"/>
          <p:cNvSpPr txBox="1"/>
          <p:nvPr>
            <p:ph idx="36" type="body"/>
          </p:nvPr>
        </p:nvSpPr>
        <p:spPr>
          <a:xfrm>
            <a:off x="1941375" y="22687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and folder background 2">
  <p:cSld name="CUSTOM_1_1_1_3">
    <p:spTree>
      <p:nvGrpSpPr>
        <p:cNvPr id="240" name="Shape 240"/>
        <p:cNvGrpSpPr/>
        <p:nvPr/>
      </p:nvGrpSpPr>
      <p:grpSpPr>
        <a:xfrm>
          <a:off x="0" y="0"/>
          <a:ext cx="0" cy="0"/>
          <a:chOff x="0" y="0"/>
          <a:chExt cx="0" cy="0"/>
        </a:xfrm>
      </p:grpSpPr>
      <p:sp>
        <p:nvSpPr>
          <p:cNvPr id="241" name="Google Shape;241;p14"/>
          <p:cNvSpPr/>
          <p:nvPr/>
        </p:nvSpPr>
        <p:spPr>
          <a:xfrm>
            <a:off x="-2450" y="486600"/>
            <a:ext cx="9144000" cy="4656900"/>
          </a:xfrm>
          <a:prstGeom prst="roundRect">
            <a:avLst>
              <a:gd fmla="val 0" name="adj"/>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28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242" name="Google Shape;242;p14"/>
          <p:cNvSpPr txBox="1"/>
          <p:nvPr>
            <p:ph type="title"/>
          </p:nvPr>
        </p:nvSpPr>
        <p:spPr>
          <a:xfrm>
            <a:off x="4228867" y="131799"/>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243" name="Google Shape;243;p14"/>
          <p:cNvSpPr txBox="1"/>
          <p:nvPr>
            <p:ph idx="2" type="title"/>
          </p:nvPr>
        </p:nvSpPr>
        <p:spPr>
          <a:xfrm>
            <a:off x="5723951" y="131799"/>
            <a:ext cx="14403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244" name="Google Shape;244;p14"/>
          <p:cNvSpPr txBox="1"/>
          <p:nvPr>
            <p:ph idx="3" type="title"/>
          </p:nvPr>
        </p:nvSpPr>
        <p:spPr>
          <a:xfrm>
            <a:off x="1314610" y="131799"/>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245" name="Google Shape;245;p14"/>
          <p:cNvSpPr txBox="1"/>
          <p:nvPr>
            <p:ph idx="4" type="title"/>
          </p:nvPr>
        </p:nvSpPr>
        <p:spPr>
          <a:xfrm>
            <a:off x="2777959" y="131799"/>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246" name="Google Shape;246;p14"/>
          <p:cNvSpPr txBox="1"/>
          <p:nvPr>
            <p:ph idx="1" type="body"/>
          </p:nvPr>
        </p:nvSpPr>
        <p:spPr>
          <a:xfrm>
            <a:off x="7279013" y="42072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47" name="Google Shape;247;p14"/>
          <p:cNvSpPr txBox="1"/>
          <p:nvPr>
            <p:ph idx="5" type="body"/>
          </p:nvPr>
        </p:nvSpPr>
        <p:spPr>
          <a:xfrm>
            <a:off x="7279013" y="373647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48" name="Google Shape;248;p14"/>
          <p:cNvSpPr txBox="1"/>
          <p:nvPr>
            <p:ph idx="6" type="body"/>
          </p:nvPr>
        </p:nvSpPr>
        <p:spPr>
          <a:xfrm>
            <a:off x="7279013" y="32473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49" name="Google Shape;249;p14"/>
          <p:cNvSpPr txBox="1"/>
          <p:nvPr>
            <p:ph idx="7" type="body"/>
          </p:nvPr>
        </p:nvSpPr>
        <p:spPr>
          <a:xfrm>
            <a:off x="7279013" y="27580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50" name="Google Shape;250;p14"/>
          <p:cNvSpPr txBox="1"/>
          <p:nvPr>
            <p:ph idx="8" type="body"/>
          </p:nvPr>
        </p:nvSpPr>
        <p:spPr>
          <a:xfrm>
            <a:off x="7279013" y="22687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51" name="Google Shape;251;p14"/>
          <p:cNvSpPr txBox="1"/>
          <p:nvPr>
            <p:ph idx="9" type="body"/>
          </p:nvPr>
        </p:nvSpPr>
        <p:spPr>
          <a:xfrm>
            <a:off x="5503913" y="42072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52" name="Google Shape;252;p14"/>
          <p:cNvSpPr txBox="1"/>
          <p:nvPr>
            <p:ph idx="13" type="body"/>
          </p:nvPr>
        </p:nvSpPr>
        <p:spPr>
          <a:xfrm>
            <a:off x="5503913" y="373647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53" name="Google Shape;253;p14"/>
          <p:cNvSpPr txBox="1"/>
          <p:nvPr>
            <p:ph idx="14" type="body"/>
          </p:nvPr>
        </p:nvSpPr>
        <p:spPr>
          <a:xfrm>
            <a:off x="5503913" y="32473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54" name="Google Shape;254;p14"/>
          <p:cNvSpPr txBox="1"/>
          <p:nvPr>
            <p:ph idx="15" type="body"/>
          </p:nvPr>
        </p:nvSpPr>
        <p:spPr>
          <a:xfrm>
            <a:off x="5503913" y="27580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55" name="Google Shape;255;p14"/>
          <p:cNvSpPr txBox="1"/>
          <p:nvPr>
            <p:ph idx="16" type="body"/>
          </p:nvPr>
        </p:nvSpPr>
        <p:spPr>
          <a:xfrm>
            <a:off x="5503913" y="22687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56" name="Google Shape;256;p14"/>
          <p:cNvSpPr txBox="1"/>
          <p:nvPr>
            <p:ph idx="17" type="body"/>
          </p:nvPr>
        </p:nvSpPr>
        <p:spPr>
          <a:xfrm>
            <a:off x="3722638" y="42072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57" name="Google Shape;257;p14"/>
          <p:cNvSpPr txBox="1"/>
          <p:nvPr>
            <p:ph idx="18" type="body"/>
          </p:nvPr>
        </p:nvSpPr>
        <p:spPr>
          <a:xfrm>
            <a:off x="3722638" y="373647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58" name="Google Shape;258;p14"/>
          <p:cNvSpPr txBox="1"/>
          <p:nvPr>
            <p:ph idx="19" type="body"/>
          </p:nvPr>
        </p:nvSpPr>
        <p:spPr>
          <a:xfrm>
            <a:off x="3722638" y="32473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59" name="Google Shape;259;p14"/>
          <p:cNvSpPr txBox="1"/>
          <p:nvPr>
            <p:ph idx="20" type="body"/>
          </p:nvPr>
        </p:nvSpPr>
        <p:spPr>
          <a:xfrm>
            <a:off x="3722638" y="27580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60" name="Google Shape;260;p14"/>
          <p:cNvSpPr txBox="1"/>
          <p:nvPr>
            <p:ph idx="21" type="body"/>
          </p:nvPr>
        </p:nvSpPr>
        <p:spPr>
          <a:xfrm>
            <a:off x="3722638" y="22687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61" name="Google Shape;261;p14"/>
          <p:cNvSpPr txBox="1"/>
          <p:nvPr>
            <p:ph idx="22" type="body"/>
          </p:nvPr>
        </p:nvSpPr>
        <p:spPr>
          <a:xfrm>
            <a:off x="1941375" y="42072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62" name="Google Shape;262;p14"/>
          <p:cNvSpPr txBox="1"/>
          <p:nvPr>
            <p:ph idx="23" type="body"/>
          </p:nvPr>
        </p:nvSpPr>
        <p:spPr>
          <a:xfrm>
            <a:off x="1941375" y="373647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63" name="Google Shape;263;p14"/>
          <p:cNvSpPr txBox="1"/>
          <p:nvPr>
            <p:ph idx="24" type="body"/>
          </p:nvPr>
        </p:nvSpPr>
        <p:spPr>
          <a:xfrm>
            <a:off x="1941375" y="3247325"/>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64" name="Google Shape;264;p14"/>
          <p:cNvSpPr txBox="1"/>
          <p:nvPr>
            <p:ph idx="25" type="body"/>
          </p:nvPr>
        </p:nvSpPr>
        <p:spPr>
          <a:xfrm>
            <a:off x="1941375" y="27580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65" name="Google Shape;265;p14"/>
          <p:cNvSpPr txBox="1"/>
          <p:nvPr>
            <p:ph idx="26" type="body"/>
          </p:nvPr>
        </p:nvSpPr>
        <p:spPr>
          <a:xfrm>
            <a:off x="1941375" y="2268713"/>
            <a:ext cx="1771200" cy="321300"/>
          </a:xfrm>
          <a:prstGeom prst="rect">
            <a:avLst/>
          </a:prstGeom>
        </p:spPr>
        <p:txBody>
          <a:bodyPr anchorCtr="0" anchor="t" bIns="180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66" name="Google Shape;266;p14"/>
          <p:cNvSpPr txBox="1"/>
          <p:nvPr>
            <p:ph idx="27" type="subTitle"/>
          </p:nvPr>
        </p:nvSpPr>
        <p:spPr>
          <a:xfrm>
            <a:off x="7282625" y="1724120"/>
            <a:ext cx="1771200" cy="396000"/>
          </a:xfrm>
          <a:prstGeom prst="rect">
            <a:avLst/>
          </a:prstGeom>
        </p:spPr>
        <p:txBody>
          <a:bodyPr anchorCtr="0" anchor="t" bIns="90000" lIns="180000" spcFirstLastPara="1" rIns="0" wrap="square" tIns="90000">
            <a:normAutofit/>
          </a:bodyPr>
          <a:lstStyle>
            <a:lvl1pPr lvl="0">
              <a:spcBef>
                <a:spcPts val="0"/>
              </a:spcBef>
              <a:spcAft>
                <a:spcPts val="0"/>
              </a:spcAft>
              <a:buClr>
                <a:schemeClr val="dk1"/>
              </a:buClr>
              <a:buSzPts val="1400"/>
              <a:buFont typeface="Hanken Grotesk"/>
              <a:buNone/>
              <a:defRPr b="1"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7" name="Google Shape;267;p14"/>
          <p:cNvSpPr txBox="1"/>
          <p:nvPr>
            <p:ph idx="28" type="subTitle"/>
          </p:nvPr>
        </p:nvSpPr>
        <p:spPr>
          <a:xfrm>
            <a:off x="337750" y="4207225"/>
            <a:ext cx="1339200" cy="154800"/>
          </a:xfrm>
          <a:prstGeom prst="rect">
            <a:avLst/>
          </a:prstGeom>
        </p:spPr>
        <p:txBody>
          <a:bodyPr anchorCtr="0" anchor="t" bIns="0" lIns="0" spcFirstLastPara="1" rIns="0" wrap="square" tIns="0">
            <a:normAutofit/>
          </a:bodyPr>
          <a:lstStyle>
            <a:lvl1pPr lvl="0">
              <a:spcBef>
                <a:spcPts val="0"/>
              </a:spcBef>
              <a:spcAft>
                <a:spcPts val="0"/>
              </a:spcAft>
              <a:buClr>
                <a:schemeClr val="dk1"/>
              </a:buClr>
              <a:buSzPts val="1000"/>
              <a:buFont typeface="Hanken Grotesk"/>
              <a:buNone/>
              <a:defRPr b="1"/>
            </a:lvl1pPr>
            <a:lvl2pPr lvl="1">
              <a:spcBef>
                <a:spcPts val="0"/>
              </a:spcBef>
              <a:spcAft>
                <a:spcPts val="0"/>
              </a:spcAft>
              <a:buSzPts val="1000"/>
              <a:buFont typeface="Hanken Grotesk"/>
              <a:buNone/>
              <a:defRPr b="1"/>
            </a:lvl2pPr>
            <a:lvl3pPr lvl="2">
              <a:spcBef>
                <a:spcPts val="0"/>
              </a:spcBef>
              <a:spcAft>
                <a:spcPts val="0"/>
              </a:spcAft>
              <a:buSzPts val="1000"/>
              <a:buFont typeface="Hanken Grotesk"/>
              <a:buNone/>
              <a:defRPr b="1"/>
            </a:lvl3pPr>
            <a:lvl4pPr lvl="3">
              <a:spcBef>
                <a:spcPts val="0"/>
              </a:spcBef>
              <a:spcAft>
                <a:spcPts val="0"/>
              </a:spcAft>
              <a:buSzPts val="1000"/>
              <a:buFont typeface="Hanken Grotesk"/>
              <a:buNone/>
              <a:defRPr b="1"/>
            </a:lvl4pPr>
            <a:lvl5pPr lvl="4">
              <a:spcBef>
                <a:spcPts val="0"/>
              </a:spcBef>
              <a:spcAft>
                <a:spcPts val="0"/>
              </a:spcAft>
              <a:buSzPts val="1000"/>
              <a:buFont typeface="Hanken Grotesk"/>
              <a:buNone/>
              <a:defRPr b="1"/>
            </a:lvl5pPr>
            <a:lvl6pPr lvl="5">
              <a:spcBef>
                <a:spcPts val="0"/>
              </a:spcBef>
              <a:spcAft>
                <a:spcPts val="0"/>
              </a:spcAft>
              <a:buSzPts val="1000"/>
              <a:buFont typeface="Hanken Grotesk"/>
              <a:buNone/>
              <a:defRPr b="1"/>
            </a:lvl6pPr>
            <a:lvl7pPr lvl="6">
              <a:spcBef>
                <a:spcPts val="0"/>
              </a:spcBef>
              <a:spcAft>
                <a:spcPts val="0"/>
              </a:spcAft>
              <a:buSzPts val="1000"/>
              <a:buFont typeface="Hanken Grotesk"/>
              <a:buNone/>
              <a:defRPr b="1"/>
            </a:lvl7pPr>
            <a:lvl8pPr lvl="7">
              <a:spcBef>
                <a:spcPts val="0"/>
              </a:spcBef>
              <a:spcAft>
                <a:spcPts val="0"/>
              </a:spcAft>
              <a:buSzPts val="1000"/>
              <a:buFont typeface="Hanken Grotesk"/>
              <a:buNone/>
              <a:defRPr b="1"/>
            </a:lvl8pPr>
            <a:lvl9pPr lvl="8">
              <a:spcBef>
                <a:spcPts val="0"/>
              </a:spcBef>
              <a:spcAft>
                <a:spcPts val="0"/>
              </a:spcAft>
              <a:buSzPts val="1000"/>
              <a:buFont typeface="Hanken Grotesk"/>
              <a:buNone/>
              <a:defRPr b="1"/>
            </a:lvl9pPr>
          </a:lstStyle>
          <a:p/>
        </p:txBody>
      </p:sp>
      <p:sp>
        <p:nvSpPr>
          <p:cNvPr id="268" name="Google Shape;268;p14"/>
          <p:cNvSpPr txBox="1"/>
          <p:nvPr>
            <p:ph idx="29" type="subTitle"/>
          </p:nvPr>
        </p:nvSpPr>
        <p:spPr>
          <a:xfrm>
            <a:off x="337750" y="3737375"/>
            <a:ext cx="1339200" cy="154800"/>
          </a:xfrm>
          <a:prstGeom prst="rect">
            <a:avLst/>
          </a:prstGeom>
        </p:spPr>
        <p:txBody>
          <a:bodyPr anchorCtr="0" anchor="t" bIns="0" lIns="0" spcFirstLastPara="1" rIns="0" wrap="square" tIns="0">
            <a:normAutofit/>
          </a:bodyPr>
          <a:lstStyle>
            <a:lvl1pPr lvl="0">
              <a:spcBef>
                <a:spcPts val="0"/>
              </a:spcBef>
              <a:spcAft>
                <a:spcPts val="0"/>
              </a:spcAft>
              <a:buClr>
                <a:schemeClr val="dk1"/>
              </a:buClr>
              <a:buSzPts val="1000"/>
              <a:buFont typeface="Hanken Grotesk"/>
              <a:buNone/>
              <a:defRPr b="1"/>
            </a:lvl1pPr>
            <a:lvl2pPr lvl="1">
              <a:spcBef>
                <a:spcPts val="0"/>
              </a:spcBef>
              <a:spcAft>
                <a:spcPts val="0"/>
              </a:spcAft>
              <a:buSzPts val="1000"/>
              <a:buFont typeface="Hanken Grotesk"/>
              <a:buNone/>
              <a:defRPr b="1"/>
            </a:lvl2pPr>
            <a:lvl3pPr lvl="2">
              <a:spcBef>
                <a:spcPts val="0"/>
              </a:spcBef>
              <a:spcAft>
                <a:spcPts val="0"/>
              </a:spcAft>
              <a:buSzPts val="1000"/>
              <a:buFont typeface="Hanken Grotesk"/>
              <a:buNone/>
              <a:defRPr b="1"/>
            </a:lvl3pPr>
            <a:lvl4pPr lvl="3">
              <a:spcBef>
                <a:spcPts val="0"/>
              </a:spcBef>
              <a:spcAft>
                <a:spcPts val="0"/>
              </a:spcAft>
              <a:buSzPts val="1000"/>
              <a:buFont typeface="Hanken Grotesk"/>
              <a:buNone/>
              <a:defRPr b="1"/>
            </a:lvl4pPr>
            <a:lvl5pPr lvl="4">
              <a:spcBef>
                <a:spcPts val="0"/>
              </a:spcBef>
              <a:spcAft>
                <a:spcPts val="0"/>
              </a:spcAft>
              <a:buSzPts val="1000"/>
              <a:buFont typeface="Hanken Grotesk"/>
              <a:buNone/>
              <a:defRPr b="1"/>
            </a:lvl5pPr>
            <a:lvl6pPr lvl="5">
              <a:spcBef>
                <a:spcPts val="0"/>
              </a:spcBef>
              <a:spcAft>
                <a:spcPts val="0"/>
              </a:spcAft>
              <a:buSzPts val="1000"/>
              <a:buFont typeface="Hanken Grotesk"/>
              <a:buNone/>
              <a:defRPr b="1"/>
            </a:lvl6pPr>
            <a:lvl7pPr lvl="6">
              <a:spcBef>
                <a:spcPts val="0"/>
              </a:spcBef>
              <a:spcAft>
                <a:spcPts val="0"/>
              </a:spcAft>
              <a:buSzPts val="1000"/>
              <a:buFont typeface="Hanken Grotesk"/>
              <a:buNone/>
              <a:defRPr b="1"/>
            </a:lvl7pPr>
            <a:lvl8pPr lvl="7">
              <a:spcBef>
                <a:spcPts val="0"/>
              </a:spcBef>
              <a:spcAft>
                <a:spcPts val="0"/>
              </a:spcAft>
              <a:buSzPts val="1000"/>
              <a:buFont typeface="Hanken Grotesk"/>
              <a:buNone/>
              <a:defRPr b="1"/>
            </a:lvl8pPr>
            <a:lvl9pPr lvl="8">
              <a:spcBef>
                <a:spcPts val="0"/>
              </a:spcBef>
              <a:spcAft>
                <a:spcPts val="0"/>
              </a:spcAft>
              <a:buSzPts val="1000"/>
              <a:buFont typeface="Hanken Grotesk"/>
              <a:buNone/>
              <a:defRPr b="1"/>
            </a:lvl9pPr>
          </a:lstStyle>
          <a:p/>
        </p:txBody>
      </p:sp>
      <p:sp>
        <p:nvSpPr>
          <p:cNvPr id="269" name="Google Shape;269;p14"/>
          <p:cNvSpPr txBox="1"/>
          <p:nvPr>
            <p:ph idx="30" type="subTitle"/>
          </p:nvPr>
        </p:nvSpPr>
        <p:spPr>
          <a:xfrm>
            <a:off x="337750" y="3247775"/>
            <a:ext cx="1339200" cy="154800"/>
          </a:xfrm>
          <a:prstGeom prst="rect">
            <a:avLst/>
          </a:prstGeom>
        </p:spPr>
        <p:txBody>
          <a:bodyPr anchorCtr="0" anchor="t" bIns="0" lIns="0" spcFirstLastPara="1" rIns="0" wrap="square" tIns="0">
            <a:normAutofit/>
          </a:bodyPr>
          <a:lstStyle>
            <a:lvl1pPr lvl="0">
              <a:spcBef>
                <a:spcPts val="0"/>
              </a:spcBef>
              <a:spcAft>
                <a:spcPts val="0"/>
              </a:spcAft>
              <a:buClr>
                <a:schemeClr val="dk1"/>
              </a:buClr>
              <a:buSzPts val="1000"/>
              <a:buFont typeface="Hanken Grotesk"/>
              <a:buNone/>
              <a:defRPr b="1"/>
            </a:lvl1pPr>
            <a:lvl2pPr lvl="1">
              <a:spcBef>
                <a:spcPts val="0"/>
              </a:spcBef>
              <a:spcAft>
                <a:spcPts val="0"/>
              </a:spcAft>
              <a:buSzPts val="1000"/>
              <a:buFont typeface="Hanken Grotesk"/>
              <a:buNone/>
              <a:defRPr b="1"/>
            </a:lvl2pPr>
            <a:lvl3pPr lvl="2">
              <a:spcBef>
                <a:spcPts val="0"/>
              </a:spcBef>
              <a:spcAft>
                <a:spcPts val="0"/>
              </a:spcAft>
              <a:buSzPts val="1000"/>
              <a:buFont typeface="Hanken Grotesk"/>
              <a:buNone/>
              <a:defRPr b="1"/>
            </a:lvl3pPr>
            <a:lvl4pPr lvl="3">
              <a:spcBef>
                <a:spcPts val="0"/>
              </a:spcBef>
              <a:spcAft>
                <a:spcPts val="0"/>
              </a:spcAft>
              <a:buSzPts val="1000"/>
              <a:buFont typeface="Hanken Grotesk"/>
              <a:buNone/>
              <a:defRPr b="1"/>
            </a:lvl4pPr>
            <a:lvl5pPr lvl="4">
              <a:spcBef>
                <a:spcPts val="0"/>
              </a:spcBef>
              <a:spcAft>
                <a:spcPts val="0"/>
              </a:spcAft>
              <a:buSzPts val="1000"/>
              <a:buFont typeface="Hanken Grotesk"/>
              <a:buNone/>
              <a:defRPr b="1"/>
            </a:lvl5pPr>
            <a:lvl6pPr lvl="5">
              <a:spcBef>
                <a:spcPts val="0"/>
              </a:spcBef>
              <a:spcAft>
                <a:spcPts val="0"/>
              </a:spcAft>
              <a:buSzPts val="1000"/>
              <a:buFont typeface="Hanken Grotesk"/>
              <a:buNone/>
              <a:defRPr b="1"/>
            </a:lvl6pPr>
            <a:lvl7pPr lvl="6">
              <a:spcBef>
                <a:spcPts val="0"/>
              </a:spcBef>
              <a:spcAft>
                <a:spcPts val="0"/>
              </a:spcAft>
              <a:buSzPts val="1000"/>
              <a:buFont typeface="Hanken Grotesk"/>
              <a:buNone/>
              <a:defRPr b="1"/>
            </a:lvl7pPr>
            <a:lvl8pPr lvl="7">
              <a:spcBef>
                <a:spcPts val="0"/>
              </a:spcBef>
              <a:spcAft>
                <a:spcPts val="0"/>
              </a:spcAft>
              <a:buSzPts val="1000"/>
              <a:buFont typeface="Hanken Grotesk"/>
              <a:buNone/>
              <a:defRPr b="1"/>
            </a:lvl8pPr>
            <a:lvl9pPr lvl="8">
              <a:spcBef>
                <a:spcPts val="0"/>
              </a:spcBef>
              <a:spcAft>
                <a:spcPts val="0"/>
              </a:spcAft>
              <a:buSzPts val="1000"/>
              <a:buFont typeface="Hanken Grotesk"/>
              <a:buNone/>
              <a:defRPr b="1"/>
            </a:lvl9pPr>
          </a:lstStyle>
          <a:p/>
        </p:txBody>
      </p:sp>
      <p:sp>
        <p:nvSpPr>
          <p:cNvPr id="270" name="Google Shape;270;p14"/>
          <p:cNvSpPr txBox="1"/>
          <p:nvPr>
            <p:ph idx="31" type="subTitle"/>
          </p:nvPr>
        </p:nvSpPr>
        <p:spPr>
          <a:xfrm>
            <a:off x="337750" y="2758175"/>
            <a:ext cx="1339200" cy="154800"/>
          </a:xfrm>
          <a:prstGeom prst="rect">
            <a:avLst/>
          </a:prstGeom>
        </p:spPr>
        <p:txBody>
          <a:bodyPr anchorCtr="0" anchor="t" bIns="0" lIns="0" spcFirstLastPara="1" rIns="0" wrap="square" tIns="0">
            <a:normAutofit/>
          </a:bodyPr>
          <a:lstStyle>
            <a:lvl1pPr lvl="0">
              <a:spcBef>
                <a:spcPts val="0"/>
              </a:spcBef>
              <a:spcAft>
                <a:spcPts val="0"/>
              </a:spcAft>
              <a:buClr>
                <a:schemeClr val="dk1"/>
              </a:buClr>
              <a:buSzPts val="1000"/>
              <a:buFont typeface="Hanken Grotesk"/>
              <a:buNone/>
              <a:defRPr b="1"/>
            </a:lvl1pPr>
            <a:lvl2pPr lvl="1">
              <a:spcBef>
                <a:spcPts val="0"/>
              </a:spcBef>
              <a:spcAft>
                <a:spcPts val="0"/>
              </a:spcAft>
              <a:buSzPts val="1000"/>
              <a:buFont typeface="Hanken Grotesk"/>
              <a:buNone/>
              <a:defRPr b="1"/>
            </a:lvl2pPr>
            <a:lvl3pPr lvl="2">
              <a:spcBef>
                <a:spcPts val="0"/>
              </a:spcBef>
              <a:spcAft>
                <a:spcPts val="0"/>
              </a:spcAft>
              <a:buSzPts val="1000"/>
              <a:buFont typeface="Hanken Grotesk"/>
              <a:buNone/>
              <a:defRPr b="1"/>
            </a:lvl3pPr>
            <a:lvl4pPr lvl="3">
              <a:spcBef>
                <a:spcPts val="0"/>
              </a:spcBef>
              <a:spcAft>
                <a:spcPts val="0"/>
              </a:spcAft>
              <a:buSzPts val="1000"/>
              <a:buFont typeface="Hanken Grotesk"/>
              <a:buNone/>
              <a:defRPr b="1"/>
            </a:lvl4pPr>
            <a:lvl5pPr lvl="4">
              <a:spcBef>
                <a:spcPts val="0"/>
              </a:spcBef>
              <a:spcAft>
                <a:spcPts val="0"/>
              </a:spcAft>
              <a:buSzPts val="1000"/>
              <a:buFont typeface="Hanken Grotesk"/>
              <a:buNone/>
              <a:defRPr b="1"/>
            </a:lvl5pPr>
            <a:lvl6pPr lvl="5">
              <a:spcBef>
                <a:spcPts val="0"/>
              </a:spcBef>
              <a:spcAft>
                <a:spcPts val="0"/>
              </a:spcAft>
              <a:buSzPts val="1000"/>
              <a:buFont typeface="Hanken Grotesk"/>
              <a:buNone/>
              <a:defRPr b="1"/>
            </a:lvl6pPr>
            <a:lvl7pPr lvl="6">
              <a:spcBef>
                <a:spcPts val="0"/>
              </a:spcBef>
              <a:spcAft>
                <a:spcPts val="0"/>
              </a:spcAft>
              <a:buSzPts val="1000"/>
              <a:buFont typeface="Hanken Grotesk"/>
              <a:buNone/>
              <a:defRPr b="1"/>
            </a:lvl7pPr>
            <a:lvl8pPr lvl="7">
              <a:spcBef>
                <a:spcPts val="0"/>
              </a:spcBef>
              <a:spcAft>
                <a:spcPts val="0"/>
              </a:spcAft>
              <a:buSzPts val="1000"/>
              <a:buFont typeface="Hanken Grotesk"/>
              <a:buNone/>
              <a:defRPr b="1"/>
            </a:lvl8pPr>
            <a:lvl9pPr lvl="8">
              <a:spcBef>
                <a:spcPts val="0"/>
              </a:spcBef>
              <a:spcAft>
                <a:spcPts val="0"/>
              </a:spcAft>
              <a:buSzPts val="1000"/>
              <a:buFont typeface="Hanken Grotesk"/>
              <a:buNone/>
              <a:defRPr b="1"/>
            </a:lvl9pPr>
          </a:lstStyle>
          <a:p/>
        </p:txBody>
      </p:sp>
      <p:sp>
        <p:nvSpPr>
          <p:cNvPr id="271" name="Google Shape;271;p14"/>
          <p:cNvSpPr txBox="1"/>
          <p:nvPr>
            <p:ph idx="32" type="subTitle"/>
          </p:nvPr>
        </p:nvSpPr>
        <p:spPr>
          <a:xfrm>
            <a:off x="337750" y="2268575"/>
            <a:ext cx="1339200" cy="154800"/>
          </a:xfrm>
          <a:prstGeom prst="rect">
            <a:avLst/>
          </a:prstGeom>
        </p:spPr>
        <p:txBody>
          <a:bodyPr anchorCtr="0" anchor="t" bIns="0" lIns="0" spcFirstLastPara="1" rIns="0" wrap="square" tIns="0">
            <a:normAutofit/>
          </a:bodyPr>
          <a:lstStyle>
            <a:lvl1pPr lvl="0">
              <a:spcBef>
                <a:spcPts val="0"/>
              </a:spcBef>
              <a:spcAft>
                <a:spcPts val="0"/>
              </a:spcAft>
              <a:buClr>
                <a:schemeClr val="dk1"/>
              </a:buClr>
              <a:buSzPts val="1000"/>
              <a:buFont typeface="Hanken Grotesk"/>
              <a:buNone/>
              <a:defRPr b="1"/>
            </a:lvl1pPr>
            <a:lvl2pPr lvl="1">
              <a:spcBef>
                <a:spcPts val="0"/>
              </a:spcBef>
              <a:spcAft>
                <a:spcPts val="0"/>
              </a:spcAft>
              <a:buSzPts val="1000"/>
              <a:buFont typeface="Hanken Grotesk"/>
              <a:buNone/>
              <a:defRPr b="1"/>
            </a:lvl2pPr>
            <a:lvl3pPr lvl="2">
              <a:spcBef>
                <a:spcPts val="0"/>
              </a:spcBef>
              <a:spcAft>
                <a:spcPts val="0"/>
              </a:spcAft>
              <a:buSzPts val="1000"/>
              <a:buFont typeface="Hanken Grotesk"/>
              <a:buNone/>
              <a:defRPr b="1"/>
            </a:lvl3pPr>
            <a:lvl4pPr lvl="3">
              <a:spcBef>
                <a:spcPts val="0"/>
              </a:spcBef>
              <a:spcAft>
                <a:spcPts val="0"/>
              </a:spcAft>
              <a:buSzPts val="1000"/>
              <a:buFont typeface="Hanken Grotesk"/>
              <a:buNone/>
              <a:defRPr b="1"/>
            </a:lvl4pPr>
            <a:lvl5pPr lvl="4">
              <a:spcBef>
                <a:spcPts val="0"/>
              </a:spcBef>
              <a:spcAft>
                <a:spcPts val="0"/>
              </a:spcAft>
              <a:buSzPts val="1000"/>
              <a:buFont typeface="Hanken Grotesk"/>
              <a:buNone/>
              <a:defRPr b="1"/>
            </a:lvl5pPr>
            <a:lvl6pPr lvl="5">
              <a:spcBef>
                <a:spcPts val="0"/>
              </a:spcBef>
              <a:spcAft>
                <a:spcPts val="0"/>
              </a:spcAft>
              <a:buSzPts val="1000"/>
              <a:buFont typeface="Hanken Grotesk"/>
              <a:buNone/>
              <a:defRPr b="1"/>
            </a:lvl6pPr>
            <a:lvl7pPr lvl="6">
              <a:spcBef>
                <a:spcPts val="0"/>
              </a:spcBef>
              <a:spcAft>
                <a:spcPts val="0"/>
              </a:spcAft>
              <a:buSzPts val="1000"/>
              <a:buFont typeface="Hanken Grotesk"/>
              <a:buNone/>
              <a:defRPr b="1"/>
            </a:lvl7pPr>
            <a:lvl8pPr lvl="7">
              <a:spcBef>
                <a:spcPts val="0"/>
              </a:spcBef>
              <a:spcAft>
                <a:spcPts val="0"/>
              </a:spcAft>
              <a:buSzPts val="1000"/>
              <a:buFont typeface="Hanken Grotesk"/>
              <a:buNone/>
              <a:defRPr b="1"/>
            </a:lvl8pPr>
            <a:lvl9pPr lvl="8">
              <a:spcBef>
                <a:spcPts val="0"/>
              </a:spcBef>
              <a:spcAft>
                <a:spcPts val="0"/>
              </a:spcAft>
              <a:buSzPts val="1000"/>
              <a:buFont typeface="Hanken Grotesk"/>
              <a:buNone/>
              <a:defRPr b="1"/>
            </a:lvl9pPr>
          </a:lstStyle>
          <a:p/>
        </p:txBody>
      </p:sp>
      <p:sp>
        <p:nvSpPr>
          <p:cNvPr id="272" name="Google Shape;272;p14"/>
          <p:cNvSpPr txBox="1"/>
          <p:nvPr>
            <p:ph idx="33" type="title"/>
          </p:nvPr>
        </p:nvSpPr>
        <p:spPr>
          <a:xfrm>
            <a:off x="596525" y="753313"/>
            <a:ext cx="7062000" cy="615900"/>
          </a:xfrm>
          <a:prstGeom prst="rect">
            <a:avLst/>
          </a:prstGeom>
        </p:spPr>
        <p:txBody>
          <a:bodyPr anchorCtr="0" anchor="t" bIns="91425" lIns="91425" spcFirstLastPara="1" rIns="91425" wrap="square" tIns="0">
            <a:normAutofit/>
          </a:bodyPr>
          <a:lstStyle>
            <a:lvl1pPr lvl="0">
              <a:spcBef>
                <a:spcPts val="0"/>
              </a:spcBef>
              <a:spcAft>
                <a:spcPts val="0"/>
              </a:spcAft>
              <a:buSzPts val="2800"/>
              <a:buNone/>
              <a:defRPr sz="4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3" name="Google Shape;273;p14"/>
          <p:cNvSpPr txBox="1"/>
          <p:nvPr>
            <p:ph idx="34" type="subTitle"/>
          </p:nvPr>
        </p:nvSpPr>
        <p:spPr>
          <a:xfrm>
            <a:off x="1950863" y="1724125"/>
            <a:ext cx="1771200" cy="396000"/>
          </a:xfrm>
          <a:prstGeom prst="rect">
            <a:avLst/>
          </a:prstGeom>
        </p:spPr>
        <p:txBody>
          <a:bodyPr anchorCtr="0" anchor="t" bIns="90000" lIns="180000" spcFirstLastPara="1" rIns="0" wrap="square" tIns="90000">
            <a:normAutofit/>
          </a:bodyPr>
          <a:lstStyle>
            <a:lvl1pPr lvl="0">
              <a:spcBef>
                <a:spcPts val="0"/>
              </a:spcBef>
              <a:spcAft>
                <a:spcPts val="0"/>
              </a:spcAft>
              <a:buClr>
                <a:schemeClr val="dk1"/>
              </a:buClr>
              <a:buSzPts val="1400"/>
              <a:buFont typeface="Hanken Grotesk"/>
              <a:buNone/>
              <a:defRPr b="1"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4" name="Google Shape;274;p14"/>
          <p:cNvSpPr txBox="1"/>
          <p:nvPr>
            <p:ph idx="35" type="subTitle"/>
          </p:nvPr>
        </p:nvSpPr>
        <p:spPr>
          <a:xfrm>
            <a:off x="3726825" y="1724125"/>
            <a:ext cx="1771200" cy="396000"/>
          </a:xfrm>
          <a:prstGeom prst="rect">
            <a:avLst/>
          </a:prstGeom>
        </p:spPr>
        <p:txBody>
          <a:bodyPr anchorCtr="0" anchor="t" bIns="90000" lIns="180000" spcFirstLastPara="1" rIns="0" wrap="square" tIns="90000">
            <a:normAutofit/>
          </a:bodyPr>
          <a:lstStyle>
            <a:lvl1pPr lvl="0">
              <a:spcBef>
                <a:spcPts val="0"/>
              </a:spcBef>
              <a:spcAft>
                <a:spcPts val="0"/>
              </a:spcAft>
              <a:buClr>
                <a:schemeClr val="dk1"/>
              </a:buClr>
              <a:buSzPts val="1400"/>
              <a:buFont typeface="Hanken Grotesk"/>
              <a:buNone/>
              <a:defRPr b="1"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5" name="Google Shape;275;p14"/>
          <p:cNvSpPr txBox="1"/>
          <p:nvPr>
            <p:ph idx="36" type="subTitle"/>
          </p:nvPr>
        </p:nvSpPr>
        <p:spPr>
          <a:xfrm>
            <a:off x="5503900" y="1724125"/>
            <a:ext cx="1771200" cy="396000"/>
          </a:xfrm>
          <a:prstGeom prst="rect">
            <a:avLst/>
          </a:prstGeom>
        </p:spPr>
        <p:txBody>
          <a:bodyPr anchorCtr="0" anchor="t" bIns="90000" lIns="180000" spcFirstLastPara="1" rIns="0" wrap="square" tIns="90000">
            <a:normAutofit/>
          </a:bodyPr>
          <a:lstStyle>
            <a:lvl1pPr lvl="0">
              <a:spcBef>
                <a:spcPts val="0"/>
              </a:spcBef>
              <a:spcAft>
                <a:spcPts val="0"/>
              </a:spcAft>
              <a:buClr>
                <a:schemeClr val="dk1"/>
              </a:buClr>
              <a:buSzPts val="1400"/>
              <a:buFont typeface="Hanken Grotesk"/>
              <a:buNone/>
              <a:defRPr b="1"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orient="horz" pos="2731">
          <p15:clr>
            <a:srgbClr val="E46962"/>
          </p15:clr>
        </p15:guide>
        <p15:guide id="2" orient="horz" pos="2435">
          <p15:clr>
            <a:srgbClr val="E46962"/>
          </p15:clr>
        </p15:guide>
        <p15:guide id="3" orient="horz" pos="1819">
          <p15:clr>
            <a:srgbClr val="E46962"/>
          </p15:clr>
        </p15:guide>
        <p15:guide id="4" orient="horz" pos="2129">
          <p15:clr>
            <a:srgbClr val="E46962"/>
          </p15:clr>
        </p15:guide>
        <p15:guide id="5" orient="horz" pos="1510">
          <p15:clr>
            <a:srgbClr val="E46962"/>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s and folder background">
  <p:cSld name="CUSTOM_1_1">
    <p:spTree>
      <p:nvGrpSpPr>
        <p:cNvPr id="276" name="Shape 276"/>
        <p:cNvGrpSpPr/>
        <p:nvPr/>
      </p:nvGrpSpPr>
      <p:grpSpPr>
        <a:xfrm>
          <a:off x="0" y="0"/>
          <a:ext cx="0" cy="0"/>
          <a:chOff x="0" y="0"/>
          <a:chExt cx="0" cy="0"/>
        </a:xfrm>
      </p:grpSpPr>
      <p:sp>
        <p:nvSpPr>
          <p:cNvPr id="277" name="Google Shape;277;p15"/>
          <p:cNvSpPr/>
          <p:nvPr/>
        </p:nvSpPr>
        <p:spPr>
          <a:xfrm>
            <a:off x="-2450" y="486600"/>
            <a:ext cx="9144000" cy="4656900"/>
          </a:xfrm>
          <a:prstGeom prst="roundRect">
            <a:avLst>
              <a:gd fmla="val 0"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28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278" name="Google Shape;278;p15"/>
          <p:cNvSpPr txBox="1"/>
          <p:nvPr>
            <p:ph idx="1" type="subTitle"/>
          </p:nvPr>
        </p:nvSpPr>
        <p:spPr>
          <a:xfrm>
            <a:off x="131460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279" name="Google Shape;279;p15"/>
          <p:cNvSpPr txBox="1"/>
          <p:nvPr>
            <p:ph idx="2" type="subTitle"/>
          </p:nvPr>
        </p:nvSpPr>
        <p:spPr>
          <a:xfrm>
            <a:off x="422885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280" name="Google Shape;280;p15"/>
          <p:cNvSpPr txBox="1"/>
          <p:nvPr>
            <p:ph idx="3" type="subTitle"/>
          </p:nvPr>
        </p:nvSpPr>
        <p:spPr>
          <a:xfrm>
            <a:off x="572410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281" name="Google Shape;281;p15"/>
          <p:cNvSpPr txBox="1"/>
          <p:nvPr>
            <p:ph type="title"/>
          </p:nvPr>
        </p:nvSpPr>
        <p:spPr>
          <a:xfrm>
            <a:off x="2777959" y="131799"/>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282" name="Google Shape;282;p15"/>
          <p:cNvSpPr txBox="1"/>
          <p:nvPr>
            <p:ph idx="4" type="subTitle"/>
          </p:nvPr>
        </p:nvSpPr>
        <p:spPr>
          <a:xfrm>
            <a:off x="4617888" y="2276000"/>
            <a:ext cx="4291500" cy="525600"/>
          </a:xfrm>
          <a:prstGeom prst="rect">
            <a:avLst/>
          </a:prstGeom>
        </p:spPr>
        <p:txBody>
          <a:bodyPr anchorCtr="0" anchor="t" bIns="0" lIns="180000" spcFirstLastPara="1" rIns="180000" wrap="square" tIns="90000">
            <a:normAutofit/>
          </a:bodyPr>
          <a:lstStyle>
            <a:lvl1pPr lvl="0">
              <a:spcBef>
                <a:spcPts val="0"/>
              </a:spcBef>
              <a:spcAft>
                <a:spcPts val="0"/>
              </a:spcAft>
              <a:buClr>
                <a:schemeClr val="dk1"/>
              </a:buClr>
              <a:buSzPts val="1600"/>
              <a:buFont typeface="Neuton Light"/>
              <a:buNone/>
              <a:defRPr sz="1600">
                <a:latin typeface="Neuton Light"/>
                <a:ea typeface="Neuton Light"/>
                <a:cs typeface="Neuton Light"/>
                <a:sym typeface="Neuton Light"/>
              </a:defRPr>
            </a:lvl1pPr>
            <a:lvl2pPr lvl="1">
              <a:spcBef>
                <a:spcPts val="0"/>
              </a:spcBef>
              <a:spcAft>
                <a:spcPts val="0"/>
              </a:spcAft>
              <a:buSzPts val="1600"/>
              <a:buFont typeface="Neuton Light"/>
              <a:buNone/>
              <a:defRPr sz="1600">
                <a:latin typeface="Neuton Light"/>
                <a:ea typeface="Neuton Light"/>
                <a:cs typeface="Neuton Light"/>
                <a:sym typeface="Neuton Light"/>
              </a:defRPr>
            </a:lvl2pPr>
            <a:lvl3pPr lvl="2">
              <a:spcBef>
                <a:spcPts val="0"/>
              </a:spcBef>
              <a:spcAft>
                <a:spcPts val="0"/>
              </a:spcAft>
              <a:buSzPts val="1600"/>
              <a:buFont typeface="Neuton Light"/>
              <a:buNone/>
              <a:defRPr sz="1600">
                <a:latin typeface="Neuton Light"/>
                <a:ea typeface="Neuton Light"/>
                <a:cs typeface="Neuton Light"/>
                <a:sym typeface="Neuton Light"/>
              </a:defRPr>
            </a:lvl3pPr>
            <a:lvl4pPr lvl="3">
              <a:spcBef>
                <a:spcPts val="0"/>
              </a:spcBef>
              <a:spcAft>
                <a:spcPts val="0"/>
              </a:spcAft>
              <a:buSzPts val="1600"/>
              <a:buFont typeface="Neuton Light"/>
              <a:buNone/>
              <a:defRPr sz="1600">
                <a:latin typeface="Neuton Light"/>
                <a:ea typeface="Neuton Light"/>
                <a:cs typeface="Neuton Light"/>
                <a:sym typeface="Neuton Light"/>
              </a:defRPr>
            </a:lvl4pPr>
            <a:lvl5pPr lvl="4">
              <a:spcBef>
                <a:spcPts val="0"/>
              </a:spcBef>
              <a:spcAft>
                <a:spcPts val="0"/>
              </a:spcAft>
              <a:buSzPts val="1600"/>
              <a:buFont typeface="Neuton Light"/>
              <a:buNone/>
              <a:defRPr sz="1600">
                <a:latin typeface="Neuton Light"/>
                <a:ea typeface="Neuton Light"/>
                <a:cs typeface="Neuton Light"/>
                <a:sym typeface="Neuton Light"/>
              </a:defRPr>
            </a:lvl5pPr>
            <a:lvl6pPr lvl="5">
              <a:spcBef>
                <a:spcPts val="0"/>
              </a:spcBef>
              <a:spcAft>
                <a:spcPts val="0"/>
              </a:spcAft>
              <a:buSzPts val="1600"/>
              <a:buFont typeface="Neuton Light"/>
              <a:buNone/>
              <a:defRPr sz="1600">
                <a:latin typeface="Neuton Light"/>
                <a:ea typeface="Neuton Light"/>
                <a:cs typeface="Neuton Light"/>
                <a:sym typeface="Neuton Light"/>
              </a:defRPr>
            </a:lvl6pPr>
            <a:lvl7pPr lvl="6">
              <a:spcBef>
                <a:spcPts val="0"/>
              </a:spcBef>
              <a:spcAft>
                <a:spcPts val="0"/>
              </a:spcAft>
              <a:buSzPts val="1600"/>
              <a:buFont typeface="Neuton Light"/>
              <a:buNone/>
              <a:defRPr sz="1600">
                <a:latin typeface="Neuton Light"/>
                <a:ea typeface="Neuton Light"/>
                <a:cs typeface="Neuton Light"/>
                <a:sym typeface="Neuton Light"/>
              </a:defRPr>
            </a:lvl7pPr>
            <a:lvl8pPr lvl="7">
              <a:spcBef>
                <a:spcPts val="0"/>
              </a:spcBef>
              <a:spcAft>
                <a:spcPts val="0"/>
              </a:spcAft>
              <a:buSzPts val="1600"/>
              <a:buFont typeface="Neuton Light"/>
              <a:buNone/>
              <a:defRPr sz="1600">
                <a:latin typeface="Neuton Light"/>
                <a:ea typeface="Neuton Light"/>
                <a:cs typeface="Neuton Light"/>
                <a:sym typeface="Neuton Light"/>
              </a:defRPr>
            </a:lvl8pPr>
            <a:lvl9pPr lvl="8">
              <a:spcBef>
                <a:spcPts val="0"/>
              </a:spcBef>
              <a:spcAft>
                <a:spcPts val="0"/>
              </a:spcAft>
              <a:buSzPts val="1600"/>
              <a:buFont typeface="Neuton Light"/>
              <a:buNone/>
              <a:defRPr sz="1600">
                <a:latin typeface="Neuton Light"/>
                <a:ea typeface="Neuton Light"/>
                <a:cs typeface="Neuton Light"/>
                <a:sym typeface="Neuton Light"/>
              </a:defRPr>
            </a:lvl9pPr>
          </a:lstStyle>
          <a:p/>
        </p:txBody>
      </p:sp>
      <p:cxnSp>
        <p:nvCxnSpPr>
          <p:cNvPr id="283" name="Google Shape;283;p15"/>
          <p:cNvCxnSpPr/>
          <p:nvPr/>
        </p:nvCxnSpPr>
        <p:spPr>
          <a:xfrm rot="10800000">
            <a:off x="5397992" y="3025650"/>
            <a:ext cx="0" cy="1576800"/>
          </a:xfrm>
          <a:prstGeom prst="straightConnector1">
            <a:avLst/>
          </a:prstGeom>
          <a:noFill/>
          <a:ln cap="flat" cmpd="sng" w="9525">
            <a:solidFill>
              <a:schemeClr val="dk1"/>
            </a:solidFill>
            <a:prstDash val="dot"/>
            <a:round/>
            <a:headEnd len="sm" w="sm" type="none"/>
            <a:tailEnd len="sm" w="sm" type="none"/>
          </a:ln>
        </p:spPr>
      </p:cxnSp>
      <p:cxnSp>
        <p:nvCxnSpPr>
          <p:cNvPr id="284" name="Google Shape;284;p15"/>
          <p:cNvCxnSpPr/>
          <p:nvPr/>
        </p:nvCxnSpPr>
        <p:spPr>
          <a:xfrm rot="10800000">
            <a:off x="6114201" y="3025007"/>
            <a:ext cx="0" cy="1576800"/>
          </a:xfrm>
          <a:prstGeom prst="straightConnector1">
            <a:avLst/>
          </a:prstGeom>
          <a:noFill/>
          <a:ln cap="flat" cmpd="sng" w="9525">
            <a:solidFill>
              <a:schemeClr val="dk1"/>
            </a:solidFill>
            <a:prstDash val="dot"/>
            <a:round/>
            <a:headEnd len="sm" w="sm" type="none"/>
            <a:tailEnd len="sm" w="sm" type="none"/>
          </a:ln>
        </p:spPr>
      </p:cxnSp>
      <p:cxnSp>
        <p:nvCxnSpPr>
          <p:cNvPr id="285" name="Google Shape;285;p15"/>
          <p:cNvCxnSpPr/>
          <p:nvPr/>
        </p:nvCxnSpPr>
        <p:spPr>
          <a:xfrm rot="10800000">
            <a:off x="6816098" y="3025650"/>
            <a:ext cx="0" cy="1576800"/>
          </a:xfrm>
          <a:prstGeom prst="straightConnector1">
            <a:avLst/>
          </a:prstGeom>
          <a:noFill/>
          <a:ln cap="flat" cmpd="sng" w="9525">
            <a:solidFill>
              <a:schemeClr val="dk1"/>
            </a:solidFill>
            <a:prstDash val="dot"/>
            <a:round/>
            <a:headEnd len="sm" w="sm" type="none"/>
            <a:tailEnd len="sm" w="sm" type="none"/>
          </a:ln>
        </p:spPr>
      </p:cxnSp>
      <p:cxnSp>
        <p:nvCxnSpPr>
          <p:cNvPr id="286" name="Google Shape;286;p15"/>
          <p:cNvCxnSpPr/>
          <p:nvPr/>
        </p:nvCxnSpPr>
        <p:spPr>
          <a:xfrm rot="10800000">
            <a:off x="7517325" y="3025650"/>
            <a:ext cx="0" cy="1576800"/>
          </a:xfrm>
          <a:prstGeom prst="straightConnector1">
            <a:avLst/>
          </a:prstGeom>
          <a:noFill/>
          <a:ln cap="flat" cmpd="sng" w="9525">
            <a:solidFill>
              <a:schemeClr val="dk1"/>
            </a:solidFill>
            <a:prstDash val="dot"/>
            <a:round/>
            <a:headEnd len="sm" w="sm" type="none"/>
            <a:tailEnd len="sm" w="sm" type="none"/>
          </a:ln>
        </p:spPr>
      </p:cxnSp>
      <p:cxnSp>
        <p:nvCxnSpPr>
          <p:cNvPr id="287" name="Google Shape;287;p15"/>
          <p:cNvCxnSpPr/>
          <p:nvPr/>
        </p:nvCxnSpPr>
        <p:spPr>
          <a:xfrm rot="10800000">
            <a:off x="8218904" y="3025011"/>
            <a:ext cx="0" cy="1576800"/>
          </a:xfrm>
          <a:prstGeom prst="straightConnector1">
            <a:avLst/>
          </a:prstGeom>
          <a:noFill/>
          <a:ln cap="flat" cmpd="sng" w="9525">
            <a:solidFill>
              <a:schemeClr val="dk1"/>
            </a:solidFill>
            <a:prstDash val="dot"/>
            <a:round/>
            <a:headEnd len="sm" w="sm" type="none"/>
            <a:tailEnd len="sm" w="sm" type="none"/>
          </a:ln>
        </p:spPr>
      </p:cxnSp>
      <p:cxnSp>
        <p:nvCxnSpPr>
          <p:cNvPr id="288" name="Google Shape;288;p15"/>
          <p:cNvCxnSpPr/>
          <p:nvPr/>
        </p:nvCxnSpPr>
        <p:spPr>
          <a:xfrm rot="10800000">
            <a:off x="5043384" y="4397242"/>
            <a:ext cx="3684900" cy="0"/>
          </a:xfrm>
          <a:prstGeom prst="straightConnector1">
            <a:avLst/>
          </a:prstGeom>
          <a:noFill/>
          <a:ln cap="flat" cmpd="sng" w="9525">
            <a:solidFill>
              <a:schemeClr val="dk1"/>
            </a:solidFill>
            <a:prstDash val="dot"/>
            <a:round/>
            <a:headEnd len="sm" w="sm" type="none"/>
            <a:tailEnd len="sm" w="sm" type="none"/>
          </a:ln>
        </p:spPr>
      </p:cxnSp>
      <p:cxnSp>
        <p:nvCxnSpPr>
          <p:cNvPr id="289" name="Google Shape;289;p15"/>
          <p:cNvCxnSpPr/>
          <p:nvPr/>
        </p:nvCxnSpPr>
        <p:spPr>
          <a:xfrm rot="10800000">
            <a:off x="5043384" y="4106948"/>
            <a:ext cx="3684900" cy="0"/>
          </a:xfrm>
          <a:prstGeom prst="straightConnector1">
            <a:avLst/>
          </a:prstGeom>
          <a:noFill/>
          <a:ln cap="flat" cmpd="sng" w="9525">
            <a:solidFill>
              <a:schemeClr val="dk1"/>
            </a:solidFill>
            <a:prstDash val="dot"/>
            <a:round/>
            <a:headEnd len="sm" w="sm" type="none"/>
            <a:tailEnd len="sm" w="sm" type="none"/>
          </a:ln>
        </p:spPr>
      </p:cxnSp>
      <p:cxnSp>
        <p:nvCxnSpPr>
          <p:cNvPr id="290" name="Google Shape;290;p15"/>
          <p:cNvCxnSpPr/>
          <p:nvPr/>
        </p:nvCxnSpPr>
        <p:spPr>
          <a:xfrm rot="10800000">
            <a:off x="5043384" y="3813733"/>
            <a:ext cx="3684900" cy="0"/>
          </a:xfrm>
          <a:prstGeom prst="straightConnector1">
            <a:avLst/>
          </a:prstGeom>
          <a:noFill/>
          <a:ln cap="flat" cmpd="sng" w="9525">
            <a:solidFill>
              <a:schemeClr val="dk1"/>
            </a:solidFill>
            <a:prstDash val="dot"/>
            <a:round/>
            <a:headEnd len="sm" w="sm" type="none"/>
            <a:tailEnd len="sm" w="sm" type="none"/>
          </a:ln>
        </p:spPr>
      </p:cxnSp>
      <p:cxnSp>
        <p:nvCxnSpPr>
          <p:cNvPr id="291" name="Google Shape;291;p15"/>
          <p:cNvCxnSpPr/>
          <p:nvPr/>
        </p:nvCxnSpPr>
        <p:spPr>
          <a:xfrm rot="10800000">
            <a:off x="5043384" y="3521491"/>
            <a:ext cx="3684900" cy="0"/>
          </a:xfrm>
          <a:prstGeom prst="straightConnector1">
            <a:avLst/>
          </a:prstGeom>
          <a:noFill/>
          <a:ln cap="flat" cmpd="sng" w="9525">
            <a:solidFill>
              <a:schemeClr val="dk1"/>
            </a:solidFill>
            <a:prstDash val="dot"/>
            <a:round/>
            <a:headEnd len="sm" w="sm" type="none"/>
            <a:tailEnd len="sm" w="sm" type="none"/>
          </a:ln>
        </p:spPr>
      </p:cxnSp>
      <p:cxnSp>
        <p:nvCxnSpPr>
          <p:cNvPr id="292" name="Google Shape;292;p15"/>
          <p:cNvCxnSpPr/>
          <p:nvPr/>
        </p:nvCxnSpPr>
        <p:spPr>
          <a:xfrm rot="10800000">
            <a:off x="5043384" y="3228574"/>
            <a:ext cx="3684900" cy="0"/>
          </a:xfrm>
          <a:prstGeom prst="straightConnector1">
            <a:avLst/>
          </a:prstGeom>
          <a:noFill/>
          <a:ln cap="flat" cmpd="sng" w="9525">
            <a:solidFill>
              <a:schemeClr val="dk1"/>
            </a:solidFill>
            <a:prstDash val="dot"/>
            <a:round/>
            <a:headEnd len="sm" w="sm" type="none"/>
            <a:tailEnd len="sm" w="sm" type="none"/>
          </a:ln>
        </p:spPr>
      </p:cxnSp>
      <p:cxnSp>
        <p:nvCxnSpPr>
          <p:cNvPr id="293" name="Google Shape;293;p15"/>
          <p:cNvCxnSpPr/>
          <p:nvPr/>
        </p:nvCxnSpPr>
        <p:spPr>
          <a:xfrm rot="10800000">
            <a:off x="5043640" y="4602364"/>
            <a:ext cx="3684900" cy="0"/>
          </a:xfrm>
          <a:prstGeom prst="straightConnector1">
            <a:avLst/>
          </a:prstGeom>
          <a:noFill/>
          <a:ln cap="flat" cmpd="sng" w="9525">
            <a:solidFill>
              <a:schemeClr val="dk1"/>
            </a:solidFill>
            <a:prstDash val="solid"/>
            <a:round/>
            <a:headEnd len="sm" w="sm" type="none"/>
            <a:tailEnd len="sm" w="sm" type="none"/>
          </a:ln>
        </p:spPr>
      </p:cxnSp>
      <p:cxnSp>
        <p:nvCxnSpPr>
          <p:cNvPr id="294" name="Google Shape;294;p15"/>
          <p:cNvCxnSpPr/>
          <p:nvPr/>
        </p:nvCxnSpPr>
        <p:spPr>
          <a:xfrm rot="10800000">
            <a:off x="5043455" y="3022856"/>
            <a:ext cx="0" cy="1582200"/>
          </a:xfrm>
          <a:prstGeom prst="straightConnector1">
            <a:avLst/>
          </a:prstGeom>
          <a:noFill/>
          <a:ln cap="flat" cmpd="sng" w="9525">
            <a:solidFill>
              <a:schemeClr val="dk1"/>
            </a:solidFill>
            <a:prstDash val="solid"/>
            <a:round/>
            <a:headEnd len="sm" w="sm" type="none"/>
            <a:tailEnd len="sm" w="sm" type="none"/>
          </a:ln>
        </p:spPr>
      </p:cxnSp>
      <p:sp>
        <p:nvSpPr>
          <p:cNvPr id="295" name="Google Shape;295;p15"/>
          <p:cNvSpPr txBox="1"/>
          <p:nvPr>
            <p:ph idx="5" type="subTitle"/>
          </p:nvPr>
        </p:nvSpPr>
        <p:spPr>
          <a:xfrm>
            <a:off x="392000" y="4601800"/>
            <a:ext cx="916500" cy="1836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96" name="Google Shape;296;p15"/>
          <p:cNvSpPr txBox="1"/>
          <p:nvPr>
            <p:ph idx="6" type="subTitle"/>
          </p:nvPr>
        </p:nvSpPr>
        <p:spPr>
          <a:xfrm>
            <a:off x="1390838" y="4601800"/>
            <a:ext cx="916500" cy="1836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97" name="Google Shape;297;p15"/>
          <p:cNvSpPr txBox="1"/>
          <p:nvPr>
            <p:ph idx="7" type="subTitle"/>
          </p:nvPr>
        </p:nvSpPr>
        <p:spPr>
          <a:xfrm>
            <a:off x="2389500" y="4602800"/>
            <a:ext cx="903600" cy="1836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98" name="Google Shape;298;p15"/>
          <p:cNvSpPr txBox="1"/>
          <p:nvPr>
            <p:ph idx="8" type="subTitle"/>
          </p:nvPr>
        </p:nvSpPr>
        <p:spPr>
          <a:xfrm>
            <a:off x="3388150" y="4601800"/>
            <a:ext cx="960300" cy="1836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299" name="Google Shape;299;p15"/>
          <p:cNvSpPr txBox="1"/>
          <p:nvPr>
            <p:ph idx="9" type="subTitle"/>
          </p:nvPr>
        </p:nvSpPr>
        <p:spPr>
          <a:xfrm>
            <a:off x="392025" y="4022425"/>
            <a:ext cx="916500" cy="579600"/>
          </a:xfrm>
          <a:prstGeom prst="rect">
            <a:avLst/>
          </a:prstGeom>
        </p:spPr>
        <p:txBody>
          <a:bodyPr anchorCtr="0" anchor="b" bIns="0" lIns="54000" spcFirstLastPara="1" rIns="0" wrap="square" tIns="0">
            <a:normAutofit/>
          </a:bodyPr>
          <a:lstStyle>
            <a:lvl1pPr lvl="0">
              <a:spcBef>
                <a:spcPts val="0"/>
              </a:spcBef>
              <a:spcAft>
                <a:spcPts val="0"/>
              </a:spcAft>
              <a:buClr>
                <a:schemeClr val="dk1"/>
              </a:buClr>
              <a:buSzPts val="3000"/>
              <a:buFont typeface="Hanken Grotesk Medium"/>
              <a:buNone/>
              <a:defRPr sz="3000">
                <a:latin typeface="Hanken Grotesk Medium"/>
                <a:ea typeface="Hanken Grotesk Medium"/>
                <a:cs typeface="Hanken Grotesk Medium"/>
                <a:sym typeface="Hanken Grotesk Medium"/>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00" name="Google Shape;300;p15"/>
          <p:cNvSpPr txBox="1"/>
          <p:nvPr>
            <p:ph idx="13" type="subTitle"/>
          </p:nvPr>
        </p:nvSpPr>
        <p:spPr>
          <a:xfrm>
            <a:off x="1391050" y="3875575"/>
            <a:ext cx="916500" cy="726600"/>
          </a:xfrm>
          <a:prstGeom prst="rect">
            <a:avLst/>
          </a:prstGeom>
        </p:spPr>
        <p:txBody>
          <a:bodyPr anchorCtr="0" anchor="b" bIns="0" lIns="54000" spcFirstLastPara="1" rIns="0" wrap="square" tIns="0">
            <a:normAutofit/>
          </a:bodyPr>
          <a:lstStyle>
            <a:lvl1pPr lvl="0">
              <a:spcBef>
                <a:spcPts val="0"/>
              </a:spcBef>
              <a:spcAft>
                <a:spcPts val="0"/>
              </a:spcAft>
              <a:buClr>
                <a:schemeClr val="dk1"/>
              </a:buClr>
              <a:buSzPts val="3000"/>
              <a:buFont typeface="Hanken Grotesk Medium"/>
              <a:buNone/>
              <a:defRPr sz="3000">
                <a:latin typeface="Hanken Grotesk Medium"/>
                <a:ea typeface="Hanken Grotesk Medium"/>
                <a:cs typeface="Hanken Grotesk Medium"/>
                <a:sym typeface="Hanken Grotesk Medium"/>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01" name="Google Shape;301;p15"/>
          <p:cNvSpPr txBox="1"/>
          <p:nvPr>
            <p:ph idx="14" type="subTitle"/>
          </p:nvPr>
        </p:nvSpPr>
        <p:spPr>
          <a:xfrm>
            <a:off x="2390200" y="3875575"/>
            <a:ext cx="916500" cy="726600"/>
          </a:xfrm>
          <a:prstGeom prst="rect">
            <a:avLst/>
          </a:prstGeom>
        </p:spPr>
        <p:txBody>
          <a:bodyPr anchorCtr="0" anchor="b" bIns="0" lIns="54000" spcFirstLastPara="1" rIns="0" wrap="square" tIns="0">
            <a:normAutofit/>
          </a:bodyPr>
          <a:lstStyle>
            <a:lvl1pPr lvl="0">
              <a:spcBef>
                <a:spcPts val="0"/>
              </a:spcBef>
              <a:spcAft>
                <a:spcPts val="0"/>
              </a:spcAft>
              <a:buClr>
                <a:schemeClr val="dk1"/>
              </a:buClr>
              <a:buSzPts val="3000"/>
              <a:buFont typeface="Hanken Grotesk Medium"/>
              <a:buNone/>
              <a:defRPr sz="3000">
                <a:latin typeface="Hanken Grotesk Medium"/>
                <a:ea typeface="Hanken Grotesk Medium"/>
                <a:cs typeface="Hanken Grotesk Medium"/>
                <a:sym typeface="Hanken Grotesk Medium"/>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02" name="Google Shape;302;p15"/>
          <p:cNvSpPr txBox="1"/>
          <p:nvPr>
            <p:ph idx="15" type="subTitle"/>
          </p:nvPr>
        </p:nvSpPr>
        <p:spPr>
          <a:xfrm>
            <a:off x="3394525" y="4022425"/>
            <a:ext cx="954000" cy="579600"/>
          </a:xfrm>
          <a:prstGeom prst="rect">
            <a:avLst/>
          </a:prstGeom>
        </p:spPr>
        <p:txBody>
          <a:bodyPr anchorCtr="0" anchor="b" bIns="0" lIns="54000" spcFirstLastPara="1" rIns="0" wrap="square" tIns="0">
            <a:normAutofit/>
          </a:bodyPr>
          <a:lstStyle>
            <a:lvl1pPr lvl="0">
              <a:spcBef>
                <a:spcPts val="0"/>
              </a:spcBef>
              <a:spcAft>
                <a:spcPts val="0"/>
              </a:spcAft>
              <a:buClr>
                <a:schemeClr val="dk1"/>
              </a:buClr>
              <a:buSzPts val="3000"/>
              <a:buFont typeface="Hanken Grotesk Medium"/>
              <a:buNone/>
              <a:defRPr sz="3000">
                <a:latin typeface="Hanken Grotesk Medium"/>
                <a:ea typeface="Hanken Grotesk Medium"/>
                <a:cs typeface="Hanken Grotesk Medium"/>
                <a:sym typeface="Hanken Grotesk Medium"/>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03" name="Google Shape;303;p15"/>
          <p:cNvSpPr txBox="1"/>
          <p:nvPr>
            <p:ph idx="16" type="subTitle"/>
          </p:nvPr>
        </p:nvSpPr>
        <p:spPr>
          <a:xfrm>
            <a:off x="227625" y="2276000"/>
            <a:ext cx="4291500" cy="525600"/>
          </a:xfrm>
          <a:prstGeom prst="rect">
            <a:avLst/>
          </a:prstGeom>
        </p:spPr>
        <p:txBody>
          <a:bodyPr anchorCtr="0" anchor="t" bIns="0" lIns="180000" spcFirstLastPara="1" rIns="180000" wrap="square" tIns="90000">
            <a:normAutofit/>
          </a:bodyPr>
          <a:lstStyle>
            <a:lvl1pPr lvl="0">
              <a:spcBef>
                <a:spcPts val="0"/>
              </a:spcBef>
              <a:spcAft>
                <a:spcPts val="0"/>
              </a:spcAft>
              <a:buClr>
                <a:schemeClr val="dk1"/>
              </a:buClr>
              <a:buSzPts val="1600"/>
              <a:buFont typeface="Neuton Light"/>
              <a:buNone/>
              <a:defRPr sz="1600">
                <a:latin typeface="Neuton Light"/>
                <a:ea typeface="Neuton Light"/>
                <a:cs typeface="Neuton Light"/>
                <a:sym typeface="Neuton Light"/>
              </a:defRPr>
            </a:lvl1pPr>
            <a:lvl2pPr lvl="1">
              <a:spcBef>
                <a:spcPts val="0"/>
              </a:spcBef>
              <a:spcAft>
                <a:spcPts val="0"/>
              </a:spcAft>
              <a:buSzPts val="1600"/>
              <a:buFont typeface="Neuton Light"/>
              <a:buNone/>
              <a:defRPr sz="1600">
                <a:latin typeface="Neuton Light"/>
                <a:ea typeface="Neuton Light"/>
                <a:cs typeface="Neuton Light"/>
                <a:sym typeface="Neuton Light"/>
              </a:defRPr>
            </a:lvl2pPr>
            <a:lvl3pPr lvl="2">
              <a:spcBef>
                <a:spcPts val="0"/>
              </a:spcBef>
              <a:spcAft>
                <a:spcPts val="0"/>
              </a:spcAft>
              <a:buSzPts val="1600"/>
              <a:buFont typeface="Neuton Light"/>
              <a:buNone/>
              <a:defRPr sz="1600">
                <a:latin typeface="Neuton Light"/>
                <a:ea typeface="Neuton Light"/>
                <a:cs typeface="Neuton Light"/>
                <a:sym typeface="Neuton Light"/>
              </a:defRPr>
            </a:lvl3pPr>
            <a:lvl4pPr lvl="3">
              <a:spcBef>
                <a:spcPts val="0"/>
              </a:spcBef>
              <a:spcAft>
                <a:spcPts val="0"/>
              </a:spcAft>
              <a:buSzPts val="1600"/>
              <a:buFont typeface="Neuton Light"/>
              <a:buNone/>
              <a:defRPr sz="1600">
                <a:latin typeface="Neuton Light"/>
                <a:ea typeface="Neuton Light"/>
                <a:cs typeface="Neuton Light"/>
                <a:sym typeface="Neuton Light"/>
              </a:defRPr>
            </a:lvl4pPr>
            <a:lvl5pPr lvl="4">
              <a:spcBef>
                <a:spcPts val="0"/>
              </a:spcBef>
              <a:spcAft>
                <a:spcPts val="0"/>
              </a:spcAft>
              <a:buSzPts val="1600"/>
              <a:buFont typeface="Neuton Light"/>
              <a:buNone/>
              <a:defRPr sz="1600">
                <a:latin typeface="Neuton Light"/>
                <a:ea typeface="Neuton Light"/>
                <a:cs typeface="Neuton Light"/>
                <a:sym typeface="Neuton Light"/>
              </a:defRPr>
            </a:lvl5pPr>
            <a:lvl6pPr lvl="5">
              <a:spcBef>
                <a:spcPts val="0"/>
              </a:spcBef>
              <a:spcAft>
                <a:spcPts val="0"/>
              </a:spcAft>
              <a:buSzPts val="1600"/>
              <a:buFont typeface="Neuton Light"/>
              <a:buNone/>
              <a:defRPr sz="1600">
                <a:latin typeface="Neuton Light"/>
                <a:ea typeface="Neuton Light"/>
                <a:cs typeface="Neuton Light"/>
                <a:sym typeface="Neuton Light"/>
              </a:defRPr>
            </a:lvl6pPr>
            <a:lvl7pPr lvl="6">
              <a:spcBef>
                <a:spcPts val="0"/>
              </a:spcBef>
              <a:spcAft>
                <a:spcPts val="0"/>
              </a:spcAft>
              <a:buSzPts val="1600"/>
              <a:buFont typeface="Neuton Light"/>
              <a:buNone/>
              <a:defRPr sz="1600">
                <a:latin typeface="Neuton Light"/>
                <a:ea typeface="Neuton Light"/>
                <a:cs typeface="Neuton Light"/>
                <a:sym typeface="Neuton Light"/>
              </a:defRPr>
            </a:lvl7pPr>
            <a:lvl8pPr lvl="7">
              <a:spcBef>
                <a:spcPts val="0"/>
              </a:spcBef>
              <a:spcAft>
                <a:spcPts val="0"/>
              </a:spcAft>
              <a:buSzPts val="1600"/>
              <a:buFont typeface="Neuton Light"/>
              <a:buNone/>
              <a:defRPr sz="1600">
                <a:latin typeface="Neuton Light"/>
                <a:ea typeface="Neuton Light"/>
                <a:cs typeface="Neuton Light"/>
                <a:sym typeface="Neuton Light"/>
              </a:defRPr>
            </a:lvl8pPr>
            <a:lvl9pPr lvl="8">
              <a:spcBef>
                <a:spcPts val="0"/>
              </a:spcBef>
              <a:spcAft>
                <a:spcPts val="0"/>
              </a:spcAft>
              <a:buSzPts val="1600"/>
              <a:buFont typeface="Neuton Light"/>
              <a:buNone/>
              <a:defRPr sz="1600">
                <a:latin typeface="Neuton Light"/>
                <a:ea typeface="Neuton Light"/>
                <a:cs typeface="Neuton Light"/>
                <a:sym typeface="Neuton Light"/>
              </a:defRPr>
            </a:lvl9pPr>
          </a:lstStyle>
          <a:p/>
        </p:txBody>
      </p:sp>
      <p:sp>
        <p:nvSpPr>
          <p:cNvPr id="304" name="Google Shape;304;p15"/>
          <p:cNvSpPr txBox="1"/>
          <p:nvPr>
            <p:ph idx="17" type="subTitle"/>
          </p:nvPr>
        </p:nvSpPr>
        <p:spPr>
          <a:xfrm>
            <a:off x="5401957" y="4602450"/>
            <a:ext cx="507600" cy="1836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05" name="Google Shape;305;p15"/>
          <p:cNvSpPr txBox="1"/>
          <p:nvPr>
            <p:ph idx="18" type="subTitle"/>
          </p:nvPr>
        </p:nvSpPr>
        <p:spPr>
          <a:xfrm>
            <a:off x="6104132" y="4602450"/>
            <a:ext cx="507600" cy="1836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06" name="Google Shape;306;p15"/>
          <p:cNvSpPr txBox="1"/>
          <p:nvPr>
            <p:ph idx="19" type="subTitle"/>
          </p:nvPr>
        </p:nvSpPr>
        <p:spPr>
          <a:xfrm>
            <a:off x="6811663" y="4602450"/>
            <a:ext cx="507600" cy="1836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07" name="Google Shape;307;p15"/>
          <p:cNvSpPr txBox="1"/>
          <p:nvPr>
            <p:ph idx="20" type="subTitle"/>
          </p:nvPr>
        </p:nvSpPr>
        <p:spPr>
          <a:xfrm>
            <a:off x="8220182" y="4602450"/>
            <a:ext cx="507600" cy="1836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08" name="Google Shape;308;p15"/>
          <p:cNvSpPr txBox="1"/>
          <p:nvPr>
            <p:ph idx="21" type="subTitle"/>
          </p:nvPr>
        </p:nvSpPr>
        <p:spPr>
          <a:xfrm>
            <a:off x="7516525" y="4602450"/>
            <a:ext cx="507600" cy="1836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09" name="Google Shape;309;p15"/>
          <p:cNvSpPr txBox="1"/>
          <p:nvPr>
            <p:ph idx="22" type="subTitle"/>
          </p:nvPr>
        </p:nvSpPr>
        <p:spPr>
          <a:xfrm>
            <a:off x="4695907" y="4059350"/>
            <a:ext cx="309600" cy="936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10" name="Google Shape;310;p15"/>
          <p:cNvSpPr txBox="1"/>
          <p:nvPr>
            <p:ph idx="23" type="subTitle"/>
          </p:nvPr>
        </p:nvSpPr>
        <p:spPr>
          <a:xfrm>
            <a:off x="4695907" y="4358875"/>
            <a:ext cx="309600" cy="936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11" name="Google Shape;311;p15"/>
          <p:cNvSpPr txBox="1"/>
          <p:nvPr>
            <p:ph idx="24" type="subTitle"/>
          </p:nvPr>
        </p:nvSpPr>
        <p:spPr>
          <a:xfrm>
            <a:off x="4695907" y="3474700"/>
            <a:ext cx="309600" cy="936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12" name="Google Shape;312;p15"/>
          <p:cNvSpPr txBox="1"/>
          <p:nvPr>
            <p:ph idx="25" type="subTitle"/>
          </p:nvPr>
        </p:nvSpPr>
        <p:spPr>
          <a:xfrm>
            <a:off x="4695907" y="3777850"/>
            <a:ext cx="309600" cy="936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13" name="Google Shape;313;p15"/>
          <p:cNvSpPr txBox="1"/>
          <p:nvPr>
            <p:ph idx="26" type="subTitle"/>
          </p:nvPr>
        </p:nvSpPr>
        <p:spPr>
          <a:xfrm>
            <a:off x="4695907" y="3181775"/>
            <a:ext cx="309600" cy="936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14" name="Google Shape;314;p15"/>
          <p:cNvSpPr txBox="1"/>
          <p:nvPr>
            <p:ph idx="27" type="title"/>
          </p:nvPr>
        </p:nvSpPr>
        <p:spPr>
          <a:xfrm>
            <a:off x="593775" y="707062"/>
            <a:ext cx="7196400" cy="615900"/>
          </a:xfrm>
          <a:prstGeom prst="rect">
            <a:avLst/>
          </a:prstGeom>
        </p:spPr>
        <p:txBody>
          <a:bodyPr anchorCtr="0" anchor="t" bIns="91425" lIns="0" spcFirstLastPara="1" rIns="0" wrap="square" tIns="0">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lumns 2">
  <p:cSld name="CUSTOM_7_1_1_1_1_1_1_1_1_1_1_1_1_1_1_1_1_9">
    <p:spTree>
      <p:nvGrpSpPr>
        <p:cNvPr id="315" name="Shape 315"/>
        <p:cNvGrpSpPr/>
        <p:nvPr/>
      </p:nvGrpSpPr>
      <p:grpSpPr>
        <a:xfrm>
          <a:off x="0" y="0"/>
          <a:ext cx="0" cy="0"/>
          <a:chOff x="0" y="0"/>
          <a:chExt cx="0" cy="0"/>
        </a:xfrm>
      </p:grpSpPr>
      <p:sp>
        <p:nvSpPr>
          <p:cNvPr id="316" name="Google Shape;316;p16"/>
          <p:cNvSpPr txBox="1"/>
          <p:nvPr>
            <p:ph type="title"/>
          </p:nvPr>
        </p:nvSpPr>
        <p:spPr>
          <a:xfrm>
            <a:off x="2121700" y="637675"/>
            <a:ext cx="360000" cy="360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1pPr>
            <a:lvl2pPr lvl="1"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2pPr>
            <a:lvl3pPr lvl="2"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3pPr>
            <a:lvl4pPr lvl="3"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4pPr>
            <a:lvl5pPr lvl="4"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5pPr>
            <a:lvl6pPr lvl="5"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6pPr>
            <a:lvl7pPr lvl="6"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7pPr>
            <a:lvl8pPr lvl="7"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8pPr>
            <a:lvl9pPr lvl="8"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9pPr>
          </a:lstStyle>
          <a:p/>
        </p:txBody>
      </p:sp>
      <p:sp>
        <p:nvSpPr>
          <p:cNvPr id="317" name="Google Shape;317;p16"/>
          <p:cNvSpPr txBox="1"/>
          <p:nvPr>
            <p:ph idx="2" type="title"/>
          </p:nvPr>
        </p:nvSpPr>
        <p:spPr>
          <a:xfrm>
            <a:off x="3899225" y="637675"/>
            <a:ext cx="360000" cy="360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1pPr>
            <a:lvl2pPr lvl="1"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2pPr>
            <a:lvl3pPr lvl="2"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3pPr>
            <a:lvl4pPr lvl="3"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4pPr>
            <a:lvl5pPr lvl="4"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5pPr>
            <a:lvl6pPr lvl="5"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6pPr>
            <a:lvl7pPr lvl="6"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7pPr>
            <a:lvl8pPr lvl="7"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8pPr>
            <a:lvl9pPr lvl="8"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9pPr>
          </a:lstStyle>
          <a:p/>
        </p:txBody>
      </p:sp>
      <p:sp>
        <p:nvSpPr>
          <p:cNvPr id="318" name="Google Shape;318;p16"/>
          <p:cNvSpPr txBox="1"/>
          <p:nvPr>
            <p:ph idx="3" type="title"/>
          </p:nvPr>
        </p:nvSpPr>
        <p:spPr>
          <a:xfrm>
            <a:off x="5676475" y="637675"/>
            <a:ext cx="360000" cy="360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1pPr>
            <a:lvl2pPr lvl="1"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2pPr>
            <a:lvl3pPr lvl="2"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3pPr>
            <a:lvl4pPr lvl="3"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4pPr>
            <a:lvl5pPr lvl="4"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5pPr>
            <a:lvl6pPr lvl="5"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6pPr>
            <a:lvl7pPr lvl="6"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7pPr>
            <a:lvl8pPr lvl="7"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8pPr>
            <a:lvl9pPr lvl="8"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9pPr>
          </a:lstStyle>
          <a:p/>
        </p:txBody>
      </p:sp>
      <p:sp>
        <p:nvSpPr>
          <p:cNvPr id="319" name="Google Shape;319;p16"/>
          <p:cNvSpPr txBox="1"/>
          <p:nvPr>
            <p:ph idx="4" type="title"/>
          </p:nvPr>
        </p:nvSpPr>
        <p:spPr>
          <a:xfrm>
            <a:off x="7453725" y="637675"/>
            <a:ext cx="360000" cy="360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1pPr>
            <a:lvl2pPr lvl="1"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2pPr>
            <a:lvl3pPr lvl="2"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3pPr>
            <a:lvl4pPr lvl="3"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4pPr>
            <a:lvl5pPr lvl="4"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5pPr>
            <a:lvl6pPr lvl="5"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6pPr>
            <a:lvl7pPr lvl="6"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7pPr>
            <a:lvl8pPr lvl="7"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8pPr>
            <a:lvl9pPr lvl="8"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9pPr>
          </a:lstStyle>
          <a:p/>
        </p:txBody>
      </p:sp>
      <p:sp>
        <p:nvSpPr>
          <p:cNvPr id="320" name="Google Shape;320;p16"/>
          <p:cNvSpPr txBox="1"/>
          <p:nvPr>
            <p:ph idx="5" type="title"/>
          </p:nvPr>
        </p:nvSpPr>
        <p:spPr>
          <a:xfrm>
            <a:off x="341975" y="637675"/>
            <a:ext cx="360000" cy="360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1pPr>
            <a:lvl2pPr lvl="1"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2pPr>
            <a:lvl3pPr lvl="2"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3pPr>
            <a:lvl4pPr lvl="3"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4pPr>
            <a:lvl5pPr lvl="4"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5pPr>
            <a:lvl6pPr lvl="5"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6pPr>
            <a:lvl7pPr lvl="6"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7pPr>
            <a:lvl8pPr lvl="7"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8pPr>
            <a:lvl9pPr lvl="8"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9pPr>
          </a:lstStyle>
          <a:p/>
        </p:txBody>
      </p:sp>
      <p:sp>
        <p:nvSpPr>
          <p:cNvPr id="321" name="Google Shape;321;p16"/>
          <p:cNvSpPr txBox="1"/>
          <p:nvPr>
            <p:ph idx="6" type="title"/>
          </p:nvPr>
        </p:nvSpPr>
        <p:spPr>
          <a:xfrm>
            <a:off x="2184250" y="1183050"/>
            <a:ext cx="1440300" cy="252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322" name="Google Shape;322;p16"/>
          <p:cNvSpPr txBox="1"/>
          <p:nvPr>
            <p:ph idx="7" type="title"/>
          </p:nvPr>
        </p:nvSpPr>
        <p:spPr>
          <a:xfrm>
            <a:off x="3962263" y="1183050"/>
            <a:ext cx="1440300" cy="252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323" name="Google Shape;323;p16"/>
          <p:cNvSpPr txBox="1"/>
          <p:nvPr>
            <p:ph idx="8" type="title"/>
          </p:nvPr>
        </p:nvSpPr>
        <p:spPr>
          <a:xfrm>
            <a:off x="406525" y="1183050"/>
            <a:ext cx="1440300" cy="252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324" name="Google Shape;324;p16"/>
          <p:cNvSpPr txBox="1"/>
          <p:nvPr>
            <p:ph idx="9" type="title"/>
          </p:nvPr>
        </p:nvSpPr>
        <p:spPr>
          <a:xfrm>
            <a:off x="5729600" y="1183050"/>
            <a:ext cx="1440300" cy="252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325" name="Google Shape;325;p16"/>
          <p:cNvSpPr txBox="1"/>
          <p:nvPr>
            <p:ph idx="13" type="title"/>
          </p:nvPr>
        </p:nvSpPr>
        <p:spPr>
          <a:xfrm>
            <a:off x="7518138" y="1183050"/>
            <a:ext cx="1440300" cy="252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326" name="Google Shape;326;p16"/>
          <p:cNvSpPr txBox="1"/>
          <p:nvPr>
            <p:ph idx="1" type="body"/>
          </p:nvPr>
        </p:nvSpPr>
        <p:spPr>
          <a:xfrm>
            <a:off x="223881" y="3318500"/>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27" name="Google Shape;327;p16"/>
          <p:cNvSpPr txBox="1"/>
          <p:nvPr>
            <p:ph idx="14" type="body"/>
          </p:nvPr>
        </p:nvSpPr>
        <p:spPr>
          <a:xfrm>
            <a:off x="2004019" y="3316400"/>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28" name="Google Shape;328;p16"/>
          <p:cNvSpPr txBox="1"/>
          <p:nvPr>
            <p:ph idx="15" type="body"/>
          </p:nvPr>
        </p:nvSpPr>
        <p:spPr>
          <a:xfrm>
            <a:off x="3781781" y="3317450"/>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29" name="Google Shape;329;p16"/>
          <p:cNvSpPr txBox="1"/>
          <p:nvPr>
            <p:ph idx="16" type="body"/>
          </p:nvPr>
        </p:nvSpPr>
        <p:spPr>
          <a:xfrm>
            <a:off x="5559956" y="3315350"/>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30" name="Google Shape;330;p16"/>
          <p:cNvSpPr txBox="1"/>
          <p:nvPr>
            <p:ph idx="17" type="body"/>
          </p:nvPr>
        </p:nvSpPr>
        <p:spPr>
          <a:xfrm>
            <a:off x="7341056" y="3315350"/>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31" name="Google Shape;331;p16"/>
          <p:cNvSpPr txBox="1"/>
          <p:nvPr>
            <p:ph idx="18" type="body"/>
          </p:nvPr>
        </p:nvSpPr>
        <p:spPr>
          <a:xfrm>
            <a:off x="223881" y="4143425"/>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32" name="Google Shape;332;p16"/>
          <p:cNvSpPr txBox="1"/>
          <p:nvPr>
            <p:ph idx="19" type="body"/>
          </p:nvPr>
        </p:nvSpPr>
        <p:spPr>
          <a:xfrm>
            <a:off x="2004019" y="4143425"/>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33" name="Google Shape;333;p16"/>
          <p:cNvSpPr txBox="1"/>
          <p:nvPr>
            <p:ph idx="20" type="body"/>
          </p:nvPr>
        </p:nvSpPr>
        <p:spPr>
          <a:xfrm>
            <a:off x="3781781" y="4143425"/>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34" name="Google Shape;334;p16"/>
          <p:cNvSpPr txBox="1"/>
          <p:nvPr>
            <p:ph idx="21" type="body"/>
          </p:nvPr>
        </p:nvSpPr>
        <p:spPr>
          <a:xfrm>
            <a:off x="5559956" y="4143425"/>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35" name="Google Shape;335;p16"/>
          <p:cNvSpPr txBox="1"/>
          <p:nvPr>
            <p:ph idx="22" type="body"/>
          </p:nvPr>
        </p:nvSpPr>
        <p:spPr>
          <a:xfrm>
            <a:off x="7341056" y="4143425"/>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36" name="Google Shape;336;p16"/>
          <p:cNvSpPr txBox="1"/>
          <p:nvPr>
            <p:ph idx="23" type="title"/>
          </p:nvPr>
        </p:nvSpPr>
        <p:spPr>
          <a:xfrm>
            <a:off x="3782413" y="1925063"/>
            <a:ext cx="1778700" cy="651900"/>
          </a:xfrm>
          <a:prstGeom prst="rect">
            <a:avLst/>
          </a:prstGeom>
        </p:spPr>
        <p:txBody>
          <a:bodyPr anchorCtr="0" anchor="t" bIns="54000" lIns="108000" spcFirstLastPara="1" rIns="108000" wrap="square" tIns="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p:txBody>
      </p:sp>
      <p:sp>
        <p:nvSpPr>
          <p:cNvPr id="337" name="Google Shape;337;p16"/>
          <p:cNvSpPr txBox="1"/>
          <p:nvPr>
            <p:ph idx="24" type="title"/>
          </p:nvPr>
        </p:nvSpPr>
        <p:spPr>
          <a:xfrm>
            <a:off x="2004613" y="1924013"/>
            <a:ext cx="1778700" cy="651900"/>
          </a:xfrm>
          <a:prstGeom prst="rect">
            <a:avLst/>
          </a:prstGeom>
        </p:spPr>
        <p:txBody>
          <a:bodyPr anchorCtr="0" anchor="t" bIns="54000" lIns="108000" spcFirstLastPara="1" rIns="108000" wrap="square" tIns="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p:txBody>
      </p:sp>
      <p:sp>
        <p:nvSpPr>
          <p:cNvPr id="338" name="Google Shape;338;p16"/>
          <p:cNvSpPr txBox="1"/>
          <p:nvPr>
            <p:ph idx="25" type="title"/>
          </p:nvPr>
        </p:nvSpPr>
        <p:spPr>
          <a:xfrm>
            <a:off x="227650" y="1926113"/>
            <a:ext cx="1778700" cy="651900"/>
          </a:xfrm>
          <a:prstGeom prst="rect">
            <a:avLst/>
          </a:prstGeom>
        </p:spPr>
        <p:txBody>
          <a:bodyPr anchorCtr="0" anchor="t" bIns="54000" lIns="108000" spcFirstLastPara="1" rIns="108000" wrap="square" tIns="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p:txBody>
      </p:sp>
      <p:sp>
        <p:nvSpPr>
          <p:cNvPr id="339" name="Google Shape;339;p16"/>
          <p:cNvSpPr txBox="1"/>
          <p:nvPr>
            <p:ph idx="26" type="title"/>
          </p:nvPr>
        </p:nvSpPr>
        <p:spPr>
          <a:xfrm>
            <a:off x="7340875" y="1922963"/>
            <a:ext cx="1778700" cy="651900"/>
          </a:xfrm>
          <a:prstGeom prst="rect">
            <a:avLst/>
          </a:prstGeom>
        </p:spPr>
        <p:txBody>
          <a:bodyPr anchorCtr="0" anchor="t" bIns="54000" lIns="108000" spcFirstLastPara="1" rIns="108000" wrap="square" tIns="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p:txBody>
      </p:sp>
      <p:sp>
        <p:nvSpPr>
          <p:cNvPr id="340" name="Google Shape;340;p16"/>
          <p:cNvSpPr txBox="1"/>
          <p:nvPr>
            <p:ph idx="27" type="title"/>
          </p:nvPr>
        </p:nvSpPr>
        <p:spPr>
          <a:xfrm>
            <a:off x="5559375" y="1922963"/>
            <a:ext cx="1778700" cy="651900"/>
          </a:xfrm>
          <a:prstGeom prst="rect">
            <a:avLst/>
          </a:prstGeom>
        </p:spPr>
        <p:txBody>
          <a:bodyPr anchorCtr="0" anchor="t" bIns="54000" lIns="108000" spcFirstLastPara="1" rIns="108000" wrap="square" tIns="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p:txBody>
      </p:sp>
      <p:sp>
        <p:nvSpPr>
          <p:cNvPr id="341" name="Google Shape;341;p16"/>
          <p:cNvSpPr txBox="1"/>
          <p:nvPr>
            <p:ph idx="28"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342" name="Google Shape;342;p16"/>
          <p:cNvSpPr txBox="1"/>
          <p:nvPr>
            <p:ph idx="29" type="body"/>
          </p:nvPr>
        </p:nvSpPr>
        <p:spPr>
          <a:xfrm>
            <a:off x="223881" y="2490413"/>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43" name="Google Shape;343;p16"/>
          <p:cNvSpPr txBox="1"/>
          <p:nvPr>
            <p:ph idx="30" type="body"/>
          </p:nvPr>
        </p:nvSpPr>
        <p:spPr>
          <a:xfrm>
            <a:off x="2004019" y="2488313"/>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44" name="Google Shape;344;p16"/>
          <p:cNvSpPr txBox="1"/>
          <p:nvPr>
            <p:ph idx="31" type="body"/>
          </p:nvPr>
        </p:nvSpPr>
        <p:spPr>
          <a:xfrm>
            <a:off x="3781781" y="2489363"/>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45" name="Google Shape;345;p16"/>
          <p:cNvSpPr txBox="1"/>
          <p:nvPr>
            <p:ph idx="32" type="body"/>
          </p:nvPr>
        </p:nvSpPr>
        <p:spPr>
          <a:xfrm>
            <a:off x="5559956" y="2487263"/>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46" name="Google Shape;346;p16"/>
          <p:cNvSpPr txBox="1"/>
          <p:nvPr>
            <p:ph idx="33" type="body"/>
          </p:nvPr>
        </p:nvSpPr>
        <p:spPr>
          <a:xfrm>
            <a:off x="7341056" y="2487263"/>
            <a:ext cx="1778400" cy="651600"/>
          </a:xfrm>
          <a:prstGeom prst="rect">
            <a:avLst/>
          </a:prstGeom>
        </p:spPr>
        <p:txBody>
          <a:bodyPr anchorCtr="0" anchor="t" bIns="54000" lIns="108000" spcFirstLastPara="1" rIns="108000" wrap="square" tIns="5400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s 1">
  <p:cSld name="CUSTOM_7_1_1_1_1_1_1_1_1_1_1_1_1_1_1_1_1_7">
    <p:spTree>
      <p:nvGrpSpPr>
        <p:cNvPr id="347" name="Shape 347"/>
        <p:cNvGrpSpPr/>
        <p:nvPr/>
      </p:nvGrpSpPr>
      <p:grpSpPr>
        <a:xfrm>
          <a:off x="0" y="0"/>
          <a:ext cx="0" cy="0"/>
          <a:chOff x="0" y="0"/>
          <a:chExt cx="0" cy="0"/>
        </a:xfrm>
      </p:grpSpPr>
      <p:sp>
        <p:nvSpPr>
          <p:cNvPr id="348" name="Google Shape;348;p17"/>
          <p:cNvSpPr txBox="1"/>
          <p:nvPr>
            <p:ph idx="1"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349" name="Google Shape;349;p17"/>
          <p:cNvSpPr txBox="1"/>
          <p:nvPr>
            <p:ph type="title"/>
          </p:nvPr>
        </p:nvSpPr>
        <p:spPr>
          <a:xfrm>
            <a:off x="594025" y="539600"/>
            <a:ext cx="7196700" cy="5760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4000"/>
            </a:lvl1pPr>
            <a:lvl2pPr lvl="1">
              <a:lnSpc>
                <a:spcPct val="115000"/>
              </a:lnSpc>
              <a:spcBef>
                <a:spcPts val="0"/>
              </a:spcBef>
              <a:spcAft>
                <a:spcPts val="0"/>
              </a:spcAft>
              <a:buSzPts val="2800"/>
              <a:buNone/>
              <a:defRPr sz="4000"/>
            </a:lvl2pPr>
            <a:lvl3pPr lvl="2">
              <a:lnSpc>
                <a:spcPct val="115000"/>
              </a:lnSpc>
              <a:spcBef>
                <a:spcPts val="0"/>
              </a:spcBef>
              <a:spcAft>
                <a:spcPts val="0"/>
              </a:spcAft>
              <a:buSzPts val="2800"/>
              <a:buNone/>
              <a:defRPr sz="4000"/>
            </a:lvl3pPr>
            <a:lvl4pPr lvl="3">
              <a:lnSpc>
                <a:spcPct val="115000"/>
              </a:lnSpc>
              <a:spcBef>
                <a:spcPts val="0"/>
              </a:spcBef>
              <a:spcAft>
                <a:spcPts val="0"/>
              </a:spcAft>
              <a:buSzPts val="2800"/>
              <a:buNone/>
              <a:defRPr sz="4000"/>
            </a:lvl4pPr>
            <a:lvl5pPr lvl="4">
              <a:lnSpc>
                <a:spcPct val="115000"/>
              </a:lnSpc>
              <a:spcBef>
                <a:spcPts val="0"/>
              </a:spcBef>
              <a:spcAft>
                <a:spcPts val="0"/>
              </a:spcAft>
              <a:buSzPts val="2800"/>
              <a:buNone/>
              <a:defRPr sz="4000"/>
            </a:lvl5pPr>
            <a:lvl6pPr lvl="5">
              <a:lnSpc>
                <a:spcPct val="115000"/>
              </a:lnSpc>
              <a:spcBef>
                <a:spcPts val="0"/>
              </a:spcBef>
              <a:spcAft>
                <a:spcPts val="0"/>
              </a:spcAft>
              <a:buSzPts val="2800"/>
              <a:buNone/>
              <a:defRPr sz="4000"/>
            </a:lvl6pPr>
            <a:lvl7pPr lvl="6">
              <a:lnSpc>
                <a:spcPct val="115000"/>
              </a:lnSpc>
              <a:spcBef>
                <a:spcPts val="0"/>
              </a:spcBef>
              <a:spcAft>
                <a:spcPts val="0"/>
              </a:spcAft>
              <a:buSzPts val="2800"/>
              <a:buNone/>
              <a:defRPr sz="4000"/>
            </a:lvl7pPr>
            <a:lvl8pPr lvl="7">
              <a:lnSpc>
                <a:spcPct val="115000"/>
              </a:lnSpc>
              <a:spcBef>
                <a:spcPts val="0"/>
              </a:spcBef>
              <a:spcAft>
                <a:spcPts val="0"/>
              </a:spcAft>
              <a:buSzPts val="2800"/>
              <a:buNone/>
              <a:defRPr sz="4000"/>
            </a:lvl8pPr>
            <a:lvl9pPr lvl="8">
              <a:lnSpc>
                <a:spcPct val="115000"/>
              </a:lnSpc>
              <a:spcBef>
                <a:spcPts val="0"/>
              </a:spcBef>
              <a:spcAft>
                <a:spcPts val="0"/>
              </a:spcAft>
              <a:buSzPts val="2800"/>
              <a:buNone/>
              <a:defRPr sz="4000"/>
            </a:lvl9pPr>
          </a:lstStyle>
          <a:p/>
        </p:txBody>
      </p:sp>
      <p:cxnSp>
        <p:nvCxnSpPr>
          <p:cNvPr id="350" name="Google Shape;350;p17"/>
          <p:cNvCxnSpPr/>
          <p:nvPr/>
        </p:nvCxnSpPr>
        <p:spPr>
          <a:xfrm rot="10800000">
            <a:off x="1721971" y="1322379"/>
            <a:ext cx="0" cy="3222900"/>
          </a:xfrm>
          <a:prstGeom prst="straightConnector1">
            <a:avLst/>
          </a:prstGeom>
          <a:noFill/>
          <a:ln cap="flat" cmpd="sng" w="9525">
            <a:solidFill>
              <a:schemeClr val="dk1"/>
            </a:solidFill>
            <a:prstDash val="dot"/>
            <a:round/>
            <a:headEnd len="sm" w="sm" type="none"/>
            <a:tailEnd len="sm" w="sm" type="none"/>
          </a:ln>
        </p:spPr>
      </p:cxnSp>
      <p:cxnSp>
        <p:nvCxnSpPr>
          <p:cNvPr id="351" name="Google Shape;351;p17"/>
          <p:cNvCxnSpPr/>
          <p:nvPr/>
        </p:nvCxnSpPr>
        <p:spPr>
          <a:xfrm rot="10800000">
            <a:off x="3185875" y="1321065"/>
            <a:ext cx="0" cy="3222900"/>
          </a:xfrm>
          <a:prstGeom prst="straightConnector1">
            <a:avLst/>
          </a:prstGeom>
          <a:noFill/>
          <a:ln cap="flat" cmpd="sng" w="9525">
            <a:solidFill>
              <a:schemeClr val="dk1"/>
            </a:solidFill>
            <a:prstDash val="dot"/>
            <a:round/>
            <a:headEnd len="sm" w="sm" type="none"/>
            <a:tailEnd len="sm" w="sm" type="none"/>
          </a:ln>
        </p:spPr>
      </p:cxnSp>
      <p:cxnSp>
        <p:nvCxnSpPr>
          <p:cNvPr id="352" name="Google Shape;352;p17"/>
          <p:cNvCxnSpPr/>
          <p:nvPr/>
        </p:nvCxnSpPr>
        <p:spPr>
          <a:xfrm rot="10800000">
            <a:off x="4620526" y="1322379"/>
            <a:ext cx="0" cy="3222900"/>
          </a:xfrm>
          <a:prstGeom prst="straightConnector1">
            <a:avLst/>
          </a:prstGeom>
          <a:noFill/>
          <a:ln cap="flat" cmpd="sng" w="9525">
            <a:solidFill>
              <a:schemeClr val="dk1"/>
            </a:solidFill>
            <a:prstDash val="dot"/>
            <a:round/>
            <a:headEnd len="sm" w="sm" type="none"/>
            <a:tailEnd len="sm" w="sm" type="none"/>
          </a:ln>
        </p:spPr>
      </p:cxnSp>
      <p:cxnSp>
        <p:nvCxnSpPr>
          <p:cNvPr id="353" name="Google Shape;353;p17"/>
          <p:cNvCxnSpPr/>
          <p:nvPr/>
        </p:nvCxnSpPr>
        <p:spPr>
          <a:xfrm rot="10800000">
            <a:off x="6053808" y="1322379"/>
            <a:ext cx="0" cy="3222900"/>
          </a:xfrm>
          <a:prstGeom prst="straightConnector1">
            <a:avLst/>
          </a:prstGeom>
          <a:noFill/>
          <a:ln cap="flat" cmpd="sng" w="9525">
            <a:solidFill>
              <a:schemeClr val="dk1"/>
            </a:solidFill>
            <a:prstDash val="dot"/>
            <a:round/>
            <a:headEnd len="sm" w="sm" type="none"/>
            <a:tailEnd len="sm" w="sm" type="none"/>
          </a:ln>
        </p:spPr>
      </p:cxnSp>
      <p:cxnSp>
        <p:nvCxnSpPr>
          <p:cNvPr id="354" name="Google Shape;354;p17"/>
          <p:cNvCxnSpPr/>
          <p:nvPr/>
        </p:nvCxnSpPr>
        <p:spPr>
          <a:xfrm rot="10800000">
            <a:off x="7487809" y="1321073"/>
            <a:ext cx="0" cy="3222900"/>
          </a:xfrm>
          <a:prstGeom prst="straightConnector1">
            <a:avLst/>
          </a:prstGeom>
          <a:noFill/>
          <a:ln cap="flat" cmpd="sng" w="9525">
            <a:solidFill>
              <a:schemeClr val="dk1"/>
            </a:solidFill>
            <a:prstDash val="dot"/>
            <a:round/>
            <a:headEnd len="sm" w="sm" type="none"/>
            <a:tailEnd len="sm" w="sm" type="none"/>
          </a:ln>
        </p:spPr>
      </p:cxnSp>
      <p:cxnSp>
        <p:nvCxnSpPr>
          <p:cNvPr id="355" name="Google Shape;355;p17"/>
          <p:cNvCxnSpPr/>
          <p:nvPr/>
        </p:nvCxnSpPr>
        <p:spPr>
          <a:xfrm rot="10800000">
            <a:off x="997162" y="4125842"/>
            <a:ext cx="7531800" cy="0"/>
          </a:xfrm>
          <a:prstGeom prst="straightConnector1">
            <a:avLst/>
          </a:prstGeom>
          <a:noFill/>
          <a:ln cap="flat" cmpd="sng" w="9525">
            <a:solidFill>
              <a:schemeClr val="dk1"/>
            </a:solidFill>
            <a:prstDash val="dot"/>
            <a:round/>
            <a:headEnd len="sm" w="sm" type="none"/>
            <a:tailEnd len="sm" w="sm" type="none"/>
          </a:ln>
        </p:spPr>
      </p:cxnSp>
      <p:cxnSp>
        <p:nvCxnSpPr>
          <p:cNvPr id="356" name="Google Shape;356;p17"/>
          <p:cNvCxnSpPr/>
          <p:nvPr/>
        </p:nvCxnSpPr>
        <p:spPr>
          <a:xfrm rot="10800000">
            <a:off x="997162" y="3532492"/>
            <a:ext cx="7531800" cy="0"/>
          </a:xfrm>
          <a:prstGeom prst="straightConnector1">
            <a:avLst/>
          </a:prstGeom>
          <a:noFill/>
          <a:ln cap="flat" cmpd="sng" w="9525">
            <a:solidFill>
              <a:schemeClr val="dk1"/>
            </a:solidFill>
            <a:prstDash val="dot"/>
            <a:round/>
            <a:headEnd len="sm" w="sm" type="none"/>
            <a:tailEnd len="sm" w="sm" type="none"/>
          </a:ln>
        </p:spPr>
      </p:cxnSp>
      <p:cxnSp>
        <p:nvCxnSpPr>
          <p:cNvPr id="357" name="Google Shape;357;p17"/>
          <p:cNvCxnSpPr/>
          <p:nvPr/>
        </p:nvCxnSpPr>
        <p:spPr>
          <a:xfrm rot="10800000">
            <a:off x="997162" y="2933172"/>
            <a:ext cx="7531800" cy="0"/>
          </a:xfrm>
          <a:prstGeom prst="straightConnector1">
            <a:avLst/>
          </a:prstGeom>
          <a:noFill/>
          <a:ln cap="flat" cmpd="sng" w="9525">
            <a:solidFill>
              <a:schemeClr val="dk1"/>
            </a:solidFill>
            <a:prstDash val="dot"/>
            <a:round/>
            <a:headEnd len="sm" w="sm" type="none"/>
            <a:tailEnd len="sm" w="sm" type="none"/>
          </a:ln>
        </p:spPr>
      </p:cxnSp>
      <p:cxnSp>
        <p:nvCxnSpPr>
          <p:cNvPr id="358" name="Google Shape;358;p17"/>
          <p:cNvCxnSpPr/>
          <p:nvPr/>
        </p:nvCxnSpPr>
        <p:spPr>
          <a:xfrm rot="10800000">
            <a:off x="997162" y="2335841"/>
            <a:ext cx="7531800" cy="0"/>
          </a:xfrm>
          <a:prstGeom prst="straightConnector1">
            <a:avLst/>
          </a:prstGeom>
          <a:noFill/>
          <a:ln cap="flat" cmpd="sng" w="9525">
            <a:solidFill>
              <a:schemeClr val="dk1"/>
            </a:solidFill>
            <a:prstDash val="dot"/>
            <a:round/>
            <a:headEnd len="sm" w="sm" type="none"/>
            <a:tailEnd len="sm" w="sm" type="none"/>
          </a:ln>
        </p:spPr>
      </p:cxnSp>
      <p:cxnSp>
        <p:nvCxnSpPr>
          <p:cNvPr id="359" name="Google Shape;359;p17"/>
          <p:cNvCxnSpPr/>
          <p:nvPr/>
        </p:nvCxnSpPr>
        <p:spPr>
          <a:xfrm rot="10800000">
            <a:off x="997162" y="1737130"/>
            <a:ext cx="7531800" cy="0"/>
          </a:xfrm>
          <a:prstGeom prst="straightConnector1">
            <a:avLst/>
          </a:prstGeom>
          <a:noFill/>
          <a:ln cap="flat" cmpd="sng" w="9525">
            <a:solidFill>
              <a:schemeClr val="dk1"/>
            </a:solidFill>
            <a:prstDash val="dot"/>
            <a:round/>
            <a:headEnd len="sm" w="sm" type="none"/>
            <a:tailEnd len="sm" w="sm" type="none"/>
          </a:ln>
        </p:spPr>
      </p:cxnSp>
      <p:cxnSp>
        <p:nvCxnSpPr>
          <p:cNvPr id="360" name="Google Shape;360;p17"/>
          <p:cNvCxnSpPr/>
          <p:nvPr/>
        </p:nvCxnSpPr>
        <p:spPr>
          <a:xfrm rot="10800000">
            <a:off x="997686" y="4545103"/>
            <a:ext cx="7531800" cy="0"/>
          </a:xfrm>
          <a:prstGeom prst="straightConnector1">
            <a:avLst/>
          </a:prstGeom>
          <a:noFill/>
          <a:ln cap="flat" cmpd="sng" w="9525">
            <a:solidFill>
              <a:schemeClr val="dk1"/>
            </a:solidFill>
            <a:prstDash val="solid"/>
            <a:round/>
            <a:headEnd len="sm" w="sm" type="none"/>
            <a:tailEnd len="sm" w="sm" type="none"/>
          </a:ln>
        </p:spPr>
      </p:cxnSp>
      <p:cxnSp>
        <p:nvCxnSpPr>
          <p:cNvPr id="361" name="Google Shape;361;p17"/>
          <p:cNvCxnSpPr/>
          <p:nvPr/>
        </p:nvCxnSpPr>
        <p:spPr>
          <a:xfrm rot="10800000">
            <a:off x="997311" y="1316605"/>
            <a:ext cx="0" cy="3234000"/>
          </a:xfrm>
          <a:prstGeom prst="straightConnector1">
            <a:avLst/>
          </a:prstGeom>
          <a:noFill/>
          <a:ln cap="flat" cmpd="sng" w="9525">
            <a:solidFill>
              <a:schemeClr val="dk1"/>
            </a:solidFill>
            <a:prstDash val="solid"/>
            <a:round/>
            <a:headEnd len="sm" w="sm" type="none"/>
            <a:tailEnd len="sm" w="sm" type="none"/>
          </a:ln>
        </p:spPr>
      </p:cxnSp>
      <p:sp>
        <p:nvSpPr>
          <p:cNvPr id="362" name="Google Shape;362;p17"/>
          <p:cNvSpPr txBox="1"/>
          <p:nvPr>
            <p:ph idx="2" type="subTitle"/>
          </p:nvPr>
        </p:nvSpPr>
        <p:spPr>
          <a:xfrm>
            <a:off x="1730075" y="4545279"/>
            <a:ext cx="1037400" cy="3753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b="1" sz="800"/>
            </a:lvl1pPr>
            <a:lvl2pPr lvl="1">
              <a:spcBef>
                <a:spcPts val="0"/>
              </a:spcBef>
              <a:spcAft>
                <a:spcPts val="0"/>
              </a:spcAft>
              <a:buSzPts val="800"/>
              <a:buFont typeface="Hanken Grotesk"/>
              <a:buNone/>
              <a:defRPr b="1" sz="800"/>
            </a:lvl2pPr>
            <a:lvl3pPr lvl="2">
              <a:spcBef>
                <a:spcPts val="0"/>
              </a:spcBef>
              <a:spcAft>
                <a:spcPts val="0"/>
              </a:spcAft>
              <a:buSzPts val="800"/>
              <a:buFont typeface="Hanken Grotesk"/>
              <a:buNone/>
              <a:defRPr b="1" sz="800"/>
            </a:lvl3pPr>
            <a:lvl4pPr lvl="3">
              <a:spcBef>
                <a:spcPts val="0"/>
              </a:spcBef>
              <a:spcAft>
                <a:spcPts val="0"/>
              </a:spcAft>
              <a:buSzPts val="800"/>
              <a:buFont typeface="Hanken Grotesk"/>
              <a:buNone/>
              <a:defRPr b="1" sz="800"/>
            </a:lvl4pPr>
            <a:lvl5pPr lvl="4">
              <a:spcBef>
                <a:spcPts val="0"/>
              </a:spcBef>
              <a:spcAft>
                <a:spcPts val="0"/>
              </a:spcAft>
              <a:buSzPts val="800"/>
              <a:buFont typeface="Hanken Grotesk"/>
              <a:buNone/>
              <a:defRPr b="1" sz="800"/>
            </a:lvl5pPr>
            <a:lvl6pPr lvl="5">
              <a:spcBef>
                <a:spcPts val="0"/>
              </a:spcBef>
              <a:spcAft>
                <a:spcPts val="0"/>
              </a:spcAft>
              <a:buSzPts val="800"/>
              <a:buFont typeface="Hanken Grotesk"/>
              <a:buNone/>
              <a:defRPr b="1" sz="800"/>
            </a:lvl6pPr>
            <a:lvl7pPr lvl="6">
              <a:spcBef>
                <a:spcPts val="0"/>
              </a:spcBef>
              <a:spcAft>
                <a:spcPts val="0"/>
              </a:spcAft>
              <a:buSzPts val="800"/>
              <a:buFont typeface="Hanken Grotesk"/>
              <a:buNone/>
              <a:defRPr b="1" sz="800"/>
            </a:lvl7pPr>
            <a:lvl8pPr lvl="7">
              <a:spcBef>
                <a:spcPts val="0"/>
              </a:spcBef>
              <a:spcAft>
                <a:spcPts val="0"/>
              </a:spcAft>
              <a:buSzPts val="800"/>
              <a:buFont typeface="Hanken Grotesk"/>
              <a:buNone/>
              <a:defRPr b="1" sz="800"/>
            </a:lvl8pPr>
            <a:lvl9pPr lvl="8">
              <a:spcBef>
                <a:spcPts val="0"/>
              </a:spcBef>
              <a:spcAft>
                <a:spcPts val="0"/>
              </a:spcAft>
              <a:buSzPts val="800"/>
              <a:buFont typeface="Hanken Grotesk"/>
              <a:buNone/>
              <a:defRPr b="1" sz="800"/>
            </a:lvl9pPr>
          </a:lstStyle>
          <a:p/>
        </p:txBody>
      </p:sp>
      <p:sp>
        <p:nvSpPr>
          <p:cNvPr id="363" name="Google Shape;363;p17"/>
          <p:cNvSpPr txBox="1"/>
          <p:nvPr>
            <p:ph idx="3" type="subTitle"/>
          </p:nvPr>
        </p:nvSpPr>
        <p:spPr>
          <a:xfrm>
            <a:off x="3165294" y="4545279"/>
            <a:ext cx="1037400" cy="3753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b="1" sz="800"/>
            </a:lvl1pPr>
            <a:lvl2pPr lvl="1">
              <a:spcBef>
                <a:spcPts val="0"/>
              </a:spcBef>
              <a:spcAft>
                <a:spcPts val="0"/>
              </a:spcAft>
              <a:buSzPts val="800"/>
              <a:buFont typeface="Hanken Grotesk"/>
              <a:buNone/>
              <a:defRPr b="1" sz="800"/>
            </a:lvl2pPr>
            <a:lvl3pPr lvl="2">
              <a:spcBef>
                <a:spcPts val="0"/>
              </a:spcBef>
              <a:spcAft>
                <a:spcPts val="0"/>
              </a:spcAft>
              <a:buSzPts val="800"/>
              <a:buFont typeface="Hanken Grotesk"/>
              <a:buNone/>
              <a:defRPr b="1" sz="800"/>
            </a:lvl3pPr>
            <a:lvl4pPr lvl="3">
              <a:spcBef>
                <a:spcPts val="0"/>
              </a:spcBef>
              <a:spcAft>
                <a:spcPts val="0"/>
              </a:spcAft>
              <a:buSzPts val="800"/>
              <a:buFont typeface="Hanken Grotesk"/>
              <a:buNone/>
              <a:defRPr b="1" sz="800"/>
            </a:lvl4pPr>
            <a:lvl5pPr lvl="4">
              <a:spcBef>
                <a:spcPts val="0"/>
              </a:spcBef>
              <a:spcAft>
                <a:spcPts val="0"/>
              </a:spcAft>
              <a:buSzPts val="800"/>
              <a:buFont typeface="Hanken Grotesk"/>
              <a:buNone/>
              <a:defRPr b="1" sz="800"/>
            </a:lvl5pPr>
            <a:lvl6pPr lvl="5">
              <a:spcBef>
                <a:spcPts val="0"/>
              </a:spcBef>
              <a:spcAft>
                <a:spcPts val="0"/>
              </a:spcAft>
              <a:buSzPts val="800"/>
              <a:buFont typeface="Hanken Grotesk"/>
              <a:buNone/>
              <a:defRPr b="1" sz="800"/>
            </a:lvl6pPr>
            <a:lvl7pPr lvl="6">
              <a:spcBef>
                <a:spcPts val="0"/>
              </a:spcBef>
              <a:spcAft>
                <a:spcPts val="0"/>
              </a:spcAft>
              <a:buSzPts val="800"/>
              <a:buFont typeface="Hanken Grotesk"/>
              <a:buNone/>
              <a:defRPr b="1" sz="800"/>
            </a:lvl7pPr>
            <a:lvl8pPr lvl="7">
              <a:spcBef>
                <a:spcPts val="0"/>
              </a:spcBef>
              <a:spcAft>
                <a:spcPts val="0"/>
              </a:spcAft>
              <a:buSzPts val="800"/>
              <a:buFont typeface="Hanken Grotesk"/>
              <a:buNone/>
              <a:defRPr b="1" sz="800"/>
            </a:lvl8pPr>
            <a:lvl9pPr lvl="8">
              <a:spcBef>
                <a:spcPts val="0"/>
              </a:spcBef>
              <a:spcAft>
                <a:spcPts val="0"/>
              </a:spcAft>
              <a:buSzPts val="800"/>
              <a:buFont typeface="Hanken Grotesk"/>
              <a:buNone/>
              <a:defRPr b="1" sz="800"/>
            </a:lvl9pPr>
          </a:lstStyle>
          <a:p/>
        </p:txBody>
      </p:sp>
      <p:sp>
        <p:nvSpPr>
          <p:cNvPr id="364" name="Google Shape;364;p17"/>
          <p:cNvSpPr txBox="1"/>
          <p:nvPr>
            <p:ph idx="4" type="subTitle"/>
          </p:nvPr>
        </p:nvSpPr>
        <p:spPr>
          <a:xfrm>
            <a:off x="4611461" y="4545279"/>
            <a:ext cx="1037400" cy="3753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b="1" sz="800"/>
            </a:lvl1pPr>
            <a:lvl2pPr lvl="1">
              <a:spcBef>
                <a:spcPts val="0"/>
              </a:spcBef>
              <a:spcAft>
                <a:spcPts val="0"/>
              </a:spcAft>
              <a:buSzPts val="800"/>
              <a:buFont typeface="Hanken Grotesk"/>
              <a:buNone/>
              <a:defRPr b="1" sz="800"/>
            </a:lvl2pPr>
            <a:lvl3pPr lvl="2">
              <a:spcBef>
                <a:spcPts val="0"/>
              </a:spcBef>
              <a:spcAft>
                <a:spcPts val="0"/>
              </a:spcAft>
              <a:buSzPts val="800"/>
              <a:buFont typeface="Hanken Grotesk"/>
              <a:buNone/>
              <a:defRPr b="1" sz="800"/>
            </a:lvl3pPr>
            <a:lvl4pPr lvl="3">
              <a:spcBef>
                <a:spcPts val="0"/>
              </a:spcBef>
              <a:spcAft>
                <a:spcPts val="0"/>
              </a:spcAft>
              <a:buSzPts val="800"/>
              <a:buFont typeface="Hanken Grotesk"/>
              <a:buNone/>
              <a:defRPr b="1" sz="800"/>
            </a:lvl4pPr>
            <a:lvl5pPr lvl="4">
              <a:spcBef>
                <a:spcPts val="0"/>
              </a:spcBef>
              <a:spcAft>
                <a:spcPts val="0"/>
              </a:spcAft>
              <a:buSzPts val="800"/>
              <a:buFont typeface="Hanken Grotesk"/>
              <a:buNone/>
              <a:defRPr b="1" sz="800"/>
            </a:lvl5pPr>
            <a:lvl6pPr lvl="5">
              <a:spcBef>
                <a:spcPts val="0"/>
              </a:spcBef>
              <a:spcAft>
                <a:spcPts val="0"/>
              </a:spcAft>
              <a:buSzPts val="800"/>
              <a:buFont typeface="Hanken Grotesk"/>
              <a:buNone/>
              <a:defRPr b="1" sz="800"/>
            </a:lvl6pPr>
            <a:lvl7pPr lvl="6">
              <a:spcBef>
                <a:spcPts val="0"/>
              </a:spcBef>
              <a:spcAft>
                <a:spcPts val="0"/>
              </a:spcAft>
              <a:buSzPts val="800"/>
              <a:buFont typeface="Hanken Grotesk"/>
              <a:buNone/>
              <a:defRPr b="1" sz="800"/>
            </a:lvl7pPr>
            <a:lvl8pPr lvl="7">
              <a:spcBef>
                <a:spcPts val="0"/>
              </a:spcBef>
              <a:spcAft>
                <a:spcPts val="0"/>
              </a:spcAft>
              <a:buSzPts val="800"/>
              <a:buFont typeface="Hanken Grotesk"/>
              <a:buNone/>
              <a:defRPr b="1" sz="800"/>
            </a:lvl8pPr>
            <a:lvl9pPr lvl="8">
              <a:spcBef>
                <a:spcPts val="0"/>
              </a:spcBef>
              <a:spcAft>
                <a:spcPts val="0"/>
              </a:spcAft>
              <a:buSzPts val="800"/>
              <a:buFont typeface="Hanken Grotesk"/>
              <a:buNone/>
              <a:defRPr b="1" sz="800"/>
            </a:lvl9pPr>
          </a:lstStyle>
          <a:p/>
        </p:txBody>
      </p:sp>
      <p:sp>
        <p:nvSpPr>
          <p:cNvPr id="365" name="Google Shape;365;p17"/>
          <p:cNvSpPr txBox="1"/>
          <p:nvPr>
            <p:ph idx="5" type="subTitle"/>
          </p:nvPr>
        </p:nvSpPr>
        <p:spPr>
          <a:xfrm>
            <a:off x="7490421" y="4545279"/>
            <a:ext cx="1037400" cy="3753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b="1" sz="800"/>
            </a:lvl1pPr>
            <a:lvl2pPr lvl="1">
              <a:spcBef>
                <a:spcPts val="0"/>
              </a:spcBef>
              <a:spcAft>
                <a:spcPts val="0"/>
              </a:spcAft>
              <a:buSzPts val="800"/>
              <a:buFont typeface="Hanken Grotesk"/>
              <a:buNone/>
              <a:defRPr b="1" sz="800"/>
            </a:lvl2pPr>
            <a:lvl3pPr lvl="2">
              <a:spcBef>
                <a:spcPts val="0"/>
              </a:spcBef>
              <a:spcAft>
                <a:spcPts val="0"/>
              </a:spcAft>
              <a:buSzPts val="800"/>
              <a:buFont typeface="Hanken Grotesk"/>
              <a:buNone/>
              <a:defRPr b="1" sz="800"/>
            </a:lvl3pPr>
            <a:lvl4pPr lvl="3">
              <a:spcBef>
                <a:spcPts val="0"/>
              </a:spcBef>
              <a:spcAft>
                <a:spcPts val="0"/>
              </a:spcAft>
              <a:buSzPts val="800"/>
              <a:buFont typeface="Hanken Grotesk"/>
              <a:buNone/>
              <a:defRPr b="1" sz="800"/>
            </a:lvl4pPr>
            <a:lvl5pPr lvl="4">
              <a:spcBef>
                <a:spcPts val="0"/>
              </a:spcBef>
              <a:spcAft>
                <a:spcPts val="0"/>
              </a:spcAft>
              <a:buSzPts val="800"/>
              <a:buFont typeface="Hanken Grotesk"/>
              <a:buNone/>
              <a:defRPr b="1" sz="800"/>
            </a:lvl5pPr>
            <a:lvl6pPr lvl="5">
              <a:spcBef>
                <a:spcPts val="0"/>
              </a:spcBef>
              <a:spcAft>
                <a:spcPts val="0"/>
              </a:spcAft>
              <a:buSzPts val="800"/>
              <a:buFont typeface="Hanken Grotesk"/>
              <a:buNone/>
              <a:defRPr b="1" sz="800"/>
            </a:lvl6pPr>
            <a:lvl7pPr lvl="6">
              <a:spcBef>
                <a:spcPts val="0"/>
              </a:spcBef>
              <a:spcAft>
                <a:spcPts val="0"/>
              </a:spcAft>
              <a:buSzPts val="800"/>
              <a:buFont typeface="Hanken Grotesk"/>
              <a:buNone/>
              <a:defRPr b="1" sz="800"/>
            </a:lvl7pPr>
            <a:lvl8pPr lvl="7">
              <a:spcBef>
                <a:spcPts val="0"/>
              </a:spcBef>
              <a:spcAft>
                <a:spcPts val="0"/>
              </a:spcAft>
              <a:buSzPts val="800"/>
              <a:buFont typeface="Hanken Grotesk"/>
              <a:buNone/>
              <a:defRPr b="1" sz="800"/>
            </a:lvl8pPr>
            <a:lvl9pPr lvl="8">
              <a:spcBef>
                <a:spcPts val="0"/>
              </a:spcBef>
              <a:spcAft>
                <a:spcPts val="0"/>
              </a:spcAft>
              <a:buSzPts val="800"/>
              <a:buFont typeface="Hanken Grotesk"/>
              <a:buNone/>
              <a:defRPr b="1" sz="800"/>
            </a:lvl9pPr>
          </a:lstStyle>
          <a:p/>
        </p:txBody>
      </p:sp>
      <p:sp>
        <p:nvSpPr>
          <p:cNvPr id="366" name="Google Shape;366;p17"/>
          <p:cNvSpPr txBox="1"/>
          <p:nvPr>
            <p:ph idx="6" type="subTitle"/>
          </p:nvPr>
        </p:nvSpPr>
        <p:spPr>
          <a:xfrm>
            <a:off x="6052173" y="4545279"/>
            <a:ext cx="1037400" cy="375300"/>
          </a:xfrm>
          <a:prstGeom prst="rect">
            <a:avLst/>
          </a:prstGeom>
        </p:spPr>
        <p:txBody>
          <a:bodyPr anchorCtr="0" anchor="t" bIns="0" lIns="0" spcFirstLastPara="1" rIns="0" wrap="square" tIns="54000">
            <a:normAutofit/>
          </a:bodyPr>
          <a:lstStyle>
            <a:lvl1pPr lvl="0">
              <a:spcBef>
                <a:spcPts val="0"/>
              </a:spcBef>
              <a:spcAft>
                <a:spcPts val="0"/>
              </a:spcAft>
              <a:buClr>
                <a:schemeClr val="dk1"/>
              </a:buClr>
              <a:buSzPts val="800"/>
              <a:buFont typeface="Hanken Grotesk"/>
              <a:buNone/>
              <a:defRPr b="1" sz="800"/>
            </a:lvl1pPr>
            <a:lvl2pPr lvl="1">
              <a:spcBef>
                <a:spcPts val="0"/>
              </a:spcBef>
              <a:spcAft>
                <a:spcPts val="0"/>
              </a:spcAft>
              <a:buSzPts val="800"/>
              <a:buFont typeface="Hanken Grotesk"/>
              <a:buNone/>
              <a:defRPr b="1" sz="800"/>
            </a:lvl2pPr>
            <a:lvl3pPr lvl="2">
              <a:spcBef>
                <a:spcPts val="0"/>
              </a:spcBef>
              <a:spcAft>
                <a:spcPts val="0"/>
              </a:spcAft>
              <a:buSzPts val="800"/>
              <a:buFont typeface="Hanken Grotesk"/>
              <a:buNone/>
              <a:defRPr b="1" sz="800"/>
            </a:lvl3pPr>
            <a:lvl4pPr lvl="3">
              <a:spcBef>
                <a:spcPts val="0"/>
              </a:spcBef>
              <a:spcAft>
                <a:spcPts val="0"/>
              </a:spcAft>
              <a:buSzPts val="800"/>
              <a:buFont typeface="Hanken Grotesk"/>
              <a:buNone/>
              <a:defRPr b="1" sz="800"/>
            </a:lvl4pPr>
            <a:lvl5pPr lvl="4">
              <a:spcBef>
                <a:spcPts val="0"/>
              </a:spcBef>
              <a:spcAft>
                <a:spcPts val="0"/>
              </a:spcAft>
              <a:buSzPts val="800"/>
              <a:buFont typeface="Hanken Grotesk"/>
              <a:buNone/>
              <a:defRPr b="1" sz="800"/>
            </a:lvl5pPr>
            <a:lvl6pPr lvl="5">
              <a:spcBef>
                <a:spcPts val="0"/>
              </a:spcBef>
              <a:spcAft>
                <a:spcPts val="0"/>
              </a:spcAft>
              <a:buSzPts val="800"/>
              <a:buFont typeface="Hanken Grotesk"/>
              <a:buNone/>
              <a:defRPr b="1" sz="800"/>
            </a:lvl6pPr>
            <a:lvl7pPr lvl="6">
              <a:spcBef>
                <a:spcPts val="0"/>
              </a:spcBef>
              <a:spcAft>
                <a:spcPts val="0"/>
              </a:spcAft>
              <a:buSzPts val="800"/>
              <a:buFont typeface="Hanken Grotesk"/>
              <a:buNone/>
              <a:defRPr b="1" sz="800"/>
            </a:lvl7pPr>
            <a:lvl8pPr lvl="7">
              <a:spcBef>
                <a:spcPts val="0"/>
              </a:spcBef>
              <a:spcAft>
                <a:spcPts val="0"/>
              </a:spcAft>
              <a:buSzPts val="800"/>
              <a:buFont typeface="Hanken Grotesk"/>
              <a:buNone/>
              <a:defRPr b="1" sz="800"/>
            </a:lvl8pPr>
            <a:lvl9pPr lvl="8">
              <a:spcBef>
                <a:spcPts val="0"/>
              </a:spcBef>
              <a:spcAft>
                <a:spcPts val="0"/>
              </a:spcAft>
              <a:buSzPts val="800"/>
              <a:buFont typeface="Hanken Grotesk"/>
              <a:buNone/>
              <a:defRPr b="1" sz="800"/>
            </a:lvl9pPr>
          </a:lstStyle>
          <a:p/>
        </p:txBody>
      </p:sp>
      <p:sp>
        <p:nvSpPr>
          <p:cNvPr id="367" name="Google Shape;367;p17"/>
          <p:cNvSpPr txBox="1"/>
          <p:nvPr>
            <p:ph idx="7" type="subTitle"/>
          </p:nvPr>
        </p:nvSpPr>
        <p:spPr>
          <a:xfrm>
            <a:off x="286936" y="3435204"/>
            <a:ext cx="632700" cy="1914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Hanken Grotesk"/>
              <a:buNone/>
              <a:defRPr b="1" sz="800"/>
            </a:lvl1pPr>
            <a:lvl2pPr lvl="1">
              <a:spcBef>
                <a:spcPts val="0"/>
              </a:spcBef>
              <a:spcAft>
                <a:spcPts val="0"/>
              </a:spcAft>
              <a:buSzPts val="800"/>
              <a:buFont typeface="Hanken Grotesk"/>
              <a:buNone/>
              <a:defRPr b="1" sz="800"/>
            </a:lvl2pPr>
            <a:lvl3pPr lvl="2">
              <a:spcBef>
                <a:spcPts val="0"/>
              </a:spcBef>
              <a:spcAft>
                <a:spcPts val="0"/>
              </a:spcAft>
              <a:buSzPts val="800"/>
              <a:buFont typeface="Hanken Grotesk"/>
              <a:buNone/>
              <a:defRPr b="1" sz="800"/>
            </a:lvl3pPr>
            <a:lvl4pPr lvl="3">
              <a:spcBef>
                <a:spcPts val="0"/>
              </a:spcBef>
              <a:spcAft>
                <a:spcPts val="0"/>
              </a:spcAft>
              <a:buSzPts val="800"/>
              <a:buFont typeface="Hanken Grotesk"/>
              <a:buNone/>
              <a:defRPr b="1" sz="800"/>
            </a:lvl4pPr>
            <a:lvl5pPr lvl="4">
              <a:spcBef>
                <a:spcPts val="0"/>
              </a:spcBef>
              <a:spcAft>
                <a:spcPts val="0"/>
              </a:spcAft>
              <a:buSzPts val="800"/>
              <a:buFont typeface="Hanken Grotesk"/>
              <a:buNone/>
              <a:defRPr b="1" sz="800"/>
            </a:lvl5pPr>
            <a:lvl6pPr lvl="5">
              <a:spcBef>
                <a:spcPts val="0"/>
              </a:spcBef>
              <a:spcAft>
                <a:spcPts val="0"/>
              </a:spcAft>
              <a:buSzPts val="800"/>
              <a:buFont typeface="Hanken Grotesk"/>
              <a:buNone/>
              <a:defRPr b="1" sz="800"/>
            </a:lvl6pPr>
            <a:lvl7pPr lvl="6">
              <a:spcBef>
                <a:spcPts val="0"/>
              </a:spcBef>
              <a:spcAft>
                <a:spcPts val="0"/>
              </a:spcAft>
              <a:buSzPts val="800"/>
              <a:buFont typeface="Hanken Grotesk"/>
              <a:buNone/>
              <a:defRPr b="1" sz="800"/>
            </a:lvl7pPr>
            <a:lvl8pPr lvl="7">
              <a:spcBef>
                <a:spcPts val="0"/>
              </a:spcBef>
              <a:spcAft>
                <a:spcPts val="0"/>
              </a:spcAft>
              <a:buSzPts val="800"/>
              <a:buFont typeface="Hanken Grotesk"/>
              <a:buNone/>
              <a:defRPr b="1" sz="800"/>
            </a:lvl8pPr>
            <a:lvl9pPr lvl="8">
              <a:spcBef>
                <a:spcPts val="0"/>
              </a:spcBef>
              <a:spcAft>
                <a:spcPts val="0"/>
              </a:spcAft>
              <a:buSzPts val="800"/>
              <a:buFont typeface="Hanken Grotesk"/>
              <a:buNone/>
              <a:defRPr b="1" sz="800"/>
            </a:lvl9pPr>
          </a:lstStyle>
          <a:p/>
        </p:txBody>
      </p:sp>
      <p:sp>
        <p:nvSpPr>
          <p:cNvPr id="368" name="Google Shape;368;p17"/>
          <p:cNvSpPr txBox="1"/>
          <p:nvPr>
            <p:ph idx="8" type="subTitle"/>
          </p:nvPr>
        </p:nvSpPr>
        <p:spPr>
          <a:xfrm>
            <a:off x="286936" y="4047421"/>
            <a:ext cx="632700" cy="1914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Hanken Grotesk"/>
              <a:buNone/>
              <a:defRPr b="1" sz="800"/>
            </a:lvl1pPr>
            <a:lvl2pPr lvl="1">
              <a:spcBef>
                <a:spcPts val="0"/>
              </a:spcBef>
              <a:spcAft>
                <a:spcPts val="0"/>
              </a:spcAft>
              <a:buSzPts val="800"/>
              <a:buFont typeface="Hanken Grotesk"/>
              <a:buNone/>
              <a:defRPr b="1" sz="800"/>
            </a:lvl2pPr>
            <a:lvl3pPr lvl="2">
              <a:spcBef>
                <a:spcPts val="0"/>
              </a:spcBef>
              <a:spcAft>
                <a:spcPts val="0"/>
              </a:spcAft>
              <a:buSzPts val="800"/>
              <a:buFont typeface="Hanken Grotesk"/>
              <a:buNone/>
              <a:defRPr b="1" sz="800"/>
            </a:lvl3pPr>
            <a:lvl4pPr lvl="3">
              <a:spcBef>
                <a:spcPts val="0"/>
              </a:spcBef>
              <a:spcAft>
                <a:spcPts val="0"/>
              </a:spcAft>
              <a:buSzPts val="800"/>
              <a:buFont typeface="Hanken Grotesk"/>
              <a:buNone/>
              <a:defRPr b="1" sz="800"/>
            </a:lvl4pPr>
            <a:lvl5pPr lvl="4">
              <a:spcBef>
                <a:spcPts val="0"/>
              </a:spcBef>
              <a:spcAft>
                <a:spcPts val="0"/>
              </a:spcAft>
              <a:buSzPts val="800"/>
              <a:buFont typeface="Hanken Grotesk"/>
              <a:buNone/>
              <a:defRPr b="1" sz="800"/>
            </a:lvl5pPr>
            <a:lvl6pPr lvl="5">
              <a:spcBef>
                <a:spcPts val="0"/>
              </a:spcBef>
              <a:spcAft>
                <a:spcPts val="0"/>
              </a:spcAft>
              <a:buSzPts val="800"/>
              <a:buFont typeface="Hanken Grotesk"/>
              <a:buNone/>
              <a:defRPr b="1" sz="800"/>
            </a:lvl6pPr>
            <a:lvl7pPr lvl="6">
              <a:spcBef>
                <a:spcPts val="0"/>
              </a:spcBef>
              <a:spcAft>
                <a:spcPts val="0"/>
              </a:spcAft>
              <a:buSzPts val="800"/>
              <a:buFont typeface="Hanken Grotesk"/>
              <a:buNone/>
              <a:defRPr b="1" sz="800"/>
            </a:lvl7pPr>
            <a:lvl8pPr lvl="7">
              <a:spcBef>
                <a:spcPts val="0"/>
              </a:spcBef>
              <a:spcAft>
                <a:spcPts val="0"/>
              </a:spcAft>
              <a:buSzPts val="800"/>
              <a:buFont typeface="Hanken Grotesk"/>
              <a:buNone/>
              <a:defRPr b="1" sz="800"/>
            </a:lvl8pPr>
            <a:lvl9pPr lvl="8">
              <a:spcBef>
                <a:spcPts val="0"/>
              </a:spcBef>
              <a:spcAft>
                <a:spcPts val="0"/>
              </a:spcAft>
              <a:buSzPts val="800"/>
              <a:buFont typeface="Hanken Grotesk"/>
              <a:buNone/>
              <a:defRPr b="1" sz="800"/>
            </a:lvl9pPr>
          </a:lstStyle>
          <a:p/>
        </p:txBody>
      </p:sp>
      <p:sp>
        <p:nvSpPr>
          <p:cNvPr id="369" name="Google Shape;369;p17"/>
          <p:cNvSpPr txBox="1"/>
          <p:nvPr>
            <p:ph idx="9" type="subTitle"/>
          </p:nvPr>
        </p:nvSpPr>
        <p:spPr>
          <a:xfrm>
            <a:off x="286936" y="2240202"/>
            <a:ext cx="632700" cy="1914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Hanken Grotesk"/>
              <a:buNone/>
              <a:defRPr b="1" sz="800"/>
            </a:lvl1pPr>
            <a:lvl2pPr lvl="1">
              <a:spcBef>
                <a:spcPts val="0"/>
              </a:spcBef>
              <a:spcAft>
                <a:spcPts val="0"/>
              </a:spcAft>
              <a:buSzPts val="800"/>
              <a:buFont typeface="Hanken Grotesk"/>
              <a:buNone/>
              <a:defRPr b="1" sz="800"/>
            </a:lvl2pPr>
            <a:lvl3pPr lvl="2">
              <a:spcBef>
                <a:spcPts val="0"/>
              </a:spcBef>
              <a:spcAft>
                <a:spcPts val="0"/>
              </a:spcAft>
              <a:buSzPts val="800"/>
              <a:buFont typeface="Hanken Grotesk"/>
              <a:buNone/>
              <a:defRPr b="1" sz="800"/>
            </a:lvl3pPr>
            <a:lvl4pPr lvl="3">
              <a:spcBef>
                <a:spcPts val="0"/>
              </a:spcBef>
              <a:spcAft>
                <a:spcPts val="0"/>
              </a:spcAft>
              <a:buSzPts val="800"/>
              <a:buFont typeface="Hanken Grotesk"/>
              <a:buNone/>
              <a:defRPr b="1" sz="800"/>
            </a:lvl4pPr>
            <a:lvl5pPr lvl="4">
              <a:spcBef>
                <a:spcPts val="0"/>
              </a:spcBef>
              <a:spcAft>
                <a:spcPts val="0"/>
              </a:spcAft>
              <a:buSzPts val="800"/>
              <a:buFont typeface="Hanken Grotesk"/>
              <a:buNone/>
              <a:defRPr b="1" sz="800"/>
            </a:lvl5pPr>
            <a:lvl6pPr lvl="5">
              <a:spcBef>
                <a:spcPts val="0"/>
              </a:spcBef>
              <a:spcAft>
                <a:spcPts val="0"/>
              </a:spcAft>
              <a:buSzPts val="800"/>
              <a:buFont typeface="Hanken Grotesk"/>
              <a:buNone/>
              <a:defRPr b="1" sz="800"/>
            </a:lvl6pPr>
            <a:lvl7pPr lvl="6">
              <a:spcBef>
                <a:spcPts val="0"/>
              </a:spcBef>
              <a:spcAft>
                <a:spcPts val="0"/>
              </a:spcAft>
              <a:buSzPts val="800"/>
              <a:buFont typeface="Hanken Grotesk"/>
              <a:buNone/>
              <a:defRPr b="1" sz="800"/>
            </a:lvl7pPr>
            <a:lvl8pPr lvl="7">
              <a:spcBef>
                <a:spcPts val="0"/>
              </a:spcBef>
              <a:spcAft>
                <a:spcPts val="0"/>
              </a:spcAft>
              <a:buSzPts val="800"/>
              <a:buFont typeface="Hanken Grotesk"/>
              <a:buNone/>
              <a:defRPr b="1" sz="800"/>
            </a:lvl8pPr>
            <a:lvl9pPr lvl="8">
              <a:spcBef>
                <a:spcPts val="0"/>
              </a:spcBef>
              <a:spcAft>
                <a:spcPts val="0"/>
              </a:spcAft>
              <a:buSzPts val="800"/>
              <a:buFont typeface="Hanken Grotesk"/>
              <a:buNone/>
              <a:defRPr b="1" sz="800"/>
            </a:lvl9pPr>
          </a:lstStyle>
          <a:p/>
        </p:txBody>
      </p:sp>
      <p:sp>
        <p:nvSpPr>
          <p:cNvPr id="370" name="Google Shape;370;p17"/>
          <p:cNvSpPr txBox="1"/>
          <p:nvPr>
            <p:ph idx="13" type="subTitle"/>
          </p:nvPr>
        </p:nvSpPr>
        <p:spPr>
          <a:xfrm>
            <a:off x="286936" y="2859829"/>
            <a:ext cx="632700" cy="1914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Hanken Grotesk"/>
              <a:buNone/>
              <a:defRPr b="1" sz="800"/>
            </a:lvl1pPr>
            <a:lvl2pPr lvl="1">
              <a:spcBef>
                <a:spcPts val="0"/>
              </a:spcBef>
              <a:spcAft>
                <a:spcPts val="0"/>
              </a:spcAft>
              <a:buSzPts val="800"/>
              <a:buFont typeface="Hanken Grotesk"/>
              <a:buNone/>
              <a:defRPr b="1" sz="800"/>
            </a:lvl2pPr>
            <a:lvl3pPr lvl="2">
              <a:spcBef>
                <a:spcPts val="0"/>
              </a:spcBef>
              <a:spcAft>
                <a:spcPts val="0"/>
              </a:spcAft>
              <a:buSzPts val="800"/>
              <a:buFont typeface="Hanken Grotesk"/>
              <a:buNone/>
              <a:defRPr b="1" sz="800"/>
            </a:lvl3pPr>
            <a:lvl4pPr lvl="3">
              <a:spcBef>
                <a:spcPts val="0"/>
              </a:spcBef>
              <a:spcAft>
                <a:spcPts val="0"/>
              </a:spcAft>
              <a:buSzPts val="800"/>
              <a:buFont typeface="Hanken Grotesk"/>
              <a:buNone/>
              <a:defRPr b="1" sz="800"/>
            </a:lvl4pPr>
            <a:lvl5pPr lvl="4">
              <a:spcBef>
                <a:spcPts val="0"/>
              </a:spcBef>
              <a:spcAft>
                <a:spcPts val="0"/>
              </a:spcAft>
              <a:buSzPts val="800"/>
              <a:buFont typeface="Hanken Grotesk"/>
              <a:buNone/>
              <a:defRPr b="1" sz="800"/>
            </a:lvl5pPr>
            <a:lvl6pPr lvl="5">
              <a:spcBef>
                <a:spcPts val="0"/>
              </a:spcBef>
              <a:spcAft>
                <a:spcPts val="0"/>
              </a:spcAft>
              <a:buSzPts val="800"/>
              <a:buFont typeface="Hanken Grotesk"/>
              <a:buNone/>
              <a:defRPr b="1" sz="800"/>
            </a:lvl6pPr>
            <a:lvl7pPr lvl="6">
              <a:spcBef>
                <a:spcPts val="0"/>
              </a:spcBef>
              <a:spcAft>
                <a:spcPts val="0"/>
              </a:spcAft>
              <a:buSzPts val="800"/>
              <a:buFont typeface="Hanken Grotesk"/>
              <a:buNone/>
              <a:defRPr b="1" sz="800"/>
            </a:lvl7pPr>
            <a:lvl8pPr lvl="7">
              <a:spcBef>
                <a:spcPts val="0"/>
              </a:spcBef>
              <a:spcAft>
                <a:spcPts val="0"/>
              </a:spcAft>
              <a:buSzPts val="800"/>
              <a:buFont typeface="Hanken Grotesk"/>
              <a:buNone/>
              <a:defRPr b="1" sz="800"/>
            </a:lvl8pPr>
            <a:lvl9pPr lvl="8">
              <a:spcBef>
                <a:spcPts val="0"/>
              </a:spcBef>
              <a:spcAft>
                <a:spcPts val="0"/>
              </a:spcAft>
              <a:buSzPts val="800"/>
              <a:buFont typeface="Hanken Grotesk"/>
              <a:buNone/>
              <a:defRPr b="1" sz="800"/>
            </a:lvl9pPr>
          </a:lstStyle>
          <a:p/>
        </p:txBody>
      </p:sp>
      <p:sp>
        <p:nvSpPr>
          <p:cNvPr id="371" name="Google Shape;371;p17"/>
          <p:cNvSpPr txBox="1"/>
          <p:nvPr>
            <p:ph idx="14" type="subTitle"/>
          </p:nvPr>
        </p:nvSpPr>
        <p:spPr>
          <a:xfrm>
            <a:off x="286936" y="1641475"/>
            <a:ext cx="632700" cy="1914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800"/>
              <a:buFont typeface="Hanken Grotesk"/>
              <a:buNone/>
              <a:defRPr b="1" sz="800"/>
            </a:lvl1pPr>
            <a:lvl2pPr lvl="1">
              <a:spcBef>
                <a:spcPts val="0"/>
              </a:spcBef>
              <a:spcAft>
                <a:spcPts val="0"/>
              </a:spcAft>
              <a:buSzPts val="800"/>
              <a:buFont typeface="Hanken Grotesk"/>
              <a:buNone/>
              <a:defRPr b="1" sz="800"/>
            </a:lvl2pPr>
            <a:lvl3pPr lvl="2">
              <a:spcBef>
                <a:spcPts val="0"/>
              </a:spcBef>
              <a:spcAft>
                <a:spcPts val="0"/>
              </a:spcAft>
              <a:buSzPts val="800"/>
              <a:buFont typeface="Hanken Grotesk"/>
              <a:buNone/>
              <a:defRPr b="1" sz="800"/>
            </a:lvl3pPr>
            <a:lvl4pPr lvl="3">
              <a:spcBef>
                <a:spcPts val="0"/>
              </a:spcBef>
              <a:spcAft>
                <a:spcPts val="0"/>
              </a:spcAft>
              <a:buSzPts val="800"/>
              <a:buFont typeface="Hanken Grotesk"/>
              <a:buNone/>
              <a:defRPr b="1" sz="800"/>
            </a:lvl4pPr>
            <a:lvl5pPr lvl="4">
              <a:spcBef>
                <a:spcPts val="0"/>
              </a:spcBef>
              <a:spcAft>
                <a:spcPts val="0"/>
              </a:spcAft>
              <a:buSzPts val="800"/>
              <a:buFont typeface="Hanken Grotesk"/>
              <a:buNone/>
              <a:defRPr b="1" sz="800"/>
            </a:lvl5pPr>
            <a:lvl6pPr lvl="5">
              <a:spcBef>
                <a:spcPts val="0"/>
              </a:spcBef>
              <a:spcAft>
                <a:spcPts val="0"/>
              </a:spcAft>
              <a:buSzPts val="800"/>
              <a:buFont typeface="Hanken Grotesk"/>
              <a:buNone/>
              <a:defRPr b="1" sz="800"/>
            </a:lvl6pPr>
            <a:lvl7pPr lvl="6">
              <a:spcBef>
                <a:spcPts val="0"/>
              </a:spcBef>
              <a:spcAft>
                <a:spcPts val="0"/>
              </a:spcAft>
              <a:buSzPts val="800"/>
              <a:buFont typeface="Hanken Grotesk"/>
              <a:buNone/>
              <a:defRPr b="1" sz="800"/>
            </a:lvl7pPr>
            <a:lvl8pPr lvl="7">
              <a:spcBef>
                <a:spcPts val="0"/>
              </a:spcBef>
              <a:spcAft>
                <a:spcPts val="0"/>
              </a:spcAft>
              <a:buSzPts val="800"/>
              <a:buFont typeface="Hanken Grotesk"/>
              <a:buNone/>
              <a:defRPr b="1" sz="800"/>
            </a:lvl8pPr>
            <a:lvl9pPr lvl="8">
              <a:spcBef>
                <a:spcPts val="0"/>
              </a:spcBef>
              <a:spcAft>
                <a:spcPts val="0"/>
              </a:spcAft>
              <a:buSzPts val="800"/>
              <a:buFont typeface="Hanken Grotesk"/>
              <a:buNone/>
              <a:defRPr b="1" sz="8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s 2">
  <p:cSld name="CUSTOM_7_1_1_1_1_1_1_1_1_1_1_1_1_1_1_1_1_8">
    <p:bg>
      <p:bgPr>
        <a:solidFill>
          <a:schemeClr val="dk2"/>
        </a:solidFill>
      </p:bgPr>
    </p:bg>
    <p:spTree>
      <p:nvGrpSpPr>
        <p:cNvPr id="372" name="Shape 372"/>
        <p:cNvGrpSpPr/>
        <p:nvPr/>
      </p:nvGrpSpPr>
      <p:grpSpPr>
        <a:xfrm>
          <a:off x="0" y="0"/>
          <a:ext cx="0" cy="0"/>
          <a:chOff x="0" y="0"/>
          <a:chExt cx="0" cy="0"/>
        </a:xfrm>
      </p:grpSpPr>
      <p:sp>
        <p:nvSpPr>
          <p:cNvPr id="373" name="Google Shape;373;p18"/>
          <p:cNvSpPr txBox="1"/>
          <p:nvPr>
            <p:ph idx="1" type="body"/>
          </p:nvPr>
        </p:nvSpPr>
        <p:spPr>
          <a:xfrm>
            <a:off x="6832625" y="4360925"/>
            <a:ext cx="2120400" cy="496800"/>
          </a:xfrm>
          <a:prstGeom prst="rect">
            <a:avLst/>
          </a:prstGeom>
        </p:spPr>
        <p:txBody>
          <a:bodyPr anchorCtr="0" anchor="t" bIns="91425" lIns="180000" spcFirstLastPara="1" rIns="18000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74" name="Google Shape;374;p18"/>
          <p:cNvSpPr txBox="1"/>
          <p:nvPr>
            <p:ph idx="2" type="body"/>
          </p:nvPr>
        </p:nvSpPr>
        <p:spPr>
          <a:xfrm>
            <a:off x="4619575" y="4360925"/>
            <a:ext cx="2120400" cy="496800"/>
          </a:xfrm>
          <a:prstGeom prst="rect">
            <a:avLst/>
          </a:prstGeom>
        </p:spPr>
        <p:txBody>
          <a:bodyPr anchorCtr="0" anchor="t" bIns="91425" lIns="180000" spcFirstLastPara="1" rIns="18000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75" name="Google Shape;375;p18"/>
          <p:cNvSpPr txBox="1"/>
          <p:nvPr>
            <p:ph idx="3" type="body"/>
          </p:nvPr>
        </p:nvSpPr>
        <p:spPr>
          <a:xfrm>
            <a:off x="2406525" y="4360925"/>
            <a:ext cx="2120400" cy="496800"/>
          </a:xfrm>
          <a:prstGeom prst="rect">
            <a:avLst/>
          </a:prstGeom>
        </p:spPr>
        <p:txBody>
          <a:bodyPr anchorCtr="0" anchor="t" bIns="91425" lIns="180000" spcFirstLastPara="1" rIns="18000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76" name="Google Shape;376;p18"/>
          <p:cNvSpPr txBox="1"/>
          <p:nvPr>
            <p:ph idx="4" type="body"/>
          </p:nvPr>
        </p:nvSpPr>
        <p:spPr>
          <a:xfrm>
            <a:off x="193475" y="4360925"/>
            <a:ext cx="2120400" cy="496800"/>
          </a:xfrm>
          <a:prstGeom prst="rect">
            <a:avLst/>
          </a:prstGeom>
        </p:spPr>
        <p:txBody>
          <a:bodyPr anchorCtr="0" anchor="t" bIns="91425" lIns="180000" spcFirstLastPara="1" rIns="18000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77" name="Google Shape;377;p18"/>
          <p:cNvSpPr txBox="1"/>
          <p:nvPr>
            <p:ph idx="5" type="body"/>
          </p:nvPr>
        </p:nvSpPr>
        <p:spPr>
          <a:xfrm>
            <a:off x="6831375" y="2557613"/>
            <a:ext cx="2120400" cy="496800"/>
          </a:xfrm>
          <a:prstGeom prst="rect">
            <a:avLst/>
          </a:prstGeom>
        </p:spPr>
        <p:txBody>
          <a:bodyPr anchorCtr="0" anchor="t" bIns="91425" lIns="180000" spcFirstLastPara="1" rIns="18000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78" name="Google Shape;378;p18"/>
          <p:cNvSpPr txBox="1"/>
          <p:nvPr>
            <p:ph idx="6" type="body"/>
          </p:nvPr>
        </p:nvSpPr>
        <p:spPr>
          <a:xfrm>
            <a:off x="4618325" y="2557613"/>
            <a:ext cx="2120400" cy="496800"/>
          </a:xfrm>
          <a:prstGeom prst="rect">
            <a:avLst/>
          </a:prstGeom>
        </p:spPr>
        <p:txBody>
          <a:bodyPr anchorCtr="0" anchor="t" bIns="91425" lIns="180000" spcFirstLastPara="1" rIns="18000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79" name="Google Shape;379;p18"/>
          <p:cNvSpPr txBox="1"/>
          <p:nvPr>
            <p:ph idx="7" type="body"/>
          </p:nvPr>
        </p:nvSpPr>
        <p:spPr>
          <a:xfrm>
            <a:off x="2405275" y="2557613"/>
            <a:ext cx="2120400" cy="496800"/>
          </a:xfrm>
          <a:prstGeom prst="rect">
            <a:avLst/>
          </a:prstGeom>
        </p:spPr>
        <p:txBody>
          <a:bodyPr anchorCtr="0" anchor="t" bIns="91425" lIns="180000" spcFirstLastPara="1" rIns="18000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80" name="Google Shape;380;p18"/>
          <p:cNvSpPr txBox="1"/>
          <p:nvPr>
            <p:ph idx="8" type="body"/>
          </p:nvPr>
        </p:nvSpPr>
        <p:spPr>
          <a:xfrm>
            <a:off x="192225" y="2557613"/>
            <a:ext cx="2120400" cy="496800"/>
          </a:xfrm>
          <a:prstGeom prst="rect">
            <a:avLst/>
          </a:prstGeom>
        </p:spPr>
        <p:txBody>
          <a:bodyPr anchorCtr="0" anchor="t" bIns="91425" lIns="180000" spcFirstLastPara="1" rIns="18000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81" name="Google Shape;381;p18"/>
          <p:cNvSpPr txBox="1"/>
          <p:nvPr>
            <p:ph type="title"/>
          </p:nvPr>
        </p:nvSpPr>
        <p:spPr>
          <a:xfrm>
            <a:off x="594025" y="539600"/>
            <a:ext cx="7196700" cy="5760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4000"/>
            </a:lvl1pPr>
            <a:lvl2pPr lvl="1">
              <a:lnSpc>
                <a:spcPct val="115000"/>
              </a:lnSpc>
              <a:spcBef>
                <a:spcPts val="0"/>
              </a:spcBef>
              <a:spcAft>
                <a:spcPts val="0"/>
              </a:spcAft>
              <a:buSzPts val="2800"/>
              <a:buNone/>
              <a:defRPr sz="4000"/>
            </a:lvl2pPr>
            <a:lvl3pPr lvl="2">
              <a:lnSpc>
                <a:spcPct val="115000"/>
              </a:lnSpc>
              <a:spcBef>
                <a:spcPts val="0"/>
              </a:spcBef>
              <a:spcAft>
                <a:spcPts val="0"/>
              </a:spcAft>
              <a:buSzPts val="2800"/>
              <a:buNone/>
              <a:defRPr sz="4000"/>
            </a:lvl3pPr>
            <a:lvl4pPr lvl="3">
              <a:lnSpc>
                <a:spcPct val="115000"/>
              </a:lnSpc>
              <a:spcBef>
                <a:spcPts val="0"/>
              </a:spcBef>
              <a:spcAft>
                <a:spcPts val="0"/>
              </a:spcAft>
              <a:buSzPts val="2800"/>
              <a:buNone/>
              <a:defRPr sz="4000"/>
            </a:lvl4pPr>
            <a:lvl5pPr lvl="4">
              <a:lnSpc>
                <a:spcPct val="115000"/>
              </a:lnSpc>
              <a:spcBef>
                <a:spcPts val="0"/>
              </a:spcBef>
              <a:spcAft>
                <a:spcPts val="0"/>
              </a:spcAft>
              <a:buSzPts val="2800"/>
              <a:buNone/>
              <a:defRPr sz="4000"/>
            </a:lvl5pPr>
            <a:lvl6pPr lvl="5">
              <a:lnSpc>
                <a:spcPct val="115000"/>
              </a:lnSpc>
              <a:spcBef>
                <a:spcPts val="0"/>
              </a:spcBef>
              <a:spcAft>
                <a:spcPts val="0"/>
              </a:spcAft>
              <a:buSzPts val="2800"/>
              <a:buNone/>
              <a:defRPr sz="4000"/>
            </a:lvl6pPr>
            <a:lvl7pPr lvl="6">
              <a:lnSpc>
                <a:spcPct val="115000"/>
              </a:lnSpc>
              <a:spcBef>
                <a:spcPts val="0"/>
              </a:spcBef>
              <a:spcAft>
                <a:spcPts val="0"/>
              </a:spcAft>
              <a:buSzPts val="2800"/>
              <a:buNone/>
              <a:defRPr sz="4000"/>
            </a:lvl7pPr>
            <a:lvl8pPr lvl="7">
              <a:lnSpc>
                <a:spcPct val="115000"/>
              </a:lnSpc>
              <a:spcBef>
                <a:spcPts val="0"/>
              </a:spcBef>
              <a:spcAft>
                <a:spcPts val="0"/>
              </a:spcAft>
              <a:buSzPts val="2800"/>
              <a:buNone/>
              <a:defRPr sz="4000"/>
            </a:lvl8pPr>
            <a:lvl9pPr lvl="8">
              <a:lnSpc>
                <a:spcPct val="115000"/>
              </a:lnSpc>
              <a:spcBef>
                <a:spcPts val="0"/>
              </a:spcBef>
              <a:spcAft>
                <a:spcPts val="0"/>
              </a:spcAft>
              <a:buSzPts val="2800"/>
              <a:buNone/>
              <a:defRPr sz="4000"/>
            </a:lvl9pPr>
          </a:lstStyle>
          <a:p/>
        </p:txBody>
      </p:sp>
      <p:sp>
        <p:nvSpPr>
          <p:cNvPr id="382" name="Google Shape;382;p18"/>
          <p:cNvSpPr txBox="1"/>
          <p:nvPr>
            <p:ph idx="9"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383" name="Google Shape;383;p18"/>
          <p:cNvSpPr txBox="1"/>
          <p:nvPr>
            <p:ph idx="13" type="title"/>
          </p:nvPr>
        </p:nvSpPr>
        <p:spPr>
          <a:xfrm>
            <a:off x="6996850" y="1364806"/>
            <a:ext cx="1839600" cy="770400"/>
          </a:xfrm>
          <a:prstGeom prst="rect">
            <a:avLst/>
          </a:prstGeom>
        </p:spPr>
        <p:txBody>
          <a:bodyPr anchorCtr="0" anchor="t" bIns="0" lIns="0" spcFirstLastPara="1" rIns="0" wrap="square" tIns="0">
            <a:normAutofit/>
          </a:bodyPr>
          <a:lstStyle>
            <a:lvl1pPr lvl="0">
              <a:spcBef>
                <a:spcPts val="0"/>
              </a:spcBef>
              <a:spcAft>
                <a:spcPts val="0"/>
              </a:spcAft>
              <a:buSzPts val="5000"/>
              <a:buFont typeface="Hanken Grotesk Light"/>
              <a:buNone/>
              <a:defRPr sz="5000">
                <a:latin typeface="Hanken Grotesk Light"/>
                <a:ea typeface="Hanken Grotesk Light"/>
                <a:cs typeface="Hanken Grotesk Light"/>
                <a:sym typeface="Hanken Grotesk Light"/>
              </a:defRPr>
            </a:lvl1pPr>
            <a:lvl2pPr lvl="1">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2pPr>
            <a:lvl3pPr lvl="2">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3pPr>
            <a:lvl4pPr lvl="3">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4pPr>
            <a:lvl5pPr lvl="4">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5pPr>
            <a:lvl6pPr lvl="5">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6pPr>
            <a:lvl7pPr lvl="6">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7pPr>
            <a:lvl8pPr lvl="7">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8pPr>
            <a:lvl9pPr lvl="8">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9pPr>
          </a:lstStyle>
          <a:p/>
        </p:txBody>
      </p:sp>
      <p:sp>
        <p:nvSpPr>
          <p:cNvPr id="384" name="Google Shape;384;p18"/>
          <p:cNvSpPr txBox="1"/>
          <p:nvPr>
            <p:ph idx="14" type="title"/>
          </p:nvPr>
        </p:nvSpPr>
        <p:spPr>
          <a:xfrm>
            <a:off x="4783238" y="1364806"/>
            <a:ext cx="1839600" cy="770400"/>
          </a:xfrm>
          <a:prstGeom prst="rect">
            <a:avLst/>
          </a:prstGeom>
        </p:spPr>
        <p:txBody>
          <a:bodyPr anchorCtr="0" anchor="t" bIns="0" lIns="0" spcFirstLastPara="1" rIns="0" wrap="square" tIns="0">
            <a:normAutofit/>
          </a:bodyPr>
          <a:lstStyle>
            <a:lvl1pPr lvl="0">
              <a:spcBef>
                <a:spcPts val="0"/>
              </a:spcBef>
              <a:spcAft>
                <a:spcPts val="0"/>
              </a:spcAft>
              <a:buSzPts val="5000"/>
              <a:buFont typeface="Hanken Grotesk Light"/>
              <a:buNone/>
              <a:defRPr sz="5000">
                <a:latin typeface="Hanken Grotesk Light"/>
                <a:ea typeface="Hanken Grotesk Light"/>
                <a:cs typeface="Hanken Grotesk Light"/>
                <a:sym typeface="Hanken Grotesk Light"/>
              </a:defRPr>
            </a:lvl1pPr>
            <a:lvl2pPr lvl="1">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2pPr>
            <a:lvl3pPr lvl="2">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3pPr>
            <a:lvl4pPr lvl="3">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4pPr>
            <a:lvl5pPr lvl="4">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5pPr>
            <a:lvl6pPr lvl="5">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6pPr>
            <a:lvl7pPr lvl="6">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7pPr>
            <a:lvl8pPr lvl="7">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8pPr>
            <a:lvl9pPr lvl="8">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9pPr>
          </a:lstStyle>
          <a:p/>
        </p:txBody>
      </p:sp>
      <p:sp>
        <p:nvSpPr>
          <p:cNvPr id="385" name="Google Shape;385;p18"/>
          <p:cNvSpPr txBox="1"/>
          <p:nvPr>
            <p:ph idx="15" type="title"/>
          </p:nvPr>
        </p:nvSpPr>
        <p:spPr>
          <a:xfrm>
            <a:off x="2546913" y="1364806"/>
            <a:ext cx="1839600" cy="770400"/>
          </a:xfrm>
          <a:prstGeom prst="rect">
            <a:avLst/>
          </a:prstGeom>
        </p:spPr>
        <p:txBody>
          <a:bodyPr anchorCtr="0" anchor="t" bIns="0" lIns="0" spcFirstLastPara="1" rIns="0" wrap="square" tIns="0">
            <a:normAutofit/>
          </a:bodyPr>
          <a:lstStyle>
            <a:lvl1pPr lvl="0">
              <a:spcBef>
                <a:spcPts val="0"/>
              </a:spcBef>
              <a:spcAft>
                <a:spcPts val="0"/>
              </a:spcAft>
              <a:buSzPts val="5000"/>
              <a:buFont typeface="Hanken Grotesk Light"/>
              <a:buNone/>
              <a:defRPr sz="5000">
                <a:latin typeface="Hanken Grotesk Light"/>
                <a:ea typeface="Hanken Grotesk Light"/>
                <a:cs typeface="Hanken Grotesk Light"/>
                <a:sym typeface="Hanken Grotesk Light"/>
              </a:defRPr>
            </a:lvl1pPr>
            <a:lvl2pPr lvl="1">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2pPr>
            <a:lvl3pPr lvl="2">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3pPr>
            <a:lvl4pPr lvl="3">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4pPr>
            <a:lvl5pPr lvl="4">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5pPr>
            <a:lvl6pPr lvl="5">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6pPr>
            <a:lvl7pPr lvl="6">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7pPr>
            <a:lvl8pPr lvl="7">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8pPr>
            <a:lvl9pPr lvl="8">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9pPr>
          </a:lstStyle>
          <a:p/>
        </p:txBody>
      </p:sp>
      <p:sp>
        <p:nvSpPr>
          <p:cNvPr id="386" name="Google Shape;386;p18"/>
          <p:cNvSpPr txBox="1"/>
          <p:nvPr>
            <p:ph idx="16" type="title"/>
          </p:nvPr>
        </p:nvSpPr>
        <p:spPr>
          <a:xfrm>
            <a:off x="355638" y="1365769"/>
            <a:ext cx="1839600" cy="770400"/>
          </a:xfrm>
          <a:prstGeom prst="rect">
            <a:avLst/>
          </a:prstGeom>
        </p:spPr>
        <p:txBody>
          <a:bodyPr anchorCtr="0" anchor="t" bIns="0" lIns="0" spcFirstLastPara="1" rIns="0" wrap="square" tIns="0">
            <a:normAutofit/>
          </a:bodyPr>
          <a:lstStyle>
            <a:lvl1pPr lvl="0">
              <a:spcBef>
                <a:spcPts val="0"/>
              </a:spcBef>
              <a:spcAft>
                <a:spcPts val="0"/>
              </a:spcAft>
              <a:buSzPts val="5000"/>
              <a:buFont typeface="Hanken Grotesk Light"/>
              <a:buNone/>
              <a:defRPr sz="5000">
                <a:latin typeface="Hanken Grotesk Light"/>
                <a:ea typeface="Hanken Grotesk Light"/>
                <a:cs typeface="Hanken Grotesk Light"/>
                <a:sym typeface="Hanken Grotesk Light"/>
              </a:defRPr>
            </a:lvl1pPr>
            <a:lvl2pPr lvl="1">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2pPr>
            <a:lvl3pPr lvl="2">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3pPr>
            <a:lvl4pPr lvl="3">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4pPr>
            <a:lvl5pPr lvl="4">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5pPr>
            <a:lvl6pPr lvl="5">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6pPr>
            <a:lvl7pPr lvl="6">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7pPr>
            <a:lvl8pPr lvl="7">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8pPr>
            <a:lvl9pPr lvl="8">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9pPr>
          </a:lstStyle>
          <a:p/>
        </p:txBody>
      </p:sp>
      <p:sp>
        <p:nvSpPr>
          <p:cNvPr id="387" name="Google Shape;387;p18"/>
          <p:cNvSpPr txBox="1"/>
          <p:nvPr>
            <p:ph idx="17" type="title"/>
          </p:nvPr>
        </p:nvSpPr>
        <p:spPr>
          <a:xfrm>
            <a:off x="7002200" y="3163356"/>
            <a:ext cx="1839600" cy="770400"/>
          </a:xfrm>
          <a:prstGeom prst="rect">
            <a:avLst/>
          </a:prstGeom>
        </p:spPr>
        <p:txBody>
          <a:bodyPr anchorCtr="0" anchor="t" bIns="0" lIns="0" spcFirstLastPara="1" rIns="0" wrap="square" tIns="0">
            <a:normAutofit/>
          </a:bodyPr>
          <a:lstStyle>
            <a:lvl1pPr lvl="0">
              <a:spcBef>
                <a:spcPts val="0"/>
              </a:spcBef>
              <a:spcAft>
                <a:spcPts val="0"/>
              </a:spcAft>
              <a:buSzPts val="5000"/>
              <a:buFont typeface="Hanken Grotesk Light"/>
              <a:buNone/>
              <a:defRPr sz="5000">
                <a:latin typeface="Hanken Grotesk Light"/>
                <a:ea typeface="Hanken Grotesk Light"/>
                <a:cs typeface="Hanken Grotesk Light"/>
                <a:sym typeface="Hanken Grotesk Light"/>
              </a:defRPr>
            </a:lvl1pPr>
            <a:lvl2pPr lvl="1">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2pPr>
            <a:lvl3pPr lvl="2">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3pPr>
            <a:lvl4pPr lvl="3">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4pPr>
            <a:lvl5pPr lvl="4">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5pPr>
            <a:lvl6pPr lvl="5">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6pPr>
            <a:lvl7pPr lvl="6">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7pPr>
            <a:lvl8pPr lvl="7">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8pPr>
            <a:lvl9pPr lvl="8">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9pPr>
          </a:lstStyle>
          <a:p/>
        </p:txBody>
      </p:sp>
      <p:sp>
        <p:nvSpPr>
          <p:cNvPr id="388" name="Google Shape;388;p18"/>
          <p:cNvSpPr txBox="1"/>
          <p:nvPr>
            <p:ph idx="18" type="title"/>
          </p:nvPr>
        </p:nvSpPr>
        <p:spPr>
          <a:xfrm>
            <a:off x="4788588" y="3163356"/>
            <a:ext cx="1839600" cy="770400"/>
          </a:xfrm>
          <a:prstGeom prst="rect">
            <a:avLst/>
          </a:prstGeom>
        </p:spPr>
        <p:txBody>
          <a:bodyPr anchorCtr="0" anchor="t" bIns="0" lIns="0" spcFirstLastPara="1" rIns="0" wrap="square" tIns="0">
            <a:normAutofit/>
          </a:bodyPr>
          <a:lstStyle>
            <a:lvl1pPr lvl="0">
              <a:spcBef>
                <a:spcPts val="0"/>
              </a:spcBef>
              <a:spcAft>
                <a:spcPts val="0"/>
              </a:spcAft>
              <a:buSzPts val="5000"/>
              <a:buFont typeface="Hanken Grotesk Light"/>
              <a:buNone/>
              <a:defRPr sz="5000">
                <a:latin typeface="Hanken Grotesk Light"/>
                <a:ea typeface="Hanken Grotesk Light"/>
                <a:cs typeface="Hanken Grotesk Light"/>
                <a:sym typeface="Hanken Grotesk Light"/>
              </a:defRPr>
            </a:lvl1pPr>
            <a:lvl2pPr lvl="1">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2pPr>
            <a:lvl3pPr lvl="2">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3pPr>
            <a:lvl4pPr lvl="3">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4pPr>
            <a:lvl5pPr lvl="4">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5pPr>
            <a:lvl6pPr lvl="5">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6pPr>
            <a:lvl7pPr lvl="6">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7pPr>
            <a:lvl8pPr lvl="7">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8pPr>
            <a:lvl9pPr lvl="8">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9pPr>
          </a:lstStyle>
          <a:p/>
        </p:txBody>
      </p:sp>
      <p:sp>
        <p:nvSpPr>
          <p:cNvPr id="389" name="Google Shape;389;p18"/>
          <p:cNvSpPr txBox="1"/>
          <p:nvPr>
            <p:ph idx="19" type="title"/>
          </p:nvPr>
        </p:nvSpPr>
        <p:spPr>
          <a:xfrm>
            <a:off x="2552263" y="3163356"/>
            <a:ext cx="1839600" cy="770400"/>
          </a:xfrm>
          <a:prstGeom prst="rect">
            <a:avLst/>
          </a:prstGeom>
        </p:spPr>
        <p:txBody>
          <a:bodyPr anchorCtr="0" anchor="t" bIns="0" lIns="0" spcFirstLastPara="1" rIns="0" wrap="square" tIns="0">
            <a:normAutofit/>
          </a:bodyPr>
          <a:lstStyle>
            <a:lvl1pPr lvl="0">
              <a:spcBef>
                <a:spcPts val="0"/>
              </a:spcBef>
              <a:spcAft>
                <a:spcPts val="0"/>
              </a:spcAft>
              <a:buSzPts val="5000"/>
              <a:buFont typeface="Hanken Grotesk Light"/>
              <a:buNone/>
              <a:defRPr sz="5000">
                <a:latin typeface="Hanken Grotesk Light"/>
                <a:ea typeface="Hanken Grotesk Light"/>
                <a:cs typeface="Hanken Grotesk Light"/>
                <a:sym typeface="Hanken Grotesk Light"/>
              </a:defRPr>
            </a:lvl1pPr>
            <a:lvl2pPr lvl="1">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2pPr>
            <a:lvl3pPr lvl="2">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3pPr>
            <a:lvl4pPr lvl="3">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4pPr>
            <a:lvl5pPr lvl="4">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5pPr>
            <a:lvl6pPr lvl="5">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6pPr>
            <a:lvl7pPr lvl="6">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7pPr>
            <a:lvl8pPr lvl="7">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8pPr>
            <a:lvl9pPr lvl="8">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9pPr>
          </a:lstStyle>
          <a:p/>
        </p:txBody>
      </p:sp>
      <p:sp>
        <p:nvSpPr>
          <p:cNvPr id="390" name="Google Shape;390;p18"/>
          <p:cNvSpPr txBox="1"/>
          <p:nvPr>
            <p:ph idx="20" type="title"/>
          </p:nvPr>
        </p:nvSpPr>
        <p:spPr>
          <a:xfrm>
            <a:off x="360988" y="3164319"/>
            <a:ext cx="1839600" cy="770400"/>
          </a:xfrm>
          <a:prstGeom prst="rect">
            <a:avLst/>
          </a:prstGeom>
        </p:spPr>
        <p:txBody>
          <a:bodyPr anchorCtr="0" anchor="t" bIns="0" lIns="0" spcFirstLastPara="1" rIns="0" wrap="square" tIns="0">
            <a:normAutofit/>
          </a:bodyPr>
          <a:lstStyle>
            <a:lvl1pPr lvl="0">
              <a:spcBef>
                <a:spcPts val="0"/>
              </a:spcBef>
              <a:spcAft>
                <a:spcPts val="0"/>
              </a:spcAft>
              <a:buSzPts val="5000"/>
              <a:buFont typeface="Hanken Grotesk Light"/>
              <a:buNone/>
              <a:defRPr sz="5000">
                <a:latin typeface="Hanken Grotesk Light"/>
                <a:ea typeface="Hanken Grotesk Light"/>
                <a:cs typeface="Hanken Grotesk Light"/>
                <a:sym typeface="Hanken Grotesk Light"/>
              </a:defRPr>
            </a:lvl1pPr>
            <a:lvl2pPr lvl="1">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2pPr>
            <a:lvl3pPr lvl="2">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3pPr>
            <a:lvl4pPr lvl="3">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4pPr>
            <a:lvl5pPr lvl="4">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5pPr>
            <a:lvl6pPr lvl="5">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6pPr>
            <a:lvl7pPr lvl="6">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7pPr>
            <a:lvl8pPr lvl="7">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8pPr>
            <a:lvl9pPr lvl="8">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s 3">
  <p:cSld name="CUSTOM_7_1_1_1_1_1_1_1_1_1_1_1_1_1_1_1_1_7_1">
    <p:spTree>
      <p:nvGrpSpPr>
        <p:cNvPr id="391" name="Shape 391"/>
        <p:cNvGrpSpPr/>
        <p:nvPr/>
      </p:nvGrpSpPr>
      <p:grpSpPr>
        <a:xfrm>
          <a:off x="0" y="0"/>
          <a:ext cx="0" cy="0"/>
          <a:chOff x="0" y="0"/>
          <a:chExt cx="0" cy="0"/>
        </a:xfrm>
      </p:grpSpPr>
      <p:sp>
        <p:nvSpPr>
          <p:cNvPr id="392" name="Google Shape;392;p19"/>
          <p:cNvSpPr txBox="1"/>
          <p:nvPr>
            <p:ph idx="1"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393" name="Google Shape;393;p19"/>
          <p:cNvSpPr txBox="1"/>
          <p:nvPr>
            <p:ph type="title"/>
          </p:nvPr>
        </p:nvSpPr>
        <p:spPr>
          <a:xfrm>
            <a:off x="594025" y="539600"/>
            <a:ext cx="7196700" cy="5760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4000"/>
            </a:lvl1pPr>
            <a:lvl2pPr lvl="1">
              <a:lnSpc>
                <a:spcPct val="115000"/>
              </a:lnSpc>
              <a:spcBef>
                <a:spcPts val="0"/>
              </a:spcBef>
              <a:spcAft>
                <a:spcPts val="0"/>
              </a:spcAft>
              <a:buSzPts val="2800"/>
              <a:buNone/>
              <a:defRPr sz="4000"/>
            </a:lvl2pPr>
            <a:lvl3pPr lvl="2">
              <a:lnSpc>
                <a:spcPct val="115000"/>
              </a:lnSpc>
              <a:spcBef>
                <a:spcPts val="0"/>
              </a:spcBef>
              <a:spcAft>
                <a:spcPts val="0"/>
              </a:spcAft>
              <a:buSzPts val="2800"/>
              <a:buNone/>
              <a:defRPr sz="4000"/>
            </a:lvl3pPr>
            <a:lvl4pPr lvl="3">
              <a:lnSpc>
                <a:spcPct val="115000"/>
              </a:lnSpc>
              <a:spcBef>
                <a:spcPts val="0"/>
              </a:spcBef>
              <a:spcAft>
                <a:spcPts val="0"/>
              </a:spcAft>
              <a:buSzPts val="2800"/>
              <a:buNone/>
              <a:defRPr sz="4000"/>
            </a:lvl4pPr>
            <a:lvl5pPr lvl="4">
              <a:lnSpc>
                <a:spcPct val="115000"/>
              </a:lnSpc>
              <a:spcBef>
                <a:spcPts val="0"/>
              </a:spcBef>
              <a:spcAft>
                <a:spcPts val="0"/>
              </a:spcAft>
              <a:buSzPts val="2800"/>
              <a:buNone/>
              <a:defRPr sz="4000"/>
            </a:lvl5pPr>
            <a:lvl6pPr lvl="5">
              <a:lnSpc>
                <a:spcPct val="115000"/>
              </a:lnSpc>
              <a:spcBef>
                <a:spcPts val="0"/>
              </a:spcBef>
              <a:spcAft>
                <a:spcPts val="0"/>
              </a:spcAft>
              <a:buSzPts val="2800"/>
              <a:buNone/>
              <a:defRPr sz="4000"/>
            </a:lvl6pPr>
            <a:lvl7pPr lvl="6">
              <a:lnSpc>
                <a:spcPct val="115000"/>
              </a:lnSpc>
              <a:spcBef>
                <a:spcPts val="0"/>
              </a:spcBef>
              <a:spcAft>
                <a:spcPts val="0"/>
              </a:spcAft>
              <a:buSzPts val="2800"/>
              <a:buNone/>
              <a:defRPr sz="4000"/>
            </a:lvl7pPr>
            <a:lvl8pPr lvl="7">
              <a:lnSpc>
                <a:spcPct val="115000"/>
              </a:lnSpc>
              <a:spcBef>
                <a:spcPts val="0"/>
              </a:spcBef>
              <a:spcAft>
                <a:spcPts val="0"/>
              </a:spcAft>
              <a:buSzPts val="2800"/>
              <a:buNone/>
              <a:defRPr sz="4000"/>
            </a:lvl8pPr>
            <a:lvl9pPr lvl="8">
              <a:lnSpc>
                <a:spcPct val="115000"/>
              </a:lnSpc>
              <a:spcBef>
                <a:spcPts val="0"/>
              </a:spcBef>
              <a:spcAft>
                <a:spcPts val="0"/>
              </a:spcAft>
              <a:buSzPts val="2800"/>
              <a:buNone/>
              <a:defRPr sz="4000"/>
            </a:lvl9pPr>
          </a:lstStyle>
          <a:p/>
        </p:txBody>
      </p:sp>
      <p:sp>
        <p:nvSpPr>
          <p:cNvPr id="394" name="Google Shape;394;p19"/>
          <p:cNvSpPr txBox="1"/>
          <p:nvPr>
            <p:ph idx="2" type="subTitle"/>
          </p:nvPr>
        </p:nvSpPr>
        <p:spPr>
          <a:xfrm>
            <a:off x="193100" y="3780025"/>
            <a:ext cx="1633200" cy="615600"/>
          </a:xfrm>
          <a:prstGeom prst="rect">
            <a:avLst/>
          </a:prstGeom>
        </p:spPr>
        <p:txBody>
          <a:bodyPr anchorCtr="0" anchor="t" bIns="0" lIns="0" spcFirstLastPara="1" rIns="0" wrap="square" tIns="0">
            <a:normAutofit/>
          </a:bodyPr>
          <a:lstStyle>
            <a:lvl1pPr lvl="0">
              <a:spcBef>
                <a:spcPts val="0"/>
              </a:spcBef>
              <a:spcAft>
                <a:spcPts val="0"/>
              </a:spcAft>
              <a:buClr>
                <a:schemeClr val="dk1"/>
              </a:buClr>
              <a:buSzPts val="4000"/>
              <a:buFont typeface="Hanken Grotesk Light"/>
              <a:buNone/>
              <a:defRPr sz="4000">
                <a:latin typeface="Hanken Grotesk Light"/>
                <a:ea typeface="Hanken Grotesk Light"/>
                <a:cs typeface="Hanken Grotesk Light"/>
                <a:sym typeface="Hanken Grotes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5" name="Google Shape;395;p19"/>
          <p:cNvSpPr txBox="1"/>
          <p:nvPr>
            <p:ph idx="3" type="subTitle"/>
          </p:nvPr>
        </p:nvSpPr>
        <p:spPr>
          <a:xfrm>
            <a:off x="1852425" y="4067625"/>
            <a:ext cx="2529000" cy="237600"/>
          </a:xfrm>
          <a:prstGeom prst="rect">
            <a:avLst/>
          </a:prstGeom>
        </p:spPr>
        <p:txBody>
          <a:bodyPr anchorCtr="0" anchor="t" bIns="0" lIns="54000" spcFirstLastPara="1" rIns="0" wrap="square" tIns="54000">
            <a:normAutofit/>
          </a:bodyPr>
          <a:lstStyle>
            <a:lvl1pPr lvl="0">
              <a:spcBef>
                <a:spcPts val="0"/>
              </a:spcBef>
              <a:spcAft>
                <a:spcPts val="0"/>
              </a:spcAft>
              <a:buClr>
                <a:schemeClr val="dk1"/>
              </a:buClr>
              <a:buSzPts val="1200"/>
              <a:buFont typeface="Hanken Grotesk"/>
              <a:buNone/>
              <a:defRPr sz="1200"/>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396" name="Google Shape;396;p19"/>
          <p:cNvSpPr txBox="1"/>
          <p:nvPr>
            <p:ph idx="4" type="subTitle"/>
          </p:nvPr>
        </p:nvSpPr>
        <p:spPr>
          <a:xfrm>
            <a:off x="193100" y="2519863"/>
            <a:ext cx="1633200" cy="615600"/>
          </a:xfrm>
          <a:prstGeom prst="rect">
            <a:avLst/>
          </a:prstGeom>
        </p:spPr>
        <p:txBody>
          <a:bodyPr anchorCtr="0" anchor="t" bIns="0" lIns="0" spcFirstLastPara="1" rIns="0" wrap="square" tIns="0">
            <a:normAutofit/>
          </a:bodyPr>
          <a:lstStyle>
            <a:lvl1pPr lvl="0">
              <a:spcBef>
                <a:spcPts val="0"/>
              </a:spcBef>
              <a:spcAft>
                <a:spcPts val="0"/>
              </a:spcAft>
              <a:buClr>
                <a:schemeClr val="dk1"/>
              </a:buClr>
              <a:buSzPts val="4000"/>
              <a:buFont typeface="Hanken Grotesk Light"/>
              <a:buNone/>
              <a:defRPr sz="4000">
                <a:latin typeface="Hanken Grotesk Light"/>
                <a:ea typeface="Hanken Grotesk Light"/>
                <a:cs typeface="Hanken Grotesk Light"/>
                <a:sym typeface="Hanken Grotes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7" name="Google Shape;397;p19"/>
          <p:cNvSpPr txBox="1"/>
          <p:nvPr>
            <p:ph idx="5" type="subTitle"/>
          </p:nvPr>
        </p:nvSpPr>
        <p:spPr>
          <a:xfrm>
            <a:off x="1852425" y="2807463"/>
            <a:ext cx="2529000" cy="237600"/>
          </a:xfrm>
          <a:prstGeom prst="rect">
            <a:avLst/>
          </a:prstGeom>
        </p:spPr>
        <p:txBody>
          <a:bodyPr anchorCtr="0" anchor="t" bIns="0" lIns="54000" spcFirstLastPara="1" rIns="0" wrap="square" tIns="54000">
            <a:normAutofit/>
          </a:bodyPr>
          <a:lstStyle>
            <a:lvl1pPr lvl="0">
              <a:spcBef>
                <a:spcPts val="0"/>
              </a:spcBef>
              <a:spcAft>
                <a:spcPts val="0"/>
              </a:spcAft>
              <a:buClr>
                <a:schemeClr val="dk1"/>
              </a:buClr>
              <a:buSzPts val="1200"/>
              <a:buFont typeface="Hanken Grotesk"/>
              <a:buNone/>
              <a:defRPr sz="1200"/>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398" name="Google Shape;398;p19"/>
          <p:cNvSpPr txBox="1"/>
          <p:nvPr>
            <p:ph idx="6" type="subTitle"/>
          </p:nvPr>
        </p:nvSpPr>
        <p:spPr>
          <a:xfrm>
            <a:off x="219077" y="1259725"/>
            <a:ext cx="1633200" cy="615600"/>
          </a:xfrm>
          <a:prstGeom prst="rect">
            <a:avLst/>
          </a:prstGeom>
        </p:spPr>
        <p:txBody>
          <a:bodyPr anchorCtr="0" anchor="t" bIns="0" lIns="0" spcFirstLastPara="1" rIns="0" wrap="square" tIns="0">
            <a:normAutofit/>
          </a:bodyPr>
          <a:lstStyle>
            <a:lvl1pPr lvl="0">
              <a:spcBef>
                <a:spcPts val="0"/>
              </a:spcBef>
              <a:spcAft>
                <a:spcPts val="0"/>
              </a:spcAft>
              <a:buClr>
                <a:schemeClr val="dk1"/>
              </a:buClr>
              <a:buSzPts val="4000"/>
              <a:buFont typeface="Hanken Grotesk Light"/>
              <a:buNone/>
              <a:defRPr sz="4000">
                <a:latin typeface="Hanken Grotesk Light"/>
                <a:ea typeface="Hanken Grotesk Light"/>
                <a:cs typeface="Hanken Grotesk Light"/>
                <a:sym typeface="Hanken Grotes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9" name="Google Shape;399;p19"/>
          <p:cNvSpPr txBox="1"/>
          <p:nvPr>
            <p:ph idx="7" type="subTitle"/>
          </p:nvPr>
        </p:nvSpPr>
        <p:spPr>
          <a:xfrm>
            <a:off x="1852425" y="1547325"/>
            <a:ext cx="2529000" cy="237600"/>
          </a:xfrm>
          <a:prstGeom prst="rect">
            <a:avLst/>
          </a:prstGeom>
        </p:spPr>
        <p:txBody>
          <a:bodyPr anchorCtr="0" anchor="t" bIns="0" lIns="54000" spcFirstLastPara="1" rIns="0" wrap="square" tIns="54000">
            <a:normAutofit/>
          </a:bodyPr>
          <a:lstStyle>
            <a:lvl1pPr lvl="0">
              <a:spcBef>
                <a:spcPts val="0"/>
              </a:spcBef>
              <a:spcAft>
                <a:spcPts val="0"/>
              </a:spcAft>
              <a:buClr>
                <a:schemeClr val="dk1"/>
              </a:buClr>
              <a:buSzPts val="1200"/>
              <a:buFont typeface="Hanken Grotesk"/>
              <a:buNone/>
              <a:defRPr sz="1200"/>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00" name="Google Shape;400;p19"/>
          <p:cNvSpPr txBox="1"/>
          <p:nvPr>
            <p:ph idx="8" type="body"/>
          </p:nvPr>
        </p:nvSpPr>
        <p:spPr>
          <a:xfrm>
            <a:off x="189973" y="4665450"/>
            <a:ext cx="4345200" cy="374400"/>
          </a:xfrm>
          <a:prstGeom prst="rect">
            <a:avLst/>
          </a:prstGeom>
        </p:spPr>
        <p:txBody>
          <a:bodyPr anchorCtr="0" anchor="t" bIns="0" lIns="0" spcFirstLastPara="1" rIns="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01" name="Google Shape;401;p19"/>
          <p:cNvSpPr txBox="1"/>
          <p:nvPr>
            <p:ph idx="9" type="body"/>
          </p:nvPr>
        </p:nvSpPr>
        <p:spPr>
          <a:xfrm>
            <a:off x="189973" y="3405288"/>
            <a:ext cx="4345200" cy="374400"/>
          </a:xfrm>
          <a:prstGeom prst="rect">
            <a:avLst/>
          </a:prstGeom>
        </p:spPr>
        <p:txBody>
          <a:bodyPr anchorCtr="0" anchor="t" bIns="0" lIns="0" spcFirstLastPara="1" rIns="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02" name="Google Shape;402;p19"/>
          <p:cNvSpPr txBox="1"/>
          <p:nvPr>
            <p:ph idx="13" type="body"/>
          </p:nvPr>
        </p:nvSpPr>
        <p:spPr>
          <a:xfrm>
            <a:off x="199273" y="2145150"/>
            <a:ext cx="4345200" cy="374400"/>
          </a:xfrm>
          <a:prstGeom prst="rect">
            <a:avLst/>
          </a:prstGeom>
        </p:spPr>
        <p:txBody>
          <a:bodyPr anchorCtr="0" anchor="t" bIns="0" lIns="0" spcFirstLastPara="1" rIns="0" wrap="square" tIns="54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s 4">
  <p:cSld name="CUSTOM_7_1_1_1_1_1_1_1_1_1_1_1_1_1_1_1_1_7_2">
    <p:spTree>
      <p:nvGrpSpPr>
        <p:cNvPr id="403" name="Shape 403"/>
        <p:cNvGrpSpPr/>
        <p:nvPr/>
      </p:nvGrpSpPr>
      <p:grpSpPr>
        <a:xfrm>
          <a:off x="0" y="0"/>
          <a:ext cx="0" cy="0"/>
          <a:chOff x="0" y="0"/>
          <a:chExt cx="0" cy="0"/>
        </a:xfrm>
      </p:grpSpPr>
      <p:sp>
        <p:nvSpPr>
          <p:cNvPr id="404" name="Google Shape;404;p20"/>
          <p:cNvSpPr txBox="1"/>
          <p:nvPr>
            <p:ph idx="1"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405" name="Google Shape;405;p20"/>
          <p:cNvSpPr txBox="1"/>
          <p:nvPr>
            <p:ph type="title"/>
          </p:nvPr>
        </p:nvSpPr>
        <p:spPr>
          <a:xfrm>
            <a:off x="594025" y="539600"/>
            <a:ext cx="7196700" cy="5760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800"/>
              <a:buNone/>
              <a:defRPr sz="4000"/>
            </a:lvl1pPr>
            <a:lvl2pPr lvl="1">
              <a:lnSpc>
                <a:spcPct val="115000"/>
              </a:lnSpc>
              <a:spcBef>
                <a:spcPts val="0"/>
              </a:spcBef>
              <a:spcAft>
                <a:spcPts val="0"/>
              </a:spcAft>
              <a:buSzPts val="2800"/>
              <a:buNone/>
              <a:defRPr sz="4000"/>
            </a:lvl2pPr>
            <a:lvl3pPr lvl="2">
              <a:lnSpc>
                <a:spcPct val="115000"/>
              </a:lnSpc>
              <a:spcBef>
                <a:spcPts val="0"/>
              </a:spcBef>
              <a:spcAft>
                <a:spcPts val="0"/>
              </a:spcAft>
              <a:buSzPts val="2800"/>
              <a:buNone/>
              <a:defRPr sz="4000"/>
            </a:lvl3pPr>
            <a:lvl4pPr lvl="3">
              <a:lnSpc>
                <a:spcPct val="115000"/>
              </a:lnSpc>
              <a:spcBef>
                <a:spcPts val="0"/>
              </a:spcBef>
              <a:spcAft>
                <a:spcPts val="0"/>
              </a:spcAft>
              <a:buSzPts val="2800"/>
              <a:buNone/>
              <a:defRPr sz="4000"/>
            </a:lvl4pPr>
            <a:lvl5pPr lvl="4">
              <a:lnSpc>
                <a:spcPct val="115000"/>
              </a:lnSpc>
              <a:spcBef>
                <a:spcPts val="0"/>
              </a:spcBef>
              <a:spcAft>
                <a:spcPts val="0"/>
              </a:spcAft>
              <a:buSzPts val="2800"/>
              <a:buNone/>
              <a:defRPr sz="4000"/>
            </a:lvl5pPr>
            <a:lvl6pPr lvl="5">
              <a:lnSpc>
                <a:spcPct val="115000"/>
              </a:lnSpc>
              <a:spcBef>
                <a:spcPts val="0"/>
              </a:spcBef>
              <a:spcAft>
                <a:spcPts val="0"/>
              </a:spcAft>
              <a:buSzPts val="2800"/>
              <a:buNone/>
              <a:defRPr sz="4000"/>
            </a:lvl6pPr>
            <a:lvl7pPr lvl="6">
              <a:lnSpc>
                <a:spcPct val="115000"/>
              </a:lnSpc>
              <a:spcBef>
                <a:spcPts val="0"/>
              </a:spcBef>
              <a:spcAft>
                <a:spcPts val="0"/>
              </a:spcAft>
              <a:buSzPts val="2800"/>
              <a:buNone/>
              <a:defRPr sz="4000"/>
            </a:lvl7pPr>
            <a:lvl8pPr lvl="7">
              <a:lnSpc>
                <a:spcPct val="115000"/>
              </a:lnSpc>
              <a:spcBef>
                <a:spcPts val="0"/>
              </a:spcBef>
              <a:spcAft>
                <a:spcPts val="0"/>
              </a:spcAft>
              <a:buSzPts val="2800"/>
              <a:buNone/>
              <a:defRPr sz="4000"/>
            </a:lvl8pPr>
            <a:lvl9pPr lvl="8">
              <a:lnSpc>
                <a:spcPct val="115000"/>
              </a:lnSpc>
              <a:spcBef>
                <a:spcPts val="0"/>
              </a:spcBef>
              <a:spcAft>
                <a:spcPts val="0"/>
              </a:spcAft>
              <a:buSzPts val="2800"/>
              <a:buNone/>
              <a:defRPr sz="4000"/>
            </a:lvl9pPr>
          </a:lstStyle>
          <a:p/>
        </p:txBody>
      </p:sp>
      <p:sp>
        <p:nvSpPr>
          <p:cNvPr id="406" name="Google Shape;406;p20"/>
          <p:cNvSpPr txBox="1"/>
          <p:nvPr>
            <p:ph idx="2" type="subTitle"/>
          </p:nvPr>
        </p:nvSpPr>
        <p:spPr>
          <a:xfrm>
            <a:off x="189375" y="4264275"/>
            <a:ext cx="1529400" cy="572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3000"/>
              <a:buFont typeface="Hanken Grotesk Light"/>
              <a:buNone/>
              <a:defRPr sz="3000">
                <a:latin typeface="Hanken Grotesk Light"/>
                <a:ea typeface="Hanken Grotesk Light"/>
                <a:cs typeface="Hanken Grotesk Light"/>
                <a:sym typeface="Hanken Grotesk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07" name="Google Shape;407;p20"/>
          <p:cNvSpPr txBox="1"/>
          <p:nvPr>
            <p:ph idx="3" type="subTitle"/>
          </p:nvPr>
        </p:nvSpPr>
        <p:spPr>
          <a:xfrm>
            <a:off x="190425" y="3693375"/>
            <a:ext cx="1529400" cy="572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3000"/>
              <a:buFont typeface="Hanken Grotesk Light"/>
              <a:buNone/>
              <a:defRPr sz="3000">
                <a:latin typeface="Hanken Grotesk Light"/>
                <a:ea typeface="Hanken Grotesk Light"/>
                <a:cs typeface="Hanken Grotesk Light"/>
                <a:sym typeface="Hanken Grotesk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08" name="Google Shape;408;p20"/>
          <p:cNvSpPr txBox="1"/>
          <p:nvPr>
            <p:ph idx="4" type="subTitle"/>
          </p:nvPr>
        </p:nvSpPr>
        <p:spPr>
          <a:xfrm>
            <a:off x="190425" y="3118013"/>
            <a:ext cx="1529400" cy="572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3000"/>
              <a:buFont typeface="Hanken Grotesk Light"/>
              <a:buNone/>
              <a:defRPr sz="3000">
                <a:latin typeface="Hanken Grotesk Light"/>
                <a:ea typeface="Hanken Grotesk Light"/>
                <a:cs typeface="Hanken Grotesk Light"/>
                <a:sym typeface="Hanken Grotesk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09" name="Google Shape;409;p20"/>
          <p:cNvSpPr txBox="1"/>
          <p:nvPr>
            <p:ph idx="5" type="subTitle"/>
          </p:nvPr>
        </p:nvSpPr>
        <p:spPr>
          <a:xfrm>
            <a:off x="191475" y="2547113"/>
            <a:ext cx="1529400" cy="572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3000"/>
              <a:buFont typeface="Hanken Grotesk Light"/>
              <a:buNone/>
              <a:defRPr sz="3000">
                <a:latin typeface="Hanken Grotesk Light"/>
                <a:ea typeface="Hanken Grotesk Light"/>
                <a:cs typeface="Hanken Grotesk Light"/>
                <a:sym typeface="Hanken Grotesk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10" name="Google Shape;410;p20"/>
          <p:cNvSpPr txBox="1"/>
          <p:nvPr>
            <p:ph idx="6" type="subTitle"/>
          </p:nvPr>
        </p:nvSpPr>
        <p:spPr>
          <a:xfrm>
            <a:off x="190950" y="1971763"/>
            <a:ext cx="1529400" cy="572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3000"/>
              <a:buFont typeface="Hanken Grotesk Light"/>
              <a:buNone/>
              <a:defRPr sz="3000">
                <a:latin typeface="Hanken Grotesk Light"/>
                <a:ea typeface="Hanken Grotesk Light"/>
                <a:cs typeface="Hanken Grotesk Light"/>
                <a:sym typeface="Hanken Grotesk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11" name="Google Shape;411;p20"/>
          <p:cNvSpPr txBox="1"/>
          <p:nvPr>
            <p:ph idx="7" type="subTitle"/>
          </p:nvPr>
        </p:nvSpPr>
        <p:spPr>
          <a:xfrm>
            <a:off x="192000" y="1400863"/>
            <a:ext cx="1529400" cy="572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3000"/>
              <a:buFont typeface="Hanken Grotesk Light"/>
              <a:buNone/>
              <a:defRPr sz="3000">
                <a:latin typeface="Hanken Grotesk Light"/>
                <a:ea typeface="Hanken Grotesk Light"/>
                <a:cs typeface="Hanken Grotesk Light"/>
                <a:sym typeface="Hanken Grotesk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12" name="Google Shape;412;p20"/>
          <p:cNvSpPr txBox="1"/>
          <p:nvPr>
            <p:ph idx="8" type="subTitle"/>
          </p:nvPr>
        </p:nvSpPr>
        <p:spPr>
          <a:xfrm>
            <a:off x="1967073" y="2550100"/>
            <a:ext cx="1216800" cy="374400"/>
          </a:xfrm>
          <a:prstGeom prst="rect">
            <a:avLst/>
          </a:prstGeom>
        </p:spPr>
        <p:txBody>
          <a:bodyPr anchorCtr="0" anchor="t" bIns="108000" lIns="0" spcFirstLastPara="1" rIns="0" wrap="square" tIns="90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13" name="Google Shape;413;p20"/>
          <p:cNvSpPr txBox="1"/>
          <p:nvPr>
            <p:ph idx="9" type="subTitle"/>
          </p:nvPr>
        </p:nvSpPr>
        <p:spPr>
          <a:xfrm>
            <a:off x="1967073" y="1400875"/>
            <a:ext cx="1216800" cy="374400"/>
          </a:xfrm>
          <a:prstGeom prst="rect">
            <a:avLst/>
          </a:prstGeom>
        </p:spPr>
        <p:txBody>
          <a:bodyPr anchorCtr="0" anchor="t" bIns="108000" lIns="0" spcFirstLastPara="1" rIns="0" wrap="square" tIns="90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14" name="Google Shape;414;p20"/>
          <p:cNvSpPr txBox="1"/>
          <p:nvPr>
            <p:ph idx="13" type="subTitle"/>
          </p:nvPr>
        </p:nvSpPr>
        <p:spPr>
          <a:xfrm>
            <a:off x="1967073" y="1971775"/>
            <a:ext cx="1216800" cy="374400"/>
          </a:xfrm>
          <a:prstGeom prst="rect">
            <a:avLst/>
          </a:prstGeom>
        </p:spPr>
        <p:txBody>
          <a:bodyPr anchorCtr="0" anchor="t" bIns="108000" lIns="0" spcFirstLastPara="1" rIns="0" wrap="square" tIns="90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15" name="Google Shape;415;p20"/>
          <p:cNvSpPr txBox="1"/>
          <p:nvPr>
            <p:ph idx="14" type="subTitle"/>
          </p:nvPr>
        </p:nvSpPr>
        <p:spPr>
          <a:xfrm>
            <a:off x="1967073" y="3121000"/>
            <a:ext cx="1216800" cy="374400"/>
          </a:xfrm>
          <a:prstGeom prst="rect">
            <a:avLst/>
          </a:prstGeom>
        </p:spPr>
        <p:txBody>
          <a:bodyPr anchorCtr="0" anchor="t" bIns="108000" lIns="0" spcFirstLastPara="1" rIns="0" wrap="square" tIns="90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16" name="Google Shape;416;p20"/>
          <p:cNvSpPr txBox="1"/>
          <p:nvPr>
            <p:ph idx="15" type="subTitle"/>
          </p:nvPr>
        </p:nvSpPr>
        <p:spPr>
          <a:xfrm>
            <a:off x="1967073" y="4262800"/>
            <a:ext cx="1216800" cy="374400"/>
          </a:xfrm>
          <a:prstGeom prst="rect">
            <a:avLst/>
          </a:prstGeom>
        </p:spPr>
        <p:txBody>
          <a:bodyPr anchorCtr="0" anchor="t" bIns="108000" lIns="0" spcFirstLastPara="1" rIns="0" wrap="square" tIns="90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17" name="Google Shape;417;p20"/>
          <p:cNvSpPr txBox="1"/>
          <p:nvPr>
            <p:ph idx="16" type="subTitle"/>
          </p:nvPr>
        </p:nvSpPr>
        <p:spPr>
          <a:xfrm>
            <a:off x="1967073" y="3691900"/>
            <a:ext cx="1216800" cy="374400"/>
          </a:xfrm>
          <a:prstGeom prst="rect">
            <a:avLst/>
          </a:prstGeom>
        </p:spPr>
        <p:txBody>
          <a:bodyPr anchorCtr="0" anchor="t" bIns="108000" lIns="0" spcFirstLastPara="1" rIns="0" wrap="square" tIns="90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18" name="Google Shape;418;p20"/>
          <p:cNvSpPr txBox="1"/>
          <p:nvPr>
            <p:ph idx="17" type="body"/>
          </p:nvPr>
        </p:nvSpPr>
        <p:spPr>
          <a:xfrm>
            <a:off x="3741773" y="1973250"/>
            <a:ext cx="5137200" cy="374400"/>
          </a:xfrm>
          <a:prstGeom prst="rect">
            <a:avLst/>
          </a:prstGeom>
        </p:spPr>
        <p:txBody>
          <a:bodyPr anchorCtr="0" anchor="t" bIns="108000" lIns="0" spcFirstLastPara="1" rIns="0" wrap="square" tIns="90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19" name="Google Shape;419;p20"/>
          <p:cNvSpPr txBox="1"/>
          <p:nvPr>
            <p:ph idx="18" type="body"/>
          </p:nvPr>
        </p:nvSpPr>
        <p:spPr>
          <a:xfrm>
            <a:off x="3741773" y="2551575"/>
            <a:ext cx="5137200" cy="374400"/>
          </a:xfrm>
          <a:prstGeom prst="rect">
            <a:avLst/>
          </a:prstGeom>
        </p:spPr>
        <p:txBody>
          <a:bodyPr anchorCtr="0" anchor="t" bIns="108000" lIns="0" spcFirstLastPara="1" rIns="0" wrap="square" tIns="90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20" name="Google Shape;420;p20"/>
          <p:cNvSpPr txBox="1"/>
          <p:nvPr>
            <p:ph idx="19" type="body"/>
          </p:nvPr>
        </p:nvSpPr>
        <p:spPr>
          <a:xfrm>
            <a:off x="3741773" y="3122475"/>
            <a:ext cx="5137200" cy="374400"/>
          </a:xfrm>
          <a:prstGeom prst="rect">
            <a:avLst/>
          </a:prstGeom>
        </p:spPr>
        <p:txBody>
          <a:bodyPr anchorCtr="0" anchor="t" bIns="108000" lIns="0" spcFirstLastPara="1" rIns="0" wrap="square" tIns="90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21" name="Google Shape;421;p20"/>
          <p:cNvSpPr txBox="1"/>
          <p:nvPr>
            <p:ph idx="20" type="body"/>
          </p:nvPr>
        </p:nvSpPr>
        <p:spPr>
          <a:xfrm>
            <a:off x="3741773" y="3693375"/>
            <a:ext cx="5137200" cy="374400"/>
          </a:xfrm>
          <a:prstGeom prst="rect">
            <a:avLst/>
          </a:prstGeom>
        </p:spPr>
        <p:txBody>
          <a:bodyPr anchorCtr="0" anchor="t" bIns="108000" lIns="0" spcFirstLastPara="1" rIns="0" wrap="square" tIns="90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22" name="Google Shape;422;p20"/>
          <p:cNvSpPr txBox="1"/>
          <p:nvPr>
            <p:ph idx="21" type="body"/>
          </p:nvPr>
        </p:nvSpPr>
        <p:spPr>
          <a:xfrm>
            <a:off x="3741773" y="4264275"/>
            <a:ext cx="5137200" cy="374400"/>
          </a:xfrm>
          <a:prstGeom prst="rect">
            <a:avLst/>
          </a:prstGeom>
        </p:spPr>
        <p:txBody>
          <a:bodyPr anchorCtr="0" anchor="t" bIns="108000" lIns="0" spcFirstLastPara="1" rIns="0" wrap="square" tIns="90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23" name="Google Shape;423;p20"/>
          <p:cNvSpPr txBox="1"/>
          <p:nvPr>
            <p:ph idx="22" type="body"/>
          </p:nvPr>
        </p:nvSpPr>
        <p:spPr>
          <a:xfrm>
            <a:off x="3741773" y="1402350"/>
            <a:ext cx="5137200" cy="374400"/>
          </a:xfrm>
          <a:prstGeom prst="rect">
            <a:avLst/>
          </a:prstGeom>
        </p:spPr>
        <p:txBody>
          <a:bodyPr anchorCtr="0" anchor="t" bIns="108000" lIns="0" spcFirstLastPara="1" rIns="0" wrap="square" tIns="90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and folder background 2">
  <p:cSld name="CUSTOM_1_1_1_1">
    <p:spTree>
      <p:nvGrpSpPr>
        <p:cNvPr id="424" name="Shape 424"/>
        <p:cNvGrpSpPr/>
        <p:nvPr/>
      </p:nvGrpSpPr>
      <p:grpSpPr>
        <a:xfrm>
          <a:off x="0" y="0"/>
          <a:ext cx="0" cy="0"/>
          <a:chOff x="0" y="0"/>
          <a:chExt cx="0" cy="0"/>
        </a:xfrm>
      </p:grpSpPr>
      <p:sp>
        <p:nvSpPr>
          <p:cNvPr id="425" name="Google Shape;425;p21"/>
          <p:cNvSpPr/>
          <p:nvPr/>
        </p:nvSpPr>
        <p:spPr>
          <a:xfrm>
            <a:off x="-2450" y="486600"/>
            <a:ext cx="9144000" cy="4656900"/>
          </a:xfrm>
          <a:prstGeom prst="roundRect">
            <a:avLst>
              <a:gd fmla="val 0" name="adj"/>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28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426" name="Google Shape;426;p21"/>
          <p:cNvSpPr txBox="1"/>
          <p:nvPr>
            <p:ph idx="1" type="subTitle"/>
          </p:nvPr>
        </p:nvSpPr>
        <p:spPr>
          <a:xfrm>
            <a:off x="131460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427" name="Google Shape;427;p21"/>
          <p:cNvSpPr txBox="1"/>
          <p:nvPr>
            <p:ph idx="2" type="subTitle"/>
          </p:nvPr>
        </p:nvSpPr>
        <p:spPr>
          <a:xfrm>
            <a:off x="2783538"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428" name="Google Shape;428;p21"/>
          <p:cNvSpPr txBox="1"/>
          <p:nvPr>
            <p:ph idx="3" type="subTitle"/>
          </p:nvPr>
        </p:nvSpPr>
        <p:spPr>
          <a:xfrm>
            <a:off x="422885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429" name="Google Shape;429;p21"/>
          <p:cNvSpPr txBox="1"/>
          <p:nvPr>
            <p:ph type="title"/>
          </p:nvPr>
        </p:nvSpPr>
        <p:spPr>
          <a:xfrm>
            <a:off x="5723951" y="131799"/>
            <a:ext cx="14403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430" name="Google Shape;430;p21"/>
          <p:cNvSpPr txBox="1"/>
          <p:nvPr>
            <p:ph idx="4" type="subTitle"/>
          </p:nvPr>
        </p:nvSpPr>
        <p:spPr>
          <a:xfrm>
            <a:off x="1759000" y="3017700"/>
            <a:ext cx="2336400" cy="374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2200"/>
              <a:buFont typeface="Hanken Grotesk Light"/>
              <a:buNone/>
              <a:defRPr sz="2200">
                <a:latin typeface="Hanken Grotesk Light"/>
                <a:ea typeface="Hanken Grotesk Light"/>
                <a:cs typeface="Hanken Grotesk Light"/>
                <a:sym typeface="Hanken Grotes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1" name="Google Shape;431;p21"/>
          <p:cNvSpPr txBox="1"/>
          <p:nvPr>
            <p:ph idx="5" type="subTitle"/>
          </p:nvPr>
        </p:nvSpPr>
        <p:spPr>
          <a:xfrm>
            <a:off x="1758250" y="1663775"/>
            <a:ext cx="2336400" cy="374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2200"/>
              <a:buFont typeface="Hanken Grotesk Light"/>
              <a:buNone/>
              <a:defRPr sz="2200">
                <a:latin typeface="Hanken Grotesk Light"/>
                <a:ea typeface="Hanken Grotesk Light"/>
                <a:cs typeface="Hanken Grotesk Light"/>
                <a:sym typeface="Hanken Grotes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2" name="Google Shape;432;p21"/>
          <p:cNvSpPr txBox="1"/>
          <p:nvPr>
            <p:ph idx="6" type="subTitle"/>
          </p:nvPr>
        </p:nvSpPr>
        <p:spPr>
          <a:xfrm>
            <a:off x="1758250" y="2340600"/>
            <a:ext cx="2336400" cy="374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2200"/>
              <a:buFont typeface="Hanken Grotesk Light"/>
              <a:buNone/>
              <a:defRPr sz="2200">
                <a:latin typeface="Hanken Grotesk Light"/>
                <a:ea typeface="Hanken Grotesk Light"/>
                <a:cs typeface="Hanken Grotesk Light"/>
                <a:sym typeface="Hanken Grotes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3" name="Google Shape;433;p21"/>
          <p:cNvSpPr txBox="1"/>
          <p:nvPr>
            <p:ph idx="7" type="subTitle"/>
          </p:nvPr>
        </p:nvSpPr>
        <p:spPr>
          <a:xfrm>
            <a:off x="1758250" y="3694800"/>
            <a:ext cx="2336400" cy="374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2200"/>
              <a:buFont typeface="Hanken Grotesk Light"/>
              <a:buNone/>
              <a:defRPr sz="2200">
                <a:latin typeface="Hanken Grotesk Light"/>
                <a:ea typeface="Hanken Grotesk Light"/>
                <a:cs typeface="Hanken Grotesk Light"/>
                <a:sym typeface="Hanken Grotes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4" name="Google Shape;434;p21"/>
          <p:cNvSpPr txBox="1"/>
          <p:nvPr>
            <p:ph idx="8" type="subTitle"/>
          </p:nvPr>
        </p:nvSpPr>
        <p:spPr>
          <a:xfrm>
            <a:off x="1758250" y="4367075"/>
            <a:ext cx="2336400" cy="374400"/>
          </a:xfrm>
          <a:prstGeom prst="rect">
            <a:avLst/>
          </a:prstGeom>
        </p:spPr>
        <p:txBody>
          <a:bodyPr anchorCtr="0" anchor="t" bIns="0" lIns="91425" spcFirstLastPara="1" rIns="0" wrap="square" tIns="36000">
            <a:normAutofit/>
          </a:bodyPr>
          <a:lstStyle>
            <a:lvl1pPr lvl="0">
              <a:spcBef>
                <a:spcPts val="0"/>
              </a:spcBef>
              <a:spcAft>
                <a:spcPts val="0"/>
              </a:spcAft>
              <a:buClr>
                <a:schemeClr val="dk1"/>
              </a:buClr>
              <a:buSzPts val="2200"/>
              <a:buFont typeface="Hanken Grotesk Light"/>
              <a:buNone/>
              <a:defRPr sz="2200">
                <a:latin typeface="Hanken Grotesk Light"/>
                <a:ea typeface="Hanken Grotesk Light"/>
                <a:cs typeface="Hanken Grotesk Light"/>
                <a:sym typeface="Hanken Grotes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5" name="Google Shape;435;p21"/>
          <p:cNvSpPr txBox="1"/>
          <p:nvPr>
            <p:ph idx="9" type="subTitle"/>
          </p:nvPr>
        </p:nvSpPr>
        <p:spPr>
          <a:xfrm>
            <a:off x="228148" y="3019975"/>
            <a:ext cx="810000" cy="374400"/>
          </a:xfrm>
          <a:prstGeom prst="rect">
            <a:avLst/>
          </a:prstGeom>
        </p:spPr>
        <p:txBody>
          <a:bodyPr anchorCtr="0" anchor="t" bIns="108000" lIns="0" spcFirstLastPara="1" rIns="0" wrap="square" tIns="72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36" name="Google Shape;436;p21"/>
          <p:cNvSpPr txBox="1"/>
          <p:nvPr>
            <p:ph idx="13" type="subTitle"/>
          </p:nvPr>
        </p:nvSpPr>
        <p:spPr>
          <a:xfrm>
            <a:off x="228148" y="1666050"/>
            <a:ext cx="810000" cy="374400"/>
          </a:xfrm>
          <a:prstGeom prst="rect">
            <a:avLst/>
          </a:prstGeom>
        </p:spPr>
        <p:txBody>
          <a:bodyPr anchorCtr="0" anchor="t" bIns="108000" lIns="0" spcFirstLastPara="1" rIns="0" wrap="square" tIns="72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37" name="Google Shape;437;p21"/>
          <p:cNvSpPr txBox="1"/>
          <p:nvPr>
            <p:ph idx="14" type="subTitle"/>
          </p:nvPr>
        </p:nvSpPr>
        <p:spPr>
          <a:xfrm>
            <a:off x="228148" y="2342875"/>
            <a:ext cx="810000" cy="374400"/>
          </a:xfrm>
          <a:prstGeom prst="rect">
            <a:avLst/>
          </a:prstGeom>
        </p:spPr>
        <p:txBody>
          <a:bodyPr anchorCtr="0" anchor="t" bIns="108000" lIns="0" spcFirstLastPara="1" rIns="0" wrap="square" tIns="72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38" name="Google Shape;438;p21"/>
          <p:cNvSpPr txBox="1"/>
          <p:nvPr>
            <p:ph idx="15" type="subTitle"/>
          </p:nvPr>
        </p:nvSpPr>
        <p:spPr>
          <a:xfrm>
            <a:off x="228148" y="3697075"/>
            <a:ext cx="810000" cy="374400"/>
          </a:xfrm>
          <a:prstGeom prst="rect">
            <a:avLst/>
          </a:prstGeom>
        </p:spPr>
        <p:txBody>
          <a:bodyPr anchorCtr="0" anchor="t" bIns="108000" lIns="0" spcFirstLastPara="1" rIns="0" wrap="square" tIns="72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39" name="Google Shape;439;p21"/>
          <p:cNvSpPr txBox="1"/>
          <p:nvPr>
            <p:ph idx="16" type="subTitle"/>
          </p:nvPr>
        </p:nvSpPr>
        <p:spPr>
          <a:xfrm>
            <a:off x="228148" y="4369350"/>
            <a:ext cx="810000" cy="374400"/>
          </a:xfrm>
          <a:prstGeom prst="rect">
            <a:avLst/>
          </a:prstGeom>
        </p:spPr>
        <p:txBody>
          <a:bodyPr anchorCtr="0" anchor="t" bIns="108000" lIns="0" spcFirstLastPara="1" rIns="0" wrap="square" tIns="72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40" name="Google Shape;440;p21"/>
          <p:cNvSpPr txBox="1"/>
          <p:nvPr>
            <p:ph idx="17" type="title"/>
          </p:nvPr>
        </p:nvSpPr>
        <p:spPr>
          <a:xfrm>
            <a:off x="596525" y="753331"/>
            <a:ext cx="7062000" cy="910500"/>
          </a:xfrm>
          <a:prstGeom prst="rect">
            <a:avLst/>
          </a:prstGeom>
        </p:spPr>
        <p:txBody>
          <a:bodyPr anchorCtr="0" anchor="t" bIns="91425" lIns="91425" spcFirstLastPara="1" rIns="91425" wrap="square" tIns="0">
            <a:normAutofit/>
          </a:bodyPr>
          <a:lstStyle>
            <a:lvl1pPr lvl="0">
              <a:spcBef>
                <a:spcPts val="0"/>
              </a:spcBef>
              <a:spcAft>
                <a:spcPts val="0"/>
              </a:spcAft>
              <a:buSzPts val="2800"/>
              <a:buNone/>
              <a:defRPr sz="4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41" name="Google Shape;441;p21"/>
          <p:cNvSpPr txBox="1"/>
          <p:nvPr>
            <p:ph idx="18" type="body"/>
          </p:nvPr>
        </p:nvSpPr>
        <p:spPr>
          <a:xfrm>
            <a:off x="4571300" y="4367075"/>
            <a:ext cx="4345200" cy="374400"/>
          </a:xfrm>
          <a:prstGeom prst="rect">
            <a:avLst/>
          </a:prstGeom>
        </p:spPr>
        <p:txBody>
          <a:bodyPr anchorCtr="0" anchor="t" bIns="108000" lIns="91425" spcFirstLastPara="1" rIns="91425" wrap="square" tIns="72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42" name="Google Shape;442;p21"/>
          <p:cNvSpPr txBox="1"/>
          <p:nvPr>
            <p:ph idx="19" type="body"/>
          </p:nvPr>
        </p:nvSpPr>
        <p:spPr>
          <a:xfrm>
            <a:off x="4571300" y="3694800"/>
            <a:ext cx="4345200" cy="374400"/>
          </a:xfrm>
          <a:prstGeom prst="rect">
            <a:avLst/>
          </a:prstGeom>
        </p:spPr>
        <p:txBody>
          <a:bodyPr anchorCtr="0" anchor="t" bIns="108000" lIns="91425" spcFirstLastPara="1" rIns="91425" wrap="square" tIns="72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43" name="Google Shape;443;p21"/>
          <p:cNvSpPr txBox="1"/>
          <p:nvPr>
            <p:ph idx="20" type="body"/>
          </p:nvPr>
        </p:nvSpPr>
        <p:spPr>
          <a:xfrm>
            <a:off x="4571300" y="3017700"/>
            <a:ext cx="4345200" cy="374400"/>
          </a:xfrm>
          <a:prstGeom prst="rect">
            <a:avLst/>
          </a:prstGeom>
        </p:spPr>
        <p:txBody>
          <a:bodyPr anchorCtr="0" anchor="t" bIns="108000" lIns="91425" spcFirstLastPara="1" rIns="91425" wrap="square" tIns="72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44" name="Google Shape;444;p21"/>
          <p:cNvSpPr txBox="1"/>
          <p:nvPr>
            <p:ph idx="21" type="body"/>
          </p:nvPr>
        </p:nvSpPr>
        <p:spPr>
          <a:xfrm>
            <a:off x="4571300" y="2340600"/>
            <a:ext cx="4345200" cy="374400"/>
          </a:xfrm>
          <a:prstGeom prst="rect">
            <a:avLst/>
          </a:prstGeom>
        </p:spPr>
        <p:txBody>
          <a:bodyPr anchorCtr="0" anchor="t" bIns="108000" lIns="91425" spcFirstLastPara="1" rIns="91425" wrap="square" tIns="72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45" name="Google Shape;445;p21"/>
          <p:cNvSpPr txBox="1"/>
          <p:nvPr>
            <p:ph idx="22" type="body"/>
          </p:nvPr>
        </p:nvSpPr>
        <p:spPr>
          <a:xfrm>
            <a:off x="4571300" y="1663775"/>
            <a:ext cx="4345200" cy="374400"/>
          </a:xfrm>
          <a:prstGeom prst="rect">
            <a:avLst/>
          </a:prstGeom>
        </p:spPr>
        <p:txBody>
          <a:bodyPr anchorCtr="0" anchor="t" bIns="108000" lIns="91425" spcFirstLastPara="1" rIns="91425" wrap="square" tIns="72000">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and folder background 3">
  <p:cSld name="CUSTOM_1_1_1_1_1">
    <p:spTree>
      <p:nvGrpSpPr>
        <p:cNvPr id="446" name="Shape 446"/>
        <p:cNvGrpSpPr/>
        <p:nvPr/>
      </p:nvGrpSpPr>
      <p:grpSpPr>
        <a:xfrm>
          <a:off x="0" y="0"/>
          <a:ext cx="0" cy="0"/>
          <a:chOff x="0" y="0"/>
          <a:chExt cx="0" cy="0"/>
        </a:xfrm>
      </p:grpSpPr>
      <p:sp>
        <p:nvSpPr>
          <p:cNvPr id="447" name="Google Shape;447;p22"/>
          <p:cNvSpPr/>
          <p:nvPr/>
        </p:nvSpPr>
        <p:spPr>
          <a:xfrm>
            <a:off x="912237"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448" name="Google Shape;448;p22"/>
          <p:cNvSpPr/>
          <p:nvPr/>
        </p:nvSpPr>
        <p:spPr>
          <a:xfrm>
            <a:off x="2380538"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449" name="Google Shape;449;p22"/>
          <p:cNvSpPr/>
          <p:nvPr/>
        </p:nvSpPr>
        <p:spPr>
          <a:xfrm>
            <a:off x="3825863"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sp>
        <p:nvSpPr>
          <p:cNvPr id="450" name="Google Shape;450;p22"/>
          <p:cNvSpPr txBox="1"/>
          <p:nvPr>
            <p:ph idx="1" type="subTitle"/>
          </p:nvPr>
        </p:nvSpPr>
        <p:spPr>
          <a:xfrm>
            <a:off x="131460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451" name="Google Shape;451;p22"/>
          <p:cNvSpPr txBox="1"/>
          <p:nvPr>
            <p:ph idx="2" type="subTitle"/>
          </p:nvPr>
        </p:nvSpPr>
        <p:spPr>
          <a:xfrm>
            <a:off x="2783538"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grpSp>
        <p:nvGrpSpPr>
          <p:cNvPr id="452" name="Google Shape;452;p22"/>
          <p:cNvGrpSpPr/>
          <p:nvPr/>
        </p:nvGrpSpPr>
        <p:grpSpPr>
          <a:xfrm>
            <a:off x="-2450" y="131788"/>
            <a:ext cx="9144000" cy="5011712"/>
            <a:chOff x="-2450" y="131788"/>
            <a:chExt cx="9144000" cy="5011712"/>
          </a:xfrm>
        </p:grpSpPr>
        <p:sp>
          <p:nvSpPr>
            <p:cNvPr id="453" name="Google Shape;453;p22"/>
            <p:cNvSpPr/>
            <p:nvPr/>
          </p:nvSpPr>
          <p:spPr>
            <a:xfrm>
              <a:off x="-2450" y="486600"/>
              <a:ext cx="9144000" cy="4656900"/>
            </a:xfrm>
            <a:prstGeom prst="roundRect">
              <a:avLst>
                <a:gd fmla="val 0" name="adj"/>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28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454" name="Google Shape;454;p22"/>
            <p:cNvSpPr/>
            <p:nvPr/>
          </p:nvSpPr>
          <p:spPr>
            <a:xfrm>
              <a:off x="5278763" y="131788"/>
              <a:ext cx="2245995" cy="360013"/>
            </a:xfrm>
            <a:custGeom>
              <a:rect b="b" l="l" r="r" t="t"/>
              <a:pathLst>
                <a:path extrusionOk="0" h="45745" w="28575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Hanken Grotesk"/>
                <a:ea typeface="Hanken Grotesk"/>
                <a:cs typeface="Hanken Grotesk"/>
                <a:sym typeface="Hanken Grotesk"/>
              </a:endParaRPr>
            </a:p>
          </p:txBody>
        </p:sp>
      </p:grpSp>
      <p:sp>
        <p:nvSpPr>
          <p:cNvPr id="455" name="Google Shape;455;p22"/>
          <p:cNvSpPr txBox="1"/>
          <p:nvPr>
            <p:ph idx="3" type="subTitle"/>
          </p:nvPr>
        </p:nvSpPr>
        <p:spPr>
          <a:xfrm>
            <a:off x="4228850" y="131800"/>
            <a:ext cx="14400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456" name="Google Shape;456;p22"/>
          <p:cNvSpPr txBox="1"/>
          <p:nvPr>
            <p:ph type="title"/>
          </p:nvPr>
        </p:nvSpPr>
        <p:spPr>
          <a:xfrm>
            <a:off x="5723951" y="131799"/>
            <a:ext cx="1440300" cy="360000"/>
          </a:xfrm>
          <a:prstGeom prst="rect">
            <a:avLst/>
          </a:prstGeom>
        </p:spPr>
        <p:txBody>
          <a:bodyPr anchorCtr="0" anchor="ctr" bIns="0" lIns="91425" spcFirstLastPara="1" rIns="91425" wrap="square" tIns="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p:txBody>
      </p:sp>
      <p:sp>
        <p:nvSpPr>
          <p:cNvPr id="457" name="Google Shape;457;p22"/>
          <p:cNvSpPr txBox="1"/>
          <p:nvPr>
            <p:ph idx="4" type="subTitle"/>
          </p:nvPr>
        </p:nvSpPr>
        <p:spPr>
          <a:xfrm>
            <a:off x="229085" y="1666050"/>
            <a:ext cx="1170000" cy="374400"/>
          </a:xfrm>
          <a:prstGeom prst="rect">
            <a:avLst/>
          </a:prstGeom>
        </p:spPr>
        <p:txBody>
          <a:bodyPr anchorCtr="0" anchor="t" bIns="0" lIns="0" spcFirstLastPara="1" rIns="0" wrap="square" tIns="72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58" name="Google Shape;458;p22"/>
          <p:cNvSpPr txBox="1"/>
          <p:nvPr>
            <p:ph idx="5" type="subTitle"/>
          </p:nvPr>
        </p:nvSpPr>
        <p:spPr>
          <a:xfrm>
            <a:off x="229085" y="2341863"/>
            <a:ext cx="1170000" cy="374400"/>
          </a:xfrm>
          <a:prstGeom prst="rect">
            <a:avLst/>
          </a:prstGeom>
        </p:spPr>
        <p:txBody>
          <a:bodyPr anchorCtr="0" anchor="t" bIns="0" lIns="0" spcFirstLastPara="1" rIns="0" wrap="square" tIns="72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59" name="Google Shape;459;p22"/>
          <p:cNvSpPr txBox="1"/>
          <p:nvPr>
            <p:ph idx="6" type="subTitle"/>
          </p:nvPr>
        </p:nvSpPr>
        <p:spPr>
          <a:xfrm>
            <a:off x="229085" y="3018975"/>
            <a:ext cx="1170000" cy="374400"/>
          </a:xfrm>
          <a:prstGeom prst="rect">
            <a:avLst/>
          </a:prstGeom>
        </p:spPr>
        <p:txBody>
          <a:bodyPr anchorCtr="0" anchor="t" bIns="0" lIns="0" spcFirstLastPara="1" rIns="0" wrap="square" tIns="72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60" name="Google Shape;460;p22"/>
          <p:cNvSpPr txBox="1"/>
          <p:nvPr>
            <p:ph idx="7" type="subTitle"/>
          </p:nvPr>
        </p:nvSpPr>
        <p:spPr>
          <a:xfrm>
            <a:off x="229085" y="3694788"/>
            <a:ext cx="1170000" cy="374400"/>
          </a:xfrm>
          <a:prstGeom prst="rect">
            <a:avLst/>
          </a:prstGeom>
        </p:spPr>
        <p:txBody>
          <a:bodyPr anchorCtr="0" anchor="t" bIns="0" lIns="0" spcFirstLastPara="1" rIns="0" wrap="square" tIns="72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61" name="Google Shape;461;p22"/>
          <p:cNvSpPr txBox="1"/>
          <p:nvPr>
            <p:ph idx="8" type="subTitle"/>
          </p:nvPr>
        </p:nvSpPr>
        <p:spPr>
          <a:xfrm>
            <a:off x="229085" y="4371888"/>
            <a:ext cx="1170000" cy="374400"/>
          </a:xfrm>
          <a:prstGeom prst="rect">
            <a:avLst/>
          </a:prstGeom>
        </p:spPr>
        <p:txBody>
          <a:bodyPr anchorCtr="0" anchor="t" bIns="0" lIns="0" spcFirstLastPara="1" rIns="0" wrap="square" tIns="7200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62" name="Google Shape;462;p22"/>
          <p:cNvSpPr txBox="1"/>
          <p:nvPr>
            <p:ph idx="9" type="title"/>
          </p:nvPr>
        </p:nvSpPr>
        <p:spPr>
          <a:xfrm>
            <a:off x="596525" y="753324"/>
            <a:ext cx="7062000" cy="683400"/>
          </a:xfrm>
          <a:prstGeom prst="rect">
            <a:avLst/>
          </a:prstGeom>
        </p:spPr>
        <p:txBody>
          <a:bodyPr anchorCtr="0" anchor="t" bIns="91425" lIns="91425" spcFirstLastPara="1" rIns="91425" wrap="square" tIns="0">
            <a:normAutofit/>
          </a:bodyPr>
          <a:lstStyle>
            <a:lvl1pPr lvl="0">
              <a:spcBef>
                <a:spcPts val="0"/>
              </a:spcBef>
              <a:spcAft>
                <a:spcPts val="0"/>
              </a:spcAft>
              <a:buSzPts val="2800"/>
              <a:buNone/>
              <a:defRPr sz="4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63" name="Google Shape;463;p22"/>
          <p:cNvSpPr txBox="1"/>
          <p:nvPr>
            <p:ph idx="13" type="subTitle"/>
          </p:nvPr>
        </p:nvSpPr>
        <p:spPr>
          <a:xfrm>
            <a:off x="7916986" y="1436834"/>
            <a:ext cx="810000" cy="226800"/>
          </a:xfrm>
          <a:prstGeom prst="rect">
            <a:avLst/>
          </a:prstGeom>
        </p:spPr>
        <p:txBody>
          <a:bodyPr anchorCtr="0" anchor="t" bIns="72000" lIns="90000" spcFirstLastPara="1" rIns="0" wrap="square" tIns="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64" name="Google Shape;464;p22"/>
          <p:cNvSpPr txBox="1"/>
          <p:nvPr>
            <p:ph idx="14" type="subTitle"/>
          </p:nvPr>
        </p:nvSpPr>
        <p:spPr>
          <a:xfrm>
            <a:off x="6689861" y="1436834"/>
            <a:ext cx="810000" cy="226800"/>
          </a:xfrm>
          <a:prstGeom prst="rect">
            <a:avLst/>
          </a:prstGeom>
        </p:spPr>
        <p:txBody>
          <a:bodyPr anchorCtr="0" anchor="t" bIns="72000" lIns="90000" spcFirstLastPara="1" rIns="0" wrap="square" tIns="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65" name="Google Shape;465;p22"/>
          <p:cNvSpPr txBox="1"/>
          <p:nvPr>
            <p:ph idx="15" type="subTitle"/>
          </p:nvPr>
        </p:nvSpPr>
        <p:spPr>
          <a:xfrm>
            <a:off x="5462861" y="1436834"/>
            <a:ext cx="810000" cy="226800"/>
          </a:xfrm>
          <a:prstGeom prst="rect">
            <a:avLst/>
          </a:prstGeom>
        </p:spPr>
        <p:txBody>
          <a:bodyPr anchorCtr="0" anchor="t" bIns="72000" lIns="90000" spcFirstLastPara="1" rIns="0" wrap="square" tIns="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66" name="Google Shape;466;p22"/>
          <p:cNvSpPr txBox="1"/>
          <p:nvPr>
            <p:ph idx="16" type="subTitle"/>
          </p:nvPr>
        </p:nvSpPr>
        <p:spPr>
          <a:xfrm>
            <a:off x="4235836" y="1436834"/>
            <a:ext cx="810000" cy="226800"/>
          </a:xfrm>
          <a:prstGeom prst="rect">
            <a:avLst/>
          </a:prstGeom>
        </p:spPr>
        <p:txBody>
          <a:bodyPr anchorCtr="0" anchor="t" bIns="72000" lIns="90000" spcFirstLastPara="1" rIns="0" wrap="square" tIns="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67" name="Google Shape;467;p22"/>
          <p:cNvSpPr txBox="1"/>
          <p:nvPr>
            <p:ph idx="17" type="subTitle"/>
          </p:nvPr>
        </p:nvSpPr>
        <p:spPr>
          <a:xfrm>
            <a:off x="3008011" y="1436834"/>
            <a:ext cx="810000" cy="226800"/>
          </a:xfrm>
          <a:prstGeom prst="rect">
            <a:avLst/>
          </a:prstGeom>
        </p:spPr>
        <p:txBody>
          <a:bodyPr anchorCtr="0" anchor="t" bIns="72000" lIns="90000" spcFirstLastPara="1" rIns="0" wrap="square" tIns="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
        <p:nvSpPr>
          <p:cNvPr id="468" name="Google Shape;468;p22"/>
          <p:cNvSpPr txBox="1"/>
          <p:nvPr>
            <p:ph idx="18" type="subTitle"/>
          </p:nvPr>
        </p:nvSpPr>
        <p:spPr>
          <a:xfrm>
            <a:off x="1781686" y="1436834"/>
            <a:ext cx="810000" cy="226800"/>
          </a:xfrm>
          <a:prstGeom prst="rect">
            <a:avLst/>
          </a:prstGeom>
        </p:spPr>
        <p:txBody>
          <a:bodyPr anchorCtr="0" anchor="t" bIns="72000" lIns="90000" spcFirstLastPara="1" rIns="0" wrap="square" tIns="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er">
  <p:cSld name="CUSTOM_3">
    <p:spTree>
      <p:nvGrpSpPr>
        <p:cNvPr id="469" name="Shape 469"/>
        <p:cNvGrpSpPr/>
        <p:nvPr/>
      </p:nvGrpSpPr>
      <p:grpSpPr>
        <a:xfrm>
          <a:off x="0" y="0"/>
          <a:ext cx="0" cy="0"/>
          <a:chOff x="0" y="0"/>
          <a:chExt cx="0" cy="0"/>
        </a:xfrm>
      </p:grpSpPr>
      <p:sp>
        <p:nvSpPr>
          <p:cNvPr id="470" name="Google Shape;470;p23"/>
          <p:cNvSpPr/>
          <p:nvPr/>
        </p:nvSpPr>
        <p:spPr>
          <a:xfrm>
            <a:off x="-2450" y="486600"/>
            <a:ext cx="9144000" cy="4656900"/>
          </a:xfrm>
          <a:prstGeom prst="roundRect">
            <a:avLst>
              <a:gd fmla="val 0"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471" name="Google Shape;471;p23"/>
          <p:cNvSpPr txBox="1"/>
          <p:nvPr>
            <p:ph type="title"/>
          </p:nvPr>
        </p:nvSpPr>
        <p:spPr>
          <a:xfrm>
            <a:off x="593175" y="486000"/>
            <a:ext cx="7916400" cy="2743200"/>
          </a:xfrm>
          <a:prstGeom prst="rect">
            <a:avLst/>
          </a:prstGeom>
        </p:spPr>
        <p:txBody>
          <a:bodyPr anchorCtr="0" anchor="b" bIns="0" lIns="0" spcFirstLastPara="1" rIns="0" wrap="square" tIns="0">
            <a:noAutofit/>
          </a:bodyPr>
          <a:lstStyle>
            <a:lvl1pPr lvl="0">
              <a:lnSpc>
                <a:spcPct val="80000"/>
              </a:lnSpc>
              <a:spcBef>
                <a:spcPts val="0"/>
              </a:spcBef>
              <a:spcAft>
                <a:spcPts val="0"/>
              </a:spcAft>
              <a:buSzPts val="8000"/>
              <a:buFont typeface="Neuton Light"/>
              <a:buNone/>
              <a:defRPr sz="8000"/>
            </a:lvl1pPr>
            <a:lvl2pPr lvl="1">
              <a:lnSpc>
                <a:spcPct val="80000"/>
              </a:lnSpc>
              <a:spcBef>
                <a:spcPts val="0"/>
              </a:spcBef>
              <a:spcAft>
                <a:spcPts val="0"/>
              </a:spcAft>
              <a:buSzPts val="5000"/>
              <a:buFont typeface="Neuton Light"/>
              <a:buNone/>
              <a:defRPr sz="5000"/>
            </a:lvl2pPr>
            <a:lvl3pPr lvl="2">
              <a:lnSpc>
                <a:spcPct val="80000"/>
              </a:lnSpc>
              <a:spcBef>
                <a:spcPts val="0"/>
              </a:spcBef>
              <a:spcAft>
                <a:spcPts val="0"/>
              </a:spcAft>
              <a:buSzPts val="5000"/>
              <a:buFont typeface="Neuton Light"/>
              <a:buNone/>
              <a:defRPr sz="5000"/>
            </a:lvl3pPr>
            <a:lvl4pPr lvl="3">
              <a:lnSpc>
                <a:spcPct val="80000"/>
              </a:lnSpc>
              <a:spcBef>
                <a:spcPts val="0"/>
              </a:spcBef>
              <a:spcAft>
                <a:spcPts val="0"/>
              </a:spcAft>
              <a:buSzPts val="5000"/>
              <a:buFont typeface="Neuton Light"/>
              <a:buNone/>
              <a:defRPr sz="5000"/>
            </a:lvl4pPr>
            <a:lvl5pPr lvl="4">
              <a:lnSpc>
                <a:spcPct val="80000"/>
              </a:lnSpc>
              <a:spcBef>
                <a:spcPts val="0"/>
              </a:spcBef>
              <a:spcAft>
                <a:spcPts val="0"/>
              </a:spcAft>
              <a:buSzPts val="5000"/>
              <a:buFont typeface="Neuton Light"/>
              <a:buNone/>
              <a:defRPr sz="5000"/>
            </a:lvl5pPr>
            <a:lvl6pPr lvl="5">
              <a:lnSpc>
                <a:spcPct val="80000"/>
              </a:lnSpc>
              <a:spcBef>
                <a:spcPts val="0"/>
              </a:spcBef>
              <a:spcAft>
                <a:spcPts val="0"/>
              </a:spcAft>
              <a:buSzPts val="5000"/>
              <a:buFont typeface="Neuton Light"/>
              <a:buNone/>
              <a:defRPr sz="5000"/>
            </a:lvl6pPr>
            <a:lvl7pPr lvl="6">
              <a:lnSpc>
                <a:spcPct val="80000"/>
              </a:lnSpc>
              <a:spcBef>
                <a:spcPts val="0"/>
              </a:spcBef>
              <a:spcAft>
                <a:spcPts val="0"/>
              </a:spcAft>
              <a:buSzPts val="5000"/>
              <a:buFont typeface="Neuton Light"/>
              <a:buNone/>
              <a:defRPr sz="5000"/>
            </a:lvl7pPr>
            <a:lvl8pPr lvl="7">
              <a:lnSpc>
                <a:spcPct val="80000"/>
              </a:lnSpc>
              <a:spcBef>
                <a:spcPts val="0"/>
              </a:spcBef>
              <a:spcAft>
                <a:spcPts val="0"/>
              </a:spcAft>
              <a:buSzPts val="5000"/>
              <a:buFont typeface="Neuton Light"/>
              <a:buNone/>
              <a:defRPr sz="5000"/>
            </a:lvl8pPr>
            <a:lvl9pPr lvl="8">
              <a:lnSpc>
                <a:spcPct val="80000"/>
              </a:lnSpc>
              <a:spcBef>
                <a:spcPts val="0"/>
              </a:spcBef>
              <a:spcAft>
                <a:spcPts val="0"/>
              </a:spcAft>
              <a:buSzPts val="5000"/>
              <a:buFont typeface="Neuton Light"/>
              <a:buNone/>
              <a:defRPr sz="5000"/>
            </a:lvl9pPr>
          </a:lstStyle>
          <a:p/>
        </p:txBody>
      </p:sp>
      <p:sp>
        <p:nvSpPr>
          <p:cNvPr id="472" name="Google Shape;472;p23"/>
          <p:cNvSpPr txBox="1"/>
          <p:nvPr>
            <p:ph idx="1" type="body"/>
          </p:nvPr>
        </p:nvSpPr>
        <p:spPr>
          <a:xfrm>
            <a:off x="575438" y="4387200"/>
            <a:ext cx="2919600" cy="648000"/>
          </a:xfrm>
          <a:prstGeom prst="rect">
            <a:avLst/>
          </a:prstGeom>
        </p:spPr>
        <p:txBody>
          <a:bodyPr anchorCtr="0" anchor="t" bIns="91425" lIns="0" spcFirstLastPara="1" rIns="0" wrap="square" tIns="0">
            <a:normAutofit/>
          </a:bodyPr>
          <a:lstStyle>
            <a:lvl1pPr indent="-292100" lvl="0" marL="457200">
              <a:spcBef>
                <a:spcPts val="0"/>
              </a:spcBef>
              <a:spcAft>
                <a:spcPts val="0"/>
              </a:spcAft>
              <a:buClr>
                <a:schemeClr val="dk1"/>
              </a:buClr>
              <a:buSzPts val="1000"/>
              <a:buFont typeface="Hanken Grotesk"/>
              <a:buChar char="●"/>
              <a:defRPr/>
            </a:lvl1pPr>
            <a:lvl2pPr indent="-292100" lvl="1" marL="914400">
              <a:spcBef>
                <a:spcPts val="0"/>
              </a:spcBef>
              <a:spcAft>
                <a:spcPts val="0"/>
              </a:spcAft>
              <a:buClr>
                <a:schemeClr val="dk1"/>
              </a:buClr>
              <a:buSzPts val="1000"/>
              <a:buFont typeface="Hanken Grotesk"/>
              <a:buChar char="○"/>
              <a:defRPr/>
            </a:lvl2pPr>
            <a:lvl3pPr indent="-292100" lvl="2" marL="1371600">
              <a:spcBef>
                <a:spcPts val="0"/>
              </a:spcBef>
              <a:spcAft>
                <a:spcPts val="0"/>
              </a:spcAft>
              <a:buClr>
                <a:schemeClr val="dk1"/>
              </a:buClr>
              <a:buSzPts val="1000"/>
              <a:buFont typeface="Hanken Grotesk"/>
              <a:buChar char="■"/>
              <a:defRPr/>
            </a:lvl3pPr>
            <a:lvl4pPr indent="-292100" lvl="3" marL="1828800">
              <a:spcBef>
                <a:spcPts val="0"/>
              </a:spcBef>
              <a:spcAft>
                <a:spcPts val="0"/>
              </a:spcAft>
              <a:buClr>
                <a:schemeClr val="dk1"/>
              </a:buClr>
              <a:buSzPts val="1000"/>
              <a:buFont typeface="Hanken Grotesk"/>
              <a:buChar char="●"/>
              <a:defRPr/>
            </a:lvl4pPr>
            <a:lvl5pPr indent="-292100" lvl="4" marL="2286000">
              <a:spcBef>
                <a:spcPts val="0"/>
              </a:spcBef>
              <a:spcAft>
                <a:spcPts val="0"/>
              </a:spcAft>
              <a:buClr>
                <a:schemeClr val="dk1"/>
              </a:buClr>
              <a:buSzPts val="1000"/>
              <a:buFont typeface="Hanken Grotesk"/>
              <a:buChar char="○"/>
              <a:defRPr/>
            </a:lvl5pPr>
            <a:lvl6pPr indent="-292100" lvl="5" marL="2743200">
              <a:spcBef>
                <a:spcPts val="0"/>
              </a:spcBef>
              <a:spcAft>
                <a:spcPts val="0"/>
              </a:spcAft>
              <a:buClr>
                <a:schemeClr val="dk1"/>
              </a:buClr>
              <a:buSzPts val="1000"/>
              <a:buFont typeface="Hanken Grotesk"/>
              <a:buChar char="■"/>
              <a:defRPr/>
            </a:lvl6pPr>
            <a:lvl7pPr indent="-292100" lvl="6" marL="3200400">
              <a:spcBef>
                <a:spcPts val="0"/>
              </a:spcBef>
              <a:spcAft>
                <a:spcPts val="0"/>
              </a:spcAft>
              <a:buClr>
                <a:schemeClr val="dk1"/>
              </a:buClr>
              <a:buSzPts val="1000"/>
              <a:buFont typeface="Hanken Grotesk"/>
              <a:buChar char="●"/>
              <a:defRPr/>
            </a:lvl7pPr>
            <a:lvl8pPr indent="-292100" lvl="7" marL="3657600">
              <a:spcBef>
                <a:spcPts val="0"/>
              </a:spcBef>
              <a:spcAft>
                <a:spcPts val="0"/>
              </a:spcAft>
              <a:buClr>
                <a:schemeClr val="dk1"/>
              </a:buClr>
              <a:buSzPts val="1000"/>
              <a:buFont typeface="Hanken Grotesk"/>
              <a:buChar char="○"/>
              <a:defRPr/>
            </a:lvl8pPr>
            <a:lvl9pPr indent="-292100" lvl="8" marL="4114800">
              <a:spcBef>
                <a:spcPts val="0"/>
              </a:spcBef>
              <a:spcAft>
                <a:spcPts val="0"/>
              </a:spcAft>
              <a:buClr>
                <a:schemeClr val="dk1"/>
              </a:buClr>
              <a:buSzPts val="1000"/>
              <a:buFont typeface="Hanken Grotesk"/>
              <a:buChar char="■"/>
              <a:defRPr/>
            </a:lvl9pPr>
          </a:lstStyle>
          <a:p/>
        </p:txBody>
      </p:sp>
      <p:sp>
        <p:nvSpPr>
          <p:cNvPr id="473" name="Google Shape;473;p23"/>
          <p:cNvSpPr txBox="1"/>
          <p:nvPr>
            <p:ph idx="2" type="subTitle"/>
          </p:nvPr>
        </p:nvSpPr>
        <p:spPr>
          <a:xfrm>
            <a:off x="1284638" y="214800"/>
            <a:ext cx="1501200" cy="183600"/>
          </a:xfrm>
          <a:prstGeom prst="rect">
            <a:avLst/>
          </a:prstGeom>
        </p:spPr>
        <p:txBody>
          <a:bodyPr anchorCtr="0" anchor="ctr" bIns="0" lIns="0" spcFirstLastPara="1" rIns="0" wrap="square" tIns="0">
            <a:normAutofit/>
          </a:bodyPr>
          <a:lstStyle>
            <a:lvl1pPr lvl="0" algn="ctr">
              <a:spcBef>
                <a:spcPts val="0"/>
              </a:spcBef>
              <a:spcAft>
                <a:spcPts val="0"/>
              </a:spcAft>
              <a:buClr>
                <a:schemeClr val="dk1"/>
              </a:buClr>
              <a:buSzPts val="1200"/>
              <a:buFont typeface="Hanken Grotesk"/>
              <a:buNone/>
              <a:defRPr sz="1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74" name="Google Shape;474;p23"/>
          <p:cNvSpPr txBox="1"/>
          <p:nvPr>
            <p:ph idx="3" type="subTitle"/>
          </p:nvPr>
        </p:nvSpPr>
        <p:spPr>
          <a:xfrm>
            <a:off x="5539500" y="4387200"/>
            <a:ext cx="3002400" cy="6480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1200"/>
              <a:buFont typeface="Hanken Grotesk"/>
              <a:buNone/>
              <a:defRPr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er 1">
  <p:cSld name="CUSTOM_3_1">
    <p:bg>
      <p:bgPr>
        <a:solidFill>
          <a:schemeClr val="dk2"/>
        </a:solidFill>
      </p:bgPr>
    </p:bg>
    <p:spTree>
      <p:nvGrpSpPr>
        <p:cNvPr id="475" name="Shape 475"/>
        <p:cNvGrpSpPr/>
        <p:nvPr/>
      </p:nvGrpSpPr>
      <p:grpSpPr>
        <a:xfrm>
          <a:off x="0" y="0"/>
          <a:ext cx="0" cy="0"/>
          <a:chOff x="0" y="0"/>
          <a:chExt cx="0" cy="0"/>
        </a:xfrm>
      </p:grpSpPr>
      <p:sp>
        <p:nvSpPr>
          <p:cNvPr id="476" name="Google Shape;476;p24"/>
          <p:cNvSpPr/>
          <p:nvPr/>
        </p:nvSpPr>
        <p:spPr>
          <a:xfrm>
            <a:off x="-2450" y="486600"/>
            <a:ext cx="9144000" cy="4656900"/>
          </a:xfrm>
          <a:prstGeom prst="roundRect">
            <a:avLst>
              <a:gd fmla="val 0"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477" name="Google Shape;477;p24"/>
          <p:cNvSpPr txBox="1"/>
          <p:nvPr>
            <p:ph type="title"/>
          </p:nvPr>
        </p:nvSpPr>
        <p:spPr>
          <a:xfrm>
            <a:off x="593175" y="486000"/>
            <a:ext cx="7916400" cy="2743200"/>
          </a:xfrm>
          <a:prstGeom prst="rect">
            <a:avLst/>
          </a:prstGeom>
        </p:spPr>
        <p:txBody>
          <a:bodyPr anchorCtr="0" anchor="b" bIns="0" lIns="0" spcFirstLastPara="1" rIns="0" wrap="square" tIns="0">
            <a:noAutofit/>
          </a:bodyPr>
          <a:lstStyle>
            <a:lvl1pPr lvl="0">
              <a:lnSpc>
                <a:spcPct val="80000"/>
              </a:lnSpc>
              <a:spcBef>
                <a:spcPts val="0"/>
              </a:spcBef>
              <a:spcAft>
                <a:spcPts val="0"/>
              </a:spcAft>
              <a:buSzPts val="8000"/>
              <a:buFont typeface="Neuton Light"/>
              <a:buNone/>
              <a:defRPr sz="8000"/>
            </a:lvl1pPr>
            <a:lvl2pPr lvl="1">
              <a:lnSpc>
                <a:spcPct val="80000"/>
              </a:lnSpc>
              <a:spcBef>
                <a:spcPts val="0"/>
              </a:spcBef>
              <a:spcAft>
                <a:spcPts val="0"/>
              </a:spcAft>
              <a:buSzPts val="5000"/>
              <a:buFont typeface="Neuton Light"/>
              <a:buNone/>
              <a:defRPr sz="5000"/>
            </a:lvl2pPr>
            <a:lvl3pPr lvl="2">
              <a:lnSpc>
                <a:spcPct val="80000"/>
              </a:lnSpc>
              <a:spcBef>
                <a:spcPts val="0"/>
              </a:spcBef>
              <a:spcAft>
                <a:spcPts val="0"/>
              </a:spcAft>
              <a:buSzPts val="5000"/>
              <a:buFont typeface="Neuton Light"/>
              <a:buNone/>
              <a:defRPr sz="5000"/>
            </a:lvl3pPr>
            <a:lvl4pPr lvl="3">
              <a:lnSpc>
                <a:spcPct val="80000"/>
              </a:lnSpc>
              <a:spcBef>
                <a:spcPts val="0"/>
              </a:spcBef>
              <a:spcAft>
                <a:spcPts val="0"/>
              </a:spcAft>
              <a:buSzPts val="5000"/>
              <a:buFont typeface="Neuton Light"/>
              <a:buNone/>
              <a:defRPr sz="5000"/>
            </a:lvl4pPr>
            <a:lvl5pPr lvl="4">
              <a:lnSpc>
                <a:spcPct val="80000"/>
              </a:lnSpc>
              <a:spcBef>
                <a:spcPts val="0"/>
              </a:spcBef>
              <a:spcAft>
                <a:spcPts val="0"/>
              </a:spcAft>
              <a:buSzPts val="5000"/>
              <a:buFont typeface="Neuton Light"/>
              <a:buNone/>
              <a:defRPr sz="5000"/>
            </a:lvl5pPr>
            <a:lvl6pPr lvl="5">
              <a:lnSpc>
                <a:spcPct val="80000"/>
              </a:lnSpc>
              <a:spcBef>
                <a:spcPts val="0"/>
              </a:spcBef>
              <a:spcAft>
                <a:spcPts val="0"/>
              </a:spcAft>
              <a:buSzPts val="5000"/>
              <a:buFont typeface="Neuton Light"/>
              <a:buNone/>
              <a:defRPr sz="5000"/>
            </a:lvl6pPr>
            <a:lvl7pPr lvl="6">
              <a:lnSpc>
                <a:spcPct val="80000"/>
              </a:lnSpc>
              <a:spcBef>
                <a:spcPts val="0"/>
              </a:spcBef>
              <a:spcAft>
                <a:spcPts val="0"/>
              </a:spcAft>
              <a:buSzPts val="5000"/>
              <a:buFont typeface="Neuton Light"/>
              <a:buNone/>
              <a:defRPr sz="5000"/>
            </a:lvl7pPr>
            <a:lvl8pPr lvl="7">
              <a:lnSpc>
                <a:spcPct val="80000"/>
              </a:lnSpc>
              <a:spcBef>
                <a:spcPts val="0"/>
              </a:spcBef>
              <a:spcAft>
                <a:spcPts val="0"/>
              </a:spcAft>
              <a:buSzPts val="5000"/>
              <a:buFont typeface="Neuton Light"/>
              <a:buNone/>
              <a:defRPr sz="5000"/>
            </a:lvl8pPr>
            <a:lvl9pPr lvl="8">
              <a:lnSpc>
                <a:spcPct val="80000"/>
              </a:lnSpc>
              <a:spcBef>
                <a:spcPts val="0"/>
              </a:spcBef>
              <a:spcAft>
                <a:spcPts val="0"/>
              </a:spcAft>
              <a:buSzPts val="5000"/>
              <a:buFont typeface="Neuton Light"/>
              <a:buNone/>
              <a:defRPr sz="5000"/>
            </a:lvl9pPr>
          </a:lstStyle>
          <a:p/>
        </p:txBody>
      </p:sp>
      <p:sp>
        <p:nvSpPr>
          <p:cNvPr id="478" name="Google Shape;478;p24"/>
          <p:cNvSpPr txBox="1"/>
          <p:nvPr>
            <p:ph idx="1" type="body"/>
          </p:nvPr>
        </p:nvSpPr>
        <p:spPr>
          <a:xfrm>
            <a:off x="575438" y="4387200"/>
            <a:ext cx="2919600" cy="648000"/>
          </a:xfrm>
          <a:prstGeom prst="rect">
            <a:avLst/>
          </a:prstGeom>
        </p:spPr>
        <p:txBody>
          <a:bodyPr anchorCtr="0" anchor="t" bIns="91425" lIns="0" spcFirstLastPara="1" rIns="0" wrap="square" tIns="0">
            <a:normAutofit/>
          </a:bodyPr>
          <a:lstStyle>
            <a:lvl1pPr indent="-292100" lvl="0" marL="457200">
              <a:spcBef>
                <a:spcPts val="0"/>
              </a:spcBef>
              <a:spcAft>
                <a:spcPts val="0"/>
              </a:spcAft>
              <a:buClr>
                <a:schemeClr val="dk1"/>
              </a:buClr>
              <a:buSzPts val="1000"/>
              <a:buFont typeface="Hanken Grotesk"/>
              <a:buChar char="●"/>
              <a:defRPr/>
            </a:lvl1pPr>
            <a:lvl2pPr indent="-292100" lvl="1" marL="914400">
              <a:spcBef>
                <a:spcPts val="0"/>
              </a:spcBef>
              <a:spcAft>
                <a:spcPts val="0"/>
              </a:spcAft>
              <a:buClr>
                <a:schemeClr val="dk1"/>
              </a:buClr>
              <a:buSzPts val="1000"/>
              <a:buFont typeface="Hanken Grotesk"/>
              <a:buChar char="○"/>
              <a:defRPr/>
            </a:lvl2pPr>
            <a:lvl3pPr indent="-292100" lvl="2" marL="1371600">
              <a:spcBef>
                <a:spcPts val="0"/>
              </a:spcBef>
              <a:spcAft>
                <a:spcPts val="0"/>
              </a:spcAft>
              <a:buClr>
                <a:schemeClr val="dk1"/>
              </a:buClr>
              <a:buSzPts val="1000"/>
              <a:buFont typeface="Hanken Grotesk"/>
              <a:buChar char="■"/>
              <a:defRPr/>
            </a:lvl3pPr>
            <a:lvl4pPr indent="-292100" lvl="3" marL="1828800">
              <a:spcBef>
                <a:spcPts val="0"/>
              </a:spcBef>
              <a:spcAft>
                <a:spcPts val="0"/>
              </a:spcAft>
              <a:buClr>
                <a:schemeClr val="dk1"/>
              </a:buClr>
              <a:buSzPts val="1000"/>
              <a:buFont typeface="Hanken Grotesk"/>
              <a:buChar char="●"/>
              <a:defRPr/>
            </a:lvl4pPr>
            <a:lvl5pPr indent="-292100" lvl="4" marL="2286000">
              <a:spcBef>
                <a:spcPts val="0"/>
              </a:spcBef>
              <a:spcAft>
                <a:spcPts val="0"/>
              </a:spcAft>
              <a:buClr>
                <a:schemeClr val="dk1"/>
              </a:buClr>
              <a:buSzPts val="1000"/>
              <a:buFont typeface="Hanken Grotesk"/>
              <a:buChar char="○"/>
              <a:defRPr/>
            </a:lvl5pPr>
            <a:lvl6pPr indent="-292100" lvl="5" marL="2743200">
              <a:spcBef>
                <a:spcPts val="0"/>
              </a:spcBef>
              <a:spcAft>
                <a:spcPts val="0"/>
              </a:spcAft>
              <a:buClr>
                <a:schemeClr val="dk1"/>
              </a:buClr>
              <a:buSzPts val="1000"/>
              <a:buFont typeface="Hanken Grotesk"/>
              <a:buChar char="■"/>
              <a:defRPr/>
            </a:lvl6pPr>
            <a:lvl7pPr indent="-292100" lvl="6" marL="3200400">
              <a:spcBef>
                <a:spcPts val="0"/>
              </a:spcBef>
              <a:spcAft>
                <a:spcPts val="0"/>
              </a:spcAft>
              <a:buClr>
                <a:schemeClr val="dk1"/>
              </a:buClr>
              <a:buSzPts val="1000"/>
              <a:buFont typeface="Hanken Grotesk"/>
              <a:buChar char="●"/>
              <a:defRPr/>
            </a:lvl7pPr>
            <a:lvl8pPr indent="-292100" lvl="7" marL="3657600">
              <a:spcBef>
                <a:spcPts val="0"/>
              </a:spcBef>
              <a:spcAft>
                <a:spcPts val="0"/>
              </a:spcAft>
              <a:buClr>
                <a:schemeClr val="dk1"/>
              </a:buClr>
              <a:buSzPts val="1000"/>
              <a:buFont typeface="Hanken Grotesk"/>
              <a:buChar char="○"/>
              <a:defRPr/>
            </a:lvl8pPr>
            <a:lvl9pPr indent="-292100" lvl="8" marL="4114800">
              <a:spcBef>
                <a:spcPts val="0"/>
              </a:spcBef>
              <a:spcAft>
                <a:spcPts val="0"/>
              </a:spcAft>
              <a:buClr>
                <a:schemeClr val="dk1"/>
              </a:buClr>
              <a:buSzPts val="1000"/>
              <a:buFont typeface="Hanken Grotesk"/>
              <a:buChar char="■"/>
              <a:defRPr/>
            </a:lvl9pPr>
          </a:lstStyle>
          <a:p/>
        </p:txBody>
      </p:sp>
      <p:sp>
        <p:nvSpPr>
          <p:cNvPr id="479" name="Google Shape;479;p24"/>
          <p:cNvSpPr txBox="1"/>
          <p:nvPr>
            <p:ph idx="2" type="subTitle"/>
          </p:nvPr>
        </p:nvSpPr>
        <p:spPr>
          <a:xfrm>
            <a:off x="5539500" y="4387200"/>
            <a:ext cx="3002400" cy="648000"/>
          </a:xfrm>
          <a:prstGeom prst="rect">
            <a:avLst/>
          </a:prstGeom>
        </p:spPr>
        <p:txBody>
          <a:bodyPr anchorCtr="0" anchor="t" bIns="0" lIns="0" spcFirstLastPara="1" rIns="0" wrap="square" tIns="0">
            <a:normAutofit/>
          </a:bodyPr>
          <a:lstStyle>
            <a:lvl1pPr lvl="0" algn="r">
              <a:spcBef>
                <a:spcPts val="0"/>
              </a:spcBef>
              <a:spcAft>
                <a:spcPts val="0"/>
              </a:spcAft>
              <a:buClr>
                <a:schemeClr val="dk1"/>
              </a:buClr>
              <a:buSzPts val="1200"/>
              <a:buFont typeface="Hanken Grotesk"/>
              <a:buNone/>
              <a:defRPr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0" name="Google Shape;480;p24"/>
          <p:cNvSpPr txBox="1"/>
          <p:nvPr>
            <p:ph idx="3" type="subTitle"/>
          </p:nvPr>
        </p:nvSpPr>
        <p:spPr>
          <a:xfrm>
            <a:off x="1284638" y="214800"/>
            <a:ext cx="1501200" cy="183600"/>
          </a:xfrm>
          <a:prstGeom prst="rect">
            <a:avLst/>
          </a:prstGeom>
        </p:spPr>
        <p:txBody>
          <a:bodyPr anchorCtr="0" anchor="ctr" bIns="0" lIns="0" spcFirstLastPara="1" rIns="0" wrap="square" tIns="0">
            <a:normAutofit/>
          </a:bodyPr>
          <a:lstStyle>
            <a:lvl1pPr lvl="0" algn="ctr">
              <a:spcBef>
                <a:spcPts val="0"/>
              </a:spcBef>
              <a:spcAft>
                <a:spcPts val="0"/>
              </a:spcAft>
              <a:buClr>
                <a:schemeClr val="dk1"/>
              </a:buClr>
              <a:buSzPts val="1200"/>
              <a:buFont typeface="Hanken Grotesk"/>
              <a:buNone/>
              <a:defRPr sz="1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lumns 1 1">
  <p:cSld name="CUSTOM_7_1_1_1_1_1_1_1_1_1_1_1_1_1_1_1_1_6_1">
    <p:spTree>
      <p:nvGrpSpPr>
        <p:cNvPr id="481" name="Shape 481"/>
        <p:cNvGrpSpPr/>
        <p:nvPr/>
      </p:nvGrpSpPr>
      <p:grpSpPr>
        <a:xfrm>
          <a:off x="0" y="0"/>
          <a:ext cx="0" cy="0"/>
          <a:chOff x="0" y="0"/>
          <a:chExt cx="0" cy="0"/>
        </a:xfrm>
      </p:grpSpPr>
      <p:sp>
        <p:nvSpPr>
          <p:cNvPr id="482" name="Google Shape;482;p25"/>
          <p:cNvSpPr txBox="1"/>
          <p:nvPr>
            <p:ph type="title"/>
          </p:nvPr>
        </p:nvSpPr>
        <p:spPr>
          <a:xfrm>
            <a:off x="2184250" y="1632575"/>
            <a:ext cx="1440300" cy="252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483" name="Google Shape;483;p25"/>
          <p:cNvSpPr txBox="1"/>
          <p:nvPr>
            <p:ph idx="2" type="title"/>
          </p:nvPr>
        </p:nvSpPr>
        <p:spPr>
          <a:xfrm>
            <a:off x="3962263" y="1632575"/>
            <a:ext cx="1440300" cy="252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484" name="Google Shape;484;p25"/>
          <p:cNvSpPr txBox="1"/>
          <p:nvPr>
            <p:ph idx="3" type="title"/>
          </p:nvPr>
        </p:nvSpPr>
        <p:spPr>
          <a:xfrm>
            <a:off x="406525" y="1632575"/>
            <a:ext cx="1440300" cy="252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485" name="Google Shape;485;p25"/>
          <p:cNvSpPr txBox="1"/>
          <p:nvPr>
            <p:ph idx="4" type="title"/>
          </p:nvPr>
        </p:nvSpPr>
        <p:spPr>
          <a:xfrm>
            <a:off x="5729600" y="1632575"/>
            <a:ext cx="1440300" cy="252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486" name="Google Shape;486;p25"/>
          <p:cNvSpPr txBox="1"/>
          <p:nvPr>
            <p:ph idx="5" type="title"/>
          </p:nvPr>
        </p:nvSpPr>
        <p:spPr>
          <a:xfrm>
            <a:off x="7518138" y="1632575"/>
            <a:ext cx="1440300" cy="2520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487" name="Google Shape;487;p25"/>
          <p:cNvSpPr txBox="1"/>
          <p:nvPr>
            <p:ph idx="6" type="title"/>
          </p:nvPr>
        </p:nvSpPr>
        <p:spPr>
          <a:xfrm>
            <a:off x="224752" y="604888"/>
            <a:ext cx="1778700" cy="651900"/>
          </a:xfrm>
          <a:prstGeom prst="rect">
            <a:avLst/>
          </a:prstGeom>
        </p:spPr>
        <p:txBody>
          <a:bodyPr anchorCtr="0" anchor="t" bIns="90000" lIns="180000" spcFirstLastPara="1" rIns="0" wrap="square" tIns="90000">
            <a:noAutofit/>
          </a:bodyPr>
          <a:lstStyle>
            <a:lvl1pPr lvl="0">
              <a:lnSpc>
                <a:spcPct val="90000"/>
              </a:lnSpc>
              <a:spcBef>
                <a:spcPts val="0"/>
              </a:spcBef>
              <a:spcAft>
                <a:spcPts val="0"/>
              </a:spcAft>
              <a:buSzPts val="2800"/>
              <a:buNone/>
              <a:defRPr sz="42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488" name="Google Shape;488;p25"/>
          <p:cNvSpPr txBox="1"/>
          <p:nvPr>
            <p:ph idx="7" type="title"/>
          </p:nvPr>
        </p:nvSpPr>
        <p:spPr>
          <a:xfrm>
            <a:off x="2003802" y="604888"/>
            <a:ext cx="1778700" cy="651900"/>
          </a:xfrm>
          <a:prstGeom prst="rect">
            <a:avLst/>
          </a:prstGeom>
        </p:spPr>
        <p:txBody>
          <a:bodyPr anchorCtr="0" anchor="t" bIns="90000" lIns="180000" spcFirstLastPara="1" rIns="0" wrap="square" tIns="90000">
            <a:noAutofit/>
          </a:bodyPr>
          <a:lstStyle>
            <a:lvl1pPr lvl="0">
              <a:lnSpc>
                <a:spcPct val="90000"/>
              </a:lnSpc>
              <a:spcBef>
                <a:spcPts val="0"/>
              </a:spcBef>
              <a:spcAft>
                <a:spcPts val="0"/>
              </a:spcAft>
              <a:buSzPts val="2800"/>
              <a:buNone/>
              <a:defRPr sz="42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489" name="Google Shape;489;p25"/>
          <p:cNvSpPr txBox="1"/>
          <p:nvPr>
            <p:ph idx="8" type="title"/>
          </p:nvPr>
        </p:nvSpPr>
        <p:spPr>
          <a:xfrm>
            <a:off x="3780502" y="604888"/>
            <a:ext cx="1778700" cy="651900"/>
          </a:xfrm>
          <a:prstGeom prst="rect">
            <a:avLst/>
          </a:prstGeom>
        </p:spPr>
        <p:txBody>
          <a:bodyPr anchorCtr="0" anchor="t" bIns="90000" lIns="180000" spcFirstLastPara="1" rIns="0" wrap="square" tIns="90000">
            <a:noAutofit/>
          </a:bodyPr>
          <a:lstStyle>
            <a:lvl1pPr lvl="0">
              <a:lnSpc>
                <a:spcPct val="90000"/>
              </a:lnSpc>
              <a:spcBef>
                <a:spcPts val="0"/>
              </a:spcBef>
              <a:spcAft>
                <a:spcPts val="0"/>
              </a:spcAft>
              <a:buSzPts val="2800"/>
              <a:buNone/>
              <a:defRPr sz="42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490" name="Google Shape;490;p25"/>
          <p:cNvSpPr txBox="1"/>
          <p:nvPr>
            <p:ph idx="9" type="title"/>
          </p:nvPr>
        </p:nvSpPr>
        <p:spPr>
          <a:xfrm>
            <a:off x="5558652" y="604888"/>
            <a:ext cx="1778700" cy="651900"/>
          </a:xfrm>
          <a:prstGeom prst="rect">
            <a:avLst/>
          </a:prstGeom>
        </p:spPr>
        <p:txBody>
          <a:bodyPr anchorCtr="0" anchor="t" bIns="90000" lIns="180000" spcFirstLastPara="1" rIns="0" wrap="square" tIns="90000">
            <a:noAutofit/>
          </a:bodyPr>
          <a:lstStyle>
            <a:lvl1pPr lvl="0">
              <a:lnSpc>
                <a:spcPct val="90000"/>
              </a:lnSpc>
              <a:spcBef>
                <a:spcPts val="0"/>
              </a:spcBef>
              <a:spcAft>
                <a:spcPts val="0"/>
              </a:spcAft>
              <a:buSzPts val="2800"/>
              <a:buNone/>
              <a:defRPr sz="42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491" name="Google Shape;491;p25"/>
          <p:cNvSpPr txBox="1"/>
          <p:nvPr>
            <p:ph idx="13" type="title"/>
          </p:nvPr>
        </p:nvSpPr>
        <p:spPr>
          <a:xfrm>
            <a:off x="7336452" y="604888"/>
            <a:ext cx="1778700" cy="651900"/>
          </a:xfrm>
          <a:prstGeom prst="rect">
            <a:avLst/>
          </a:prstGeom>
        </p:spPr>
        <p:txBody>
          <a:bodyPr anchorCtr="0" anchor="t" bIns="90000" lIns="180000" spcFirstLastPara="1" rIns="0" wrap="square" tIns="90000">
            <a:noAutofit/>
          </a:bodyPr>
          <a:lstStyle>
            <a:lvl1pPr lvl="0">
              <a:lnSpc>
                <a:spcPct val="90000"/>
              </a:lnSpc>
              <a:spcBef>
                <a:spcPts val="0"/>
              </a:spcBef>
              <a:spcAft>
                <a:spcPts val="0"/>
              </a:spcAft>
              <a:buSzPts val="2800"/>
              <a:buNone/>
              <a:defRPr sz="42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p:txBody>
      </p:sp>
      <p:sp>
        <p:nvSpPr>
          <p:cNvPr id="492" name="Google Shape;492;p25"/>
          <p:cNvSpPr txBox="1"/>
          <p:nvPr>
            <p:ph idx="14" type="title"/>
          </p:nvPr>
        </p:nvSpPr>
        <p:spPr>
          <a:xfrm>
            <a:off x="7339963" y="2535900"/>
            <a:ext cx="1581000" cy="651900"/>
          </a:xfrm>
          <a:prstGeom prst="rect">
            <a:avLst/>
          </a:prstGeom>
        </p:spPr>
        <p:txBody>
          <a:bodyPr anchorCtr="0" anchor="t" bIns="54000" lIns="180000" spcFirstLastPara="1" rIns="0" wrap="square" tIns="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p:txBody>
      </p:sp>
      <p:sp>
        <p:nvSpPr>
          <p:cNvPr id="493" name="Google Shape;493;p25"/>
          <p:cNvSpPr txBox="1"/>
          <p:nvPr>
            <p:ph idx="15" type="title"/>
          </p:nvPr>
        </p:nvSpPr>
        <p:spPr>
          <a:xfrm>
            <a:off x="3780063" y="2535900"/>
            <a:ext cx="1581000" cy="651900"/>
          </a:xfrm>
          <a:prstGeom prst="rect">
            <a:avLst/>
          </a:prstGeom>
        </p:spPr>
        <p:txBody>
          <a:bodyPr anchorCtr="0" anchor="t" bIns="54000" lIns="180000" spcFirstLastPara="1" rIns="0" wrap="square" tIns="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p:txBody>
      </p:sp>
      <p:sp>
        <p:nvSpPr>
          <p:cNvPr id="494" name="Google Shape;494;p25"/>
          <p:cNvSpPr txBox="1"/>
          <p:nvPr>
            <p:ph idx="16" type="title"/>
          </p:nvPr>
        </p:nvSpPr>
        <p:spPr>
          <a:xfrm>
            <a:off x="5557163" y="2535900"/>
            <a:ext cx="1581000" cy="651900"/>
          </a:xfrm>
          <a:prstGeom prst="rect">
            <a:avLst/>
          </a:prstGeom>
        </p:spPr>
        <p:txBody>
          <a:bodyPr anchorCtr="0" anchor="t" bIns="54000" lIns="180000" spcFirstLastPara="1" rIns="0" wrap="square" tIns="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p:txBody>
      </p:sp>
      <p:sp>
        <p:nvSpPr>
          <p:cNvPr id="495" name="Google Shape;495;p25"/>
          <p:cNvSpPr txBox="1"/>
          <p:nvPr>
            <p:ph idx="17" type="title"/>
          </p:nvPr>
        </p:nvSpPr>
        <p:spPr>
          <a:xfrm>
            <a:off x="227650" y="2535900"/>
            <a:ext cx="1581000" cy="651900"/>
          </a:xfrm>
          <a:prstGeom prst="rect">
            <a:avLst/>
          </a:prstGeom>
        </p:spPr>
        <p:txBody>
          <a:bodyPr anchorCtr="0" anchor="t" bIns="54000" lIns="180000" spcFirstLastPara="1" rIns="0" wrap="square" tIns="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p:txBody>
      </p:sp>
      <p:sp>
        <p:nvSpPr>
          <p:cNvPr id="496" name="Google Shape;496;p25"/>
          <p:cNvSpPr txBox="1"/>
          <p:nvPr>
            <p:ph idx="18" type="title"/>
          </p:nvPr>
        </p:nvSpPr>
        <p:spPr>
          <a:xfrm>
            <a:off x="2004750" y="2535900"/>
            <a:ext cx="1581000" cy="651900"/>
          </a:xfrm>
          <a:prstGeom prst="rect">
            <a:avLst/>
          </a:prstGeom>
        </p:spPr>
        <p:txBody>
          <a:bodyPr anchorCtr="0" anchor="t" bIns="54000" lIns="180000" spcFirstLastPara="1" rIns="0" wrap="square" tIns="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p:txBody>
      </p:sp>
      <p:sp>
        <p:nvSpPr>
          <p:cNvPr id="497" name="Google Shape;497;p25"/>
          <p:cNvSpPr txBox="1"/>
          <p:nvPr>
            <p:ph idx="1" type="subTitle"/>
          </p:nvPr>
        </p:nvSpPr>
        <p:spPr>
          <a:xfrm>
            <a:off x="594025" y="184700"/>
            <a:ext cx="3696300" cy="1539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p:txBody>
      </p:sp>
      <p:sp>
        <p:nvSpPr>
          <p:cNvPr id="498" name="Google Shape;498;p25"/>
          <p:cNvSpPr txBox="1"/>
          <p:nvPr>
            <p:ph idx="19" type="body"/>
          </p:nvPr>
        </p:nvSpPr>
        <p:spPr>
          <a:xfrm>
            <a:off x="223881" y="4491588"/>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99" name="Google Shape;499;p25"/>
          <p:cNvSpPr txBox="1"/>
          <p:nvPr>
            <p:ph idx="20" type="body"/>
          </p:nvPr>
        </p:nvSpPr>
        <p:spPr>
          <a:xfrm>
            <a:off x="2004019" y="4491588"/>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00" name="Google Shape;500;p25"/>
          <p:cNvSpPr txBox="1"/>
          <p:nvPr>
            <p:ph idx="21" type="body"/>
          </p:nvPr>
        </p:nvSpPr>
        <p:spPr>
          <a:xfrm>
            <a:off x="3780063" y="4491588"/>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01" name="Google Shape;501;p25"/>
          <p:cNvSpPr txBox="1"/>
          <p:nvPr>
            <p:ph idx="22" type="body"/>
          </p:nvPr>
        </p:nvSpPr>
        <p:spPr>
          <a:xfrm>
            <a:off x="5557163" y="4491588"/>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02" name="Google Shape;502;p25"/>
          <p:cNvSpPr txBox="1"/>
          <p:nvPr>
            <p:ph idx="23" type="body"/>
          </p:nvPr>
        </p:nvSpPr>
        <p:spPr>
          <a:xfrm>
            <a:off x="7334263" y="4491588"/>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03" name="Google Shape;503;p25"/>
          <p:cNvSpPr txBox="1"/>
          <p:nvPr>
            <p:ph idx="24" type="body"/>
          </p:nvPr>
        </p:nvSpPr>
        <p:spPr>
          <a:xfrm>
            <a:off x="226606" y="3839688"/>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04" name="Google Shape;504;p25"/>
          <p:cNvSpPr txBox="1"/>
          <p:nvPr>
            <p:ph idx="25" type="body"/>
          </p:nvPr>
        </p:nvSpPr>
        <p:spPr>
          <a:xfrm>
            <a:off x="2006744" y="3839688"/>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05" name="Google Shape;505;p25"/>
          <p:cNvSpPr txBox="1"/>
          <p:nvPr>
            <p:ph idx="26" type="body"/>
          </p:nvPr>
        </p:nvSpPr>
        <p:spPr>
          <a:xfrm>
            <a:off x="3782788" y="3839688"/>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06" name="Google Shape;506;p25"/>
          <p:cNvSpPr txBox="1"/>
          <p:nvPr>
            <p:ph idx="27" type="body"/>
          </p:nvPr>
        </p:nvSpPr>
        <p:spPr>
          <a:xfrm>
            <a:off x="5559888" y="3839688"/>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07" name="Google Shape;507;p25"/>
          <p:cNvSpPr txBox="1"/>
          <p:nvPr>
            <p:ph idx="28" type="body"/>
          </p:nvPr>
        </p:nvSpPr>
        <p:spPr>
          <a:xfrm>
            <a:off x="7339713" y="3839688"/>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08" name="Google Shape;508;p25"/>
          <p:cNvSpPr txBox="1"/>
          <p:nvPr>
            <p:ph idx="29" type="body"/>
          </p:nvPr>
        </p:nvSpPr>
        <p:spPr>
          <a:xfrm>
            <a:off x="223519" y="3187800"/>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09" name="Google Shape;509;p25"/>
          <p:cNvSpPr txBox="1"/>
          <p:nvPr>
            <p:ph idx="30" type="body"/>
          </p:nvPr>
        </p:nvSpPr>
        <p:spPr>
          <a:xfrm>
            <a:off x="2003656" y="3187800"/>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10" name="Google Shape;510;p25"/>
          <p:cNvSpPr txBox="1"/>
          <p:nvPr>
            <p:ph idx="31" type="body"/>
          </p:nvPr>
        </p:nvSpPr>
        <p:spPr>
          <a:xfrm>
            <a:off x="3779701" y="3187800"/>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11" name="Google Shape;511;p25"/>
          <p:cNvSpPr txBox="1"/>
          <p:nvPr>
            <p:ph idx="32" type="body"/>
          </p:nvPr>
        </p:nvSpPr>
        <p:spPr>
          <a:xfrm>
            <a:off x="5556800" y="3187800"/>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12" name="Google Shape;512;p25"/>
          <p:cNvSpPr txBox="1"/>
          <p:nvPr>
            <p:ph idx="33" type="body"/>
          </p:nvPr>
        </p:nvSpPr>
        <p:spPr>
          <a:xfrm>
            <a:off x="7336626" y="3187800"/>
            <a:ext cx="1580400" cy="651600"/>
          </a:xfrm>
          <a:prstGeom prst="rect">
            <a:avLst/>
          </a:prstGeom>
        </p:spPr>
        <p:txBody>
          <a:bodyPr anchorCtr="0" anchor="t" bIns="54000" lIns="18000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513" name="Shape 513"/>
        <p:cNvGrpSpPr/>
        <p:nvPr/>
      </p:nvGrpSpPr>
      <p:grpSpPr>
        <a:xfrm>
          <a:off x="0" y="0"/>
          <a:ext cx="0" cy="0"/>
          <a:chOff x="0" y="0"/>
          <a:chExt cx="0" cy="0"/>
        </a:xfrm>
      </p:grpSpPr>
      <p:sp>
        <p:nvSpPr>
          <p:cNvPr id="514" name="Google Shape;514;p2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15" name="Google Shape;515;p2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516" name="Shape 516"/>
        <p:cNvGrpSpPr/>
        <p:nvPr/>
      </p:nvGrpSpPr>
      <p:grpSpPr>
        <a:xfrm>
          <a:off x="0" y="0"/>
          <a:ext cx="0" cy="0"/>
          <a:chOff x="0" y="0"/>
          <a:chExt cx="0" cy="0"/>
        </a:xfrm>
      </p:grpSpPr>
      <p:sp>
        <p:nvSpPr>
          <p:cNvPr id="517" name="Google Shape;517;p27"/>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518" name="Shape 518"/>
        <p:cNvGrpSpPr/>
        <p:nvPr/>
      </p:nvGrpSpPr>
      <p:grpSpPr>
        <a:xfrm>
          <a:off x="0" y="0"/>
          <a:ext cx="0" cy="0"/>
          <a:chOff x="0" y="0"/>
          <a:chExt cx="0" cy="0"/>
        </a:xfrm>
      </p:grpSpPr>
      <p:sp>
        <p:nvSpPr>
          <p:cNvPr id="519" name="Google Shape;519;p2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p:txBody>
      </p:sp>
      <p:sp>
        <p:nvSpPr>
          <p:cNvPr id="520" name="Google Shape;520;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521" name="Shape 521"/>
        <p:cNvGrpSpPr/>
        <p:nvPr/>
      </p:nvGrpSpPr>
      <p:grpSpPr>
        <a:xfrm>
          <a:off x="0" y="0"/>
          <a:ext cx="0" cy="0"/>
          <a:chOff x="0" y="0"/>
          <a:chExt cx="0" cy="0"/>
        </a:xfrm>
      </p:grpSpPr>
      <p:sp>
        <p:nvSpPr>
          <p:cNvPr id="522" name="Google Shape;522;p2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p:txBody>
      </p:sp>
      <p:sp>
        <p:nvSpPr>
          <p:cNvPr id="523" name="Google Shape;523;p29"/>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24" name="Google Shape;524;p29"/>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525" name="Shape 525"/>
        <p:cNvGrpSpPr/>
        <p:nvPr/>
      </p:nvGrpSpPr>
      <p:grpSpPr>
        <a:xfrm>
          <a:off x="0" y="0"/>
          <a:ext cx="0" cy="0"/>
          <a:chOff x="0" y="0"/>
          <a:chExt cx="0" cy="0"/>
        </a:xfrm>
      </p:grpSpPr>
      <p:sp>
        <p:nvSpPr>
          <p:cNvPr id="526" name="Google Shape;526;p3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527" name="Shape 527"/>
        <p:cNvGrpSpPr/>
        <p:nvPr/>
      </p:nvGrpSpPr>
      <p:grpSpPr>
        <a:xfrm>
          <a:off x="0" y="0"/>
          <a:ext cx="0" cy="0"/>
          <a:chOff x="0" y="0"/>
          <a:chExt cx="0" cy="0"/>
        </a:xfrm>
      </p:grpSpPr>
      <p:sp>
        <p:nvSpPr>
          <p:cNvPr id="528" name="Google Shape;528;p31"/>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29" name="Google Shape;529;p31"/>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530" name="Shape 530"/>
        <p:cNvGrpSpPr/>
        <p:nvPr/>
      </p:nvGrpSpPr>
      <p:grpSpPr>
        <a:xfrm>
          <a:off x="0" y="0"/>
          <a:ext cx="0" cy="0"/>
          <a:chOff x="0" y="0"/>
          <a:chExt cx="0" cy="0"/>
        </a:xfrm>
      </p:grpSpPr>
      <p:sp>
        <p:nvSpPr>
          <p:cNvPr id="531" name="Google Shape;531;p32"/>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532" name="Shape 532"/>
        <p:cNvGrpSpPr/>
        <p:nvPr/>
      </p:nvGrpSpPr>
      <p:grpSpPr>
        <a:xfrm>
          <a:off x="0" y="0"/>
          <a:ext cx="0" cy="0"/>
          <a:chOff x="0" y="0"/>
          <a:chExt cx="0" cy="0"/>
        </a:xfrm>
      </p:grpSpPr>
      <p:sp>
        <p:nvSpPr>
          <p:cNvPr id="533" name="Google Shape;533;p33"/>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34" name="Google Shape;534;p33"/>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35" name="Google Shape;535;p33"/>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536" name="Shape 536"/>
        <p:cNvGrpSpPr/>
        <p:nvPr/>
      </p:nvGrpSpPr>
      <p:grpSpPr>
        <a:xfrm>
          <a:off x="0" y="0"/>
          <a:ext cx="0" cy="0"/>
          <a:chOff x="0" y="0"/>
          <a:chExt cx="0" cy="0"/>
        </a:xfrm>
      </p:grpSpPr>
      <p:sp>
        <p:nvSpPr>
          <p:cNvPr id="537" name="Google Shape;537;p34"/>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000"/>
              <a:buNone/>
              <a:defRPr/>
            </a:lvl1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538" name="Shape 538"/>
        <p:cNvGrpSpPr/>
        <p:nvPr/>
      </p:nvGrpSpPr>
      <p:grpSpPr>
        <a:xfrm>
          <a:off x="0" y="0"/>
          <a:ext cx="0" cy="0"/>
          <a:chOff x="0" y="0"/>
          <a:chExt cx="0" cy="0"/>
        </a:xfrm>
      </p:grpSpPr>
      <p:sp>
        <p:nvSpPr>
          <p:cNvPr id="539" name="Google Shape;539;p35"/>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40" name="Google Shape;540;p35"/>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SzPts val="1000"/>
              <a:buChar char="●"/>
              <a:defRPr/>
            </a:lvl1pPr>
            <a:lvl2pPr indent="-292100" lvl="1" marL="914400" algn="ctr">
              <a:spcBef>
                <a:spcPts val="0"/>
              </a:spcBef>
              <a:spcAft>
                <a:spcPts val="0"/>
              </a:spcAft>
              <a:buSzPts val="1000"/>
              <a:buChar char="○"/>
              <a:defRPr/>
            </a:lvl2pPr>
            <a:lvl3pPr indent="-292100" lvl="2" marL="1371600" algn="ctr">
              <a:spcBef>
                <a:spcPts val="0"/>
              </a:spcBef>
              <a:spcAft>
                <a:spcPts val="0"/>
              </a:spcAft>
              <a:buSzPts val="1000"/>
              <a:buChar char="■"/>
              <a:defRPr/>
            </a:lvl3pPr>
            <a:lvl4pPr indent="-292100" lvl="3" marL="1828800" algn="ctr">
              <a:spcBef>
                <a:spcPts val="0"/>
              </a:spcBef>
              <a:spcAft>
                <a:spcPts val="0"/>
              </a:spcAft>
              <a:buSzPts val="1000"/>
              <a:buChar char="●"/>
              <a:defRPr/>
            </a:lvl4pPr>
            <a:lvl5pPr indent="-292100" lvl="4" marL="2286000" algn="ctr">
              <a:spcBef>
                <a:spcPts val="0"/>
              </a:spcBef>
              <a:spcAft>
                <a:spcPts val="0"/>
              </a:spcAft>
              <a:buSzPts val="1000"/>
              <a:buChar char="○"/>
              <a:defRPr/>
            </a:lvl5pPr>
            <a:lvl6pPr indent="-292100" lvl="5" marL="2743200" algn="ctr">
              <a:spcBef>
                <a:spcPts val="0"/>
              </a:spcBef>
              <a:spcAft>
                <a:spcPts val="0"/>
              </a:spcAft>
              <a:buSzPts val="1000"/>
              <a:buChar char="■"/>
              <a:defRPr/>
            </a:lvl6pPr>
            <a:lvl7pPr indent="-292100" lvl="6" marL="3200400" algn="ctr">
              <a:spcBef>
                <a:spcPts val="0"/>
              </a:spcBef>
              <a:spcAft>
                <a:spcPts val="0"/>
              </a:spcAft>
              <a:buSzPts val="1000"/>
              <a:buChar char="●"/>
              <a:defRPr/>
            </a:lvl7pPr>
            <a:lvl8pPr indent="-292100" lvl="7" marL="3657600" algn="ctr">
              <a:spcBef>
                <a:spcPts val="0"/>
              </a:spcBef>
              <a:spcAft>
                <a:spcPts val="0"/>
              </a:spcAft>
              <a:buSzPts val="1000"/>
              <a:buChar char="○"/>
              <a:defRPr/>
            </a:lvl8pPr>
            <a:lvl9pPr indent="-292100" lvl="8" marL="4114800" algn="ctr">
              <a:spcBef>
                <a:spcPts val="0"/>
              </a:spcBef>
              <a:spcAft>
                <a:spcPts val="0"/>
              </a:spcAft>
              <a:buSzPts val="10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541" name="Shape 541"/>
        <p:cNvGrpSpPr/>
        <p:nvPr/>
      </p:nvGrpSpPr>
      <p:grpSpPr>
        <a:xfrm>
          <a:off x="0" y="0"/>
          <a:ext cx="0" cy="0"/>
          <a:chOff x="0" y="0"/>
          <a:chExt cx="0" cy="0"/>
        </a:xfrm>
      </p:grpSpPr>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542" name="Shape 542"/>
        <p:cNvGrpSpPr/>
        <p:nvPr/>
      </p:nvGrpSpPr>
      <p:grpSpPr>
        <a:xfrm>
          <a:off x="0" y="0"/>
          <a:ext cx="0" cy="0"/>
          <a:chOff x="0" y="0"/>
          <a:chExt cx="0" cy="0"/>
        </a:xfrm>
      </p:grpSpPr>
      <p:sp>
        <p:nvSpPr>
          <p:cNvPr id="543" name="Google Shape;543;p37"/>
          <p:cNvSpPr txBox="1"/>
          <p:nvPr>
            <p:ph type="title"/>
          </p:nvPr>
        </p:nvSpPr>
        <p:spPr>
          <a:xfrm>
            <a:off x="677325" y="1832775"/>
            <a:ext cx="3217200" cy="14841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p:txBody>
      </p:sp>
      <p:sp>
        <p:nvSpPr>
          <p:cNvPr id="544" name="Google Shape;544;p37"/>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45" name="Google Shape;545;p37"/>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46" name="Google Shape;546;p37"/>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47" name="Google Shape;547;p37"/>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48" name="Google Shape;548;p37"/>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49" name="Google Shape;549;p37"/>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550" name="Shape 550"/>
        <p:cNvGrpSpPr/>
        <p:nvPr/>
      </p:nvGrpSpPr>
      <p:grpSpPr>
        <a:xfrm>
          <a:off x="0" y="0"/>
          <a:ext cx="0" cy="0"/>
          <a:chOff x="0" y="0"/>
          <a:chExt cx="0" cy="0"/>
        </a:xfrm>
      </p:grpSpPr>
      <p:sp>
        <p:nvSpPr>
          <p:cNvPr id="551" name="Google Shape;551;p3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p:txBody>
      </p:sp>
      <p:sp>
        <p:nvSpPr>
          <p:cNvPr id="552" name="Google Shape;552;p38"/>
          <p:cNvSpPr txBox="1"/>
          <p:nvPr>
            <p:ph idx="1" type="body"/>
          </p:nvPr>
        </p:nvSpPr>
        <p:spPr>
          <a:xfrm>
            <a:off x="311700" y="1152475"/>
            <a:ext cx="4473900" cy="34164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53" name="Google Shape;553;p38"/>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554" name="Shape 554"/>
        <p:cNvGrpSpPr/>
        <p:nvPr/>
      </p:nvGrpSpPr>
      <p:grpSpPr>
        <a:xfrm>
          <a:off x="0" y="0"/>
          <a:ext cx="0" cy="0"/>
          <a:chOff x="0" y="0"/>
          <a:chExt cx="0" cy="0"/>
        </a:xfrm>
      </p:grpSpPr>
      <p:sp>
        <p:nvSpPr>
          <p:cNvPr id="555" name="Google Shape;555;p39"/>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56" name="Google Shape;556;p39"/>
          <p:cNvSpPr txBox="1"/>
          <p:nvPr>
            <p:ph idx="1" type="body"/>
          </p:nvPr>
        </p:nvSpPr>
        <p:spPr>
          <a:xfrm>
            <a:off x="483150" y="2237788"/>
            <a:ext cx="36198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57" name="Google Shape;557;p39"/>
          <p:cNvSpPr txBox="1"/>
          <p:nvPr>
            <p:ph idx="2" type="body"/>
          </p:nvPr>
        </p:nvSpPr>
        <p:spPr>
          <a:xfrm>
            <a:off x="5048000" y="2237788"/>
            <a:ext cx="36198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58" name="Google Shape;558;p39"/>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59" name="Google Shape;559;p39"/>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560" name="Shape 560"/>
        <p:cNvGrpSpPr/>
        <p:nvPr/>
      </p:nvGrpSpPr>
      <p:grpSpPr>
        <a:xfrm>
          <a:off x="0" y="0"/>
          <a:ext cx="0" cy="0"/>
          <a:chOff x="0" y="0"/>
          <a:chExt cx="0" cy="0"/>
        </a:xfrm>
      </p:grpSpPr>
      <p:sp>
        <p:nvSpPr>
          <p:cNvPr id="561" name="Google Shape;561;p40"/>
          <p:cNvSpPr txBox="1"/>
          <p:nvPr>
            <p:ph idx="1" type="body"/>
          </p:nvPr>
        </p:nvSpPr>
        <p:spPr>
          <a:xfrm>
            <a:off x="48317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62" name="Google Shape;562;p40"/>
          <p:cNvSpPr txBox="1"/>
          <p:nvPr>
            <p:ph idx="2" type="body"/>
          </p:nvPr>
        </p:nvSpPr>
        <p:spPr>
          <a:xfrm>
            <a:off x="334772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63" name="Google Shape;563;p40"/>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64" name="Google Shape;564;p40"/>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65" name="Google Shape;565;p40"/>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66" name="Google Shape;566;p40"/>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67" name="Google Shape;567;p40"/>
          <p:cNvSpPr txBox="1"/>
          <p:nvPr>
            <p:ph idx="6" type="body"/>
          </p:nvPr>
        </p:nvSpPr>
        <p:spPr>
          <a:xfrm>
            <a:off x="621227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568" name="Shape 568"/>
        <p:cNvGrpSpPr/>
        <p:nvPr/>
      </p:nvGrpSpPr>
      <p:grpSpPr>
        <a:xfrm>
          <a:off x="0" y="0"/>
          <a:ext cx="0" cy="0"/>
          <a:chOff x="0" y="0"/>
          <a:chExt cx="0" cy="0"/>
        </a:xfrm>
      </p:grpSpPr>
      <p:sp>
        <p:nvSpPr>
          <p:cNvPr id="569" name="Google Shape;569;p41"/>
          <p:cNvSpPr txBox="1"/>
          <p:nvPr>
            <p:ph idx="1" type="body"/>
          </p:nvPr>
        </p:nvSpPr>
        <p:spPr>
          <a:xfrm>
            <a:off x="366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70" name="Google Shape;570;p41"/>
          <p:cNvSpPr txBox="1"/>
          <p:nvPr>
            <p:ph idx="2" type="body"/>
          </p:nvPr>
        </p:nvSpPr>
        <p:spPr>
          <a:xfrm>
            <a:off x="4938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71" name="Google Shape;571;p41"/>
          <p:cNvSpPr txBox="1"/>
          <p:nvPr>
            <p:ph idx="3" type="body"/>
          </p:nvPr>
        </p:nvSpPr>
        <p:spPr>
          <a:xfrm>
            <a:off x="366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72" name="Google Shape;572;p41"/>
          <p:cNvSpPr txBox="1"/>
          <p:nvPr>
            <p:ph idx="4" type="body"/>
          </p:nvPr>
        </p:nvSpPr>
        <p:spPr>
          <a:xfrm>
            <a:off x="4938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73" name="Google Shape;573;p41"/>
          <p:cNvSpPr txBox="1"/>
          <p:nvPr>
            <p:ph type="title"/>
          </p:nvPr>
        </p:nvSpPr>
        <p:spPr>
          <a:xfrm>
            <a:off x="366750"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74" name="Google Shape;574;p41"/>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75" name="Google Shape;575;p41"/>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76" name="Google Shape;576;p41"/>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77" name="Google Shape;577;p41"/>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578" name="Shape 578"/>
        <p:cNvGrpSpPr/>
        <p:nvPr/>
      </p:nvGrpSpPr>
      <p:grpSpPr>
        <a:xfrm>
          <a:off x="0" y="0"/>
          <a:ext cx="0" cy="0"/>
          <a:chOff x="0" y="0"/>
          <a:chExt cx="0" cy="0"/>
        </a:xfrm>
      </p:grpSpPr>
      <p:sp>
        <p:nvSpPr>
          <p:cNvPr id="579" name="Google Shape;579;p4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p:txBody>
      </p:sp>
      <p:sp>
        <p:nvSpPr>
          <p:cNvPr id="580" name="Google Shape;580;p42"/>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581" name="Shape 581"/>
        <p:cNvGrpSpPr/>
        <p:nvPr/>
      </p:nvGrpSpPr>
      <p:grpSpPr>
        <a:xfrm>
          <a:off x="0" y="0"/>
          <a:ext cx="0" cy="0"/>
          <a:chOff x="0" y="0"/>
          <a:chExt cx="0" cy="0"/>
        </a:xfrm>
      </p:grpSpPr>
      <p:sp>
        <p:nvSpPr>
          <p:cNvPr id="582" name="Google Shape;582;p43"/>
          <p:cNvSpPr txBox="1"/>
          <p:nvPr>
            <p:ph idx="1" type="body"/>
          </p:nvPr>
        </p:nvSpPr>
        <p:spPr>
          <a:xfrm>
            <a:off x="311700"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83" name="Google Shape;583;p43"/>
          <p:cNvSpPr/>
          <p:nvPr>
            <p:ph idx="2" type="pic"/>
          </p:nvPr>
        </p:nvSpPr>
        <p:spPr>
          <a:xfrm>
            <a:off x="4804825" y="1133300"/>
            <a:ext cx="4027500" cy="2392800"/>
          </a:xfrm>
          <a:prstGeom prst="rect">
            <a:avLst/>
          </a:prstGeom>
          <a:noFill/>
          <a:ln>
            <a:noFill/>
          </a:ln>
        </p:spPr>
      </p:sp>
      <p:sp>
        <p:nvSpPr>
          <p:cNvPr id="584" name="Google Shape;584;p43"/>
          <p:cNvSpPr/>
          <p:nvPr>
            <p:ph idx="3" type="pic"/>
          </p:nvPr>
        </p:nvSpPr>
        <p:spPr>
          <a:xfrm>
            <a:off x="311725" y="1133300"/>
            <a:ext cx="4027500" cy="2392800"/>
          </a:xfrm>
          <a:prstGeom prst="rect">
            <a:avLst/>
          </a:prstGeom>
          <a:noFill/>
          <a:ln>
            <a:noFill/>
          </a:ln>
        </p:spPr>
      </p:sp>
      <p:sp>
        <p:nvSpPr>
          <p:cNvPr id="585" name="Google Shape;585;p43"/>
          <p:cNvSpPr txBox="1"/>
          <p:nvPr>
            <p:ph idx="4" type="body"/>
          </p:nvPr>
        </p:nvSpPr>
        <p:spPr>
          <a:xfrm>
            <a:off x="4804825"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86" name="Google Shape;586;p4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p:txBody>
      </p:sp>
      <p:sp>
        <p:nvSpPr>
          <p:cNvPr id="587" name="Google Shape;587;p43"/>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588" name="Google Shape;588;p43"/>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589" name="Shape 589"/>
        <p:cNvGrpSpPr/>
        <p:nvPr/>
      </p:nvGrpSpPr>
      <p:grpSpPr>
        <a:xfrm>
          <a:off x="0" y="0"/>
          <a:ext cx="0" cy="0"/>
          <a:chOff x="0" y="0"/>
          <a:chExt cx="0" cy="0"/>
        </a:xfrm>
      </p:grpSpPr>
      <p:sp>
        <p:nvSpPr>
          <p:cNvPr id="590" name="Google Shape;590;p44"/>
          <p:cNvSpPr txBox="1"/>
          <p:nvPr>
            <p:ph idx="1" type="body"/>
          </p:nvPr>
        </p:nvSpPr>
        <p:spPr>
          <a:xfrm>
            <a:off x="31170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91" name="Google Shape;591;p44"/>
          <p:cNvSpPr/>
          <p:nvPr>
            <p:ph idx="2" type="pic"/>
          </p:nvPr>
        </p:nvSpPr>
        <p:spPr>
          <a:xfrm>
            <a:off x="6205225" y="1128325"/>
            <a:ext cx="2627100" cy="2273100"/>
          </a:xfrm>
          <a:prstGeom prst="rect">
            <a:avLst/>
          </a:prstGeom>
          <a:noFill/>
          <a:ln>
            <a:noFill/>
          </a:ln>
        </p:spPr>
      </p:sp>
      <p:sp>
        <p:nvSpPr>
          <p:cNvPr id="592" name="Google Shape;592;p44"/>
          <p:cNvSpPr/>
          <p:nvPr>
            <p:ph idx="3" type="pic"/>
          </p:nvPr>
        </p:nvSpPr>
        <p:spPr>
          <a:xfrm>
            <a:off x="311725" y="1128325"/>
            <a:ext cx="2627100" cy="2273100"/>
          </a:xfrm>
          <a:prstGeom prst="rect">
            <a:avLst/>
          </a:prstGeom>
          <a:noFill/>
          <a:ln>
            <a:noFill/>
          </a:ln>
        </p:spPr>
      </p:sp>
      <p:sp>
        <p:nvSpPr>
          <p:cNvPr id="593" name="Google Shape;593;p44"/>
          <p:cNvSpPr txBox="1"/>
          <p:nvPr>
            <p:ph idx="4" type="body"/>
          </p:nvPr>
        </p:nvSpPr>
        <p:spPr>
          <a:xfrm>
            <a:off x="6205225"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94" name="Google Shape;594;p44"/>
          <p:cNvSpPr/>
          <p:nvPr>
            <p:ph idx="5" type="pic"/>
          </p:nvPr>
        </p:nvSpPr>
        <p:spPr>
          <a:xfrm>
            <a:off x="3255250" y="1128325"/>
            <a:ext cx="2627100" cy="2273100"/>
          </a:xfrm>
          <a:prstGeom prst="rect">
            <a:avLst/>
          </a:prstGeom>
          <a:noFill/>
          <a:ln>
            <a:noFill/>
          </a:ln>
        </p:spPr>
      </p:sp>
      <p:sp>
        <p:nvSpPr>
          <p:cNvPr id="595" name="Google Shape;595;p44"/>
          <p:cNvSpPr txBox="1"/>
          <p:nvPr>
            <p:ph idx="6" type="body"/>
          </p:nvPr>
        </p:nvSpPr>
        <p:spPr>
          <a:xfrm>
            <a:off x="325525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96" name="Google Shape;596;p4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p:txBody>
      </p:sp>
      <p:sp>
        <p:nvSpPr>
          <p:cNvPr id="597" name="Google Shape;597;p44"/>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598" name="Google Shape;598;p44"/>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599" name="Google Shape;599;p44"/>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600" name="Shape 600"/>
        <p:cNvGrpSpPr/>
        <p:nvPr/>
      </p:nvGrpSpPr>
      <p:grpSpPr>
        <a:xfrm>
          <a:off x="0" y="0"/>
          <a:ext cx="0" cy="0"/>
          <a:chOff x="0" y="0"/>
          <a:chExt cx="0" cy="0"/>
        </a:xfrm>
      </p:grpSpPr>
      <p:sp>
        <p:nvSpPr>
          <p:cNvPr id="601" name="Google Shape;601;p45"/>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602" name="Shape 602"/>
        <p:cNvGrpSpPr/>
        <p:nvPr/>
      </p:nvGrpSpPr>
      <p:grpSpPr>
        <a:xfrm>
          <a:off x="0" y="0"/>
          <a:ext cx="0" cy="0"/>
          <a:chOff x="0" y="0"/>
          <a:chExt cx="0" cy="0"/>
        </a:xfrm>
      </p:grpSpPr>
      <p:sp>
        <p:nvSpPr>
          <p:cNvPr id="603" name="Google Shape;603;p46"/>
          <p:cNvSpPr/>
          <p:nvPr>
            <p:ph idx="2" type="pic"/>
          </p:nvPr>
        </p:nvSpPr>
        <p:spPr>
          <a:xfrm>
            <a:off x="3389600" y="118913"/>
            <a:ext cx="1643700" cy="1535100"/>
          </a:xfrm>
          <a:prstGeom prst="rect">
            <a:avLst/>
          </a:prstGeom>
          <a:noFill/>
          <a:ln>
            <a:noFill/>
          </a:ln>
        </p:spPr>
      </p:sp>
      <p:sp>
        <p:nvSpPr>
          <p:cNvPr id="604" name="Google Shape;604;p46"/>
          <p:cNvSpPr/>
          <p:nvPr>
            <p:ph idx="3" type="pic"/>
          </p:nvPr>
        </p:nvSpPr>
        <p:spPr>
          <a:xfrm>
            <a:off x="5195935" y="118913"/>
            <a:ext cx="1643700" cy="1535100"/>
          </a:xfrm>
          <a:prstGeom prst="rect">
            <a:avLst/>
          </a:prstGeom>
          <a:noFill/>
          <a:ln>
            <a:noFill/>
          </a:ln>
        </p:spPr>
      </p:sp>
      <p:sp>
        <p:nvSpPr>
          <p:cNvPr id="605" name="Google Shape;605;p46"/>
          <p:cNvSpPr/>
          <p:nvPr>
            <p:ph idx="4" type="pic"/>
          </p:nvPr>
        </p:nvSpPr>
        <p:spPr>
          <a:xfrm>
            <a:off x="7002270" y="118913"/>
            <a:ext cx="1643700" cy="1535100"/>
          </a:xfrm>
          <a:prstGeom prst="rect">
            <a:avLst/>
          </a:prstGeom>
          <a:noFill/>
          <a:ln>
            <a:noFill/>
          </a:ln>
        </p:spPr>
      </p:sp>
      <p:sp>
        <p:nvSpPr>
          <p:cNvPr id="606" name="Google Shape;606;p46"/>
          <p:cNvSpPr/>
          <p:nvPr>
            <p:ph idx="5" type="pic"/>
          </p:nvPr>
        </p:nvSpPr>
        <p:spPr>
          <a:xfrm>
            <a:off x="3389588" y="1804212"/>
            <a:ext cx="1643700" cy="1535100"/>
          </a:xfrm>
          <a:prstGeom prst="rect">
            <a:avLst/>
          </a:prstGeom>
          <a:noFill/>
          <a:ln>
            <a:noFill/>
          </a:ln>
        </p:spPr>
      </p:sp>
      <p:sp>
        <p:nvSpPr>
          <p:cNvPr id="607" name="Google Shape;607;p46"/>
          <p:cNvSpPr/>
          <p:nvPr>
            <p:ph idx="6" type="pic"/>
          </p:nvPr>
        </p:nvSpPr>
        <p:spPr>
          <a:xfrm>
            <a:off x="5195922" y="1804212"/>
            <a:ext cx="1643700" cy="1535100"/>
          </a:xfrm>
          <a:prstGeom prst="rect">
            <a:avLst/>
          </a:prstGeom>
          <a:noFill/>
          <a:ln>
            <a:noFill/>
          </a:ln>
        </p:spPr>
      </p:sp>
      <p:sp>
        <p:nvSpPr>
          <p:cNvPr id="608" name="Google Shape;608;p46"/>
          <p:cNvSpPr/>
          <p:nvPr>
            <p:ph idx="7" type="pic"/>
          </p:nvPr>
        </p:nvSpPr>
        <p:spPr>
          <a:xfrm>
            <a:off x="7002257" y="1804212"/>
            <a:ext cx="1643700" cy="1535100"/>
          </a:xfrm>
          <a:prstGeom prst="rect">
            <a:avLst/>
          </a:prstGeom>
          <a:noFill/>
          <a:ln>
            <a:noFill/>
          </a:ln>
        </p:spPr>
      </p:sp>
      <p:sp>
        <p:nvSpPr>
          <p:cNvPr id="609" name="Google Shape;609;p46"/>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p:txBody>
      </p:sp>
      <p:sp>
        <p:nvSpPr>
          <p:cNvPr id="610" name="Google Shape;610;p46"/>
          <p:cNvSpPr/>
          <p:nvPr>
            <p:ph idx="8" type="pic"/>
          </p:nvPr>
        </p:nvSpPr>
        <p:spPr>
          <a:xfrm>
            <a:off x="3389588" y="3489487"/>
            <a:ext cx="1643700" cy="1535100"/>
          </a:xfrm>
          <a:prstGeom prst="rect">
            <a:avLst/>
          </a:prstGeom>
          <a:noFill/>
          <a:ln>
            <a:noFill/>
          </a:ln>
        </p:spPr>
      </p:sp>
      <p:sp>
        <p:nvSpPr>
          <p:cNvPr id="611" name="Google Shape;611;p46"/>
          <p:cNvSpPr/>
          <p:nvPr>
            <p:ph idx="9" type="pic"/>
          </p:nvPr>
        </p:nvSpPr>
        <p:spPr>
          <a:xfrm>
            <a:off x="5195922" y="3489487"/>
            <a:ext cx="1643700" cy="1535100"/>
          </a:xfrm>
          <a:prstGeom prst="rect">
            <a:avLst/>
          </a:prstGeom>
          <a:noFill/>
          <a:ln>
            <a:noFill/>
          </a:ln>
        </p:spPr>
      </p:sp>
      <p:sp>
        <p:nvSpPr>
          <p:cNvPr id="612" name="Google Shape;612;p46"/>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BLANK_3">
    <p:spTree>
      <p:nvGrpSpPr>
        <p:cNvPr id="616" name="Shape 616"/>
        <p:cNvGrpSpPr/>
        <p:nvPr/>
      </p:nvGrpSpPr>
      <p:grpSpPr>
        <a:xfrm>
          <a:off x="0" y="0"/>
          <a:ext cx="0" cy="0"/>
          <a:chOff x="0" y="0"/>
          <a:chExt cx="0" cy="0"/>
        </a:xfrm>
      </p:grpSpPr>
      <p:sp>
        <p:nvSpPr>
          <p:cNvPr id="617" name="Google Shape;617;p48"/>
          <p:cNvSpPr/>
          <p:nvPr/>
        </p:nvSpPr>
        <p:spPr>
          <a:xfrm flipH="1">
            <a:off x="575775" y="282900"/>
            <a:ext cx="6489000" cy="4574400"/>
          </a:xfrm>
          <a:prstGeom prst="round2DiagRect">
            <a:avLst>
              <a:gd fmla="val 6071"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Outfit"/>
              <a:ea typeface="Outfit"/>
              <a:cs typeface="Outfit"/>
              <a:sym typeface="Outfit"/>
            </a:endParaRPr>
          </a:p>
        </p:txBody>
      </p:sp>
      <p:sp>
        <p:nvSpPr>
          <p:cNvPr id="618" name="Google Shape;618;p48"/>
          <p:cNvSpPr/>
          <p:nvPr/>
        </p:nvSpPr>
        <p:spPr>
          <a:xfrm rot="5400000">
            <a:off x="7817600" y="-468900"/>
            <a:ext cx="291000" cy="1794600"/>
          </a:xfrm>
          <a:prstGeom prst="roundRect">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Outfit"/>
              <a:ea typeface="Outfit"/>
              <a:cs typeface="Outfit"/>
              <a:sym typeface="Outfit"/>
            </a:endParaRPr>
          </a:p>
        </p:txBody>
      </p:sp>
      <p:sp>
        <p:nvSpPr>
          <p:cNvPr id="619" name="Google Shape;619;p48"/>
          <p:cNvSpPr/>
          <p:nvPr/>
        </p:nvSpPr>
        <p:spPr>
          <a:xfrm>
            <a:off x="284775" y="282900"/>
            <a:ext cx="291000" cy="4574400"/>
          </a:xfrm>
          <a:prstGeom prst="roundRect">
            <a:avLst>
              <a:gd fmla="val 50000"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Outfit"/>
              <a:ea typeface="Outfit"/>
              <a:cs typeface="Outfit"/>
              <a:sym typeface="Outfit"/>
            </a:endParaRPr>
          </a:p>
        </p:txBody>
      </p:sp>
      <p:sp>
        <p:nvSpPr>
          <p:cNvPr id="620" name="Google Shape;620;p48"/>
          <p:cNvSpPr txBox="1"/>
          <p:nvPr>
            <p:ph idx="1" type="subTitle"/>
          </p:nvPr>
        </p:nvSpPr>
        <p:spPr>
          <a:xfrm>
            <a:off x="1008000" y="4285050"/>
            <a:ext cx="1573800" cy="333300"/>
          </a:xfrm>
          <a:prstGeom prst="rect">
            <a:avLst/>
          </a:prstGeom>
        </p:spPr>
        <p:txBody>
          <a:bodyPr anchorCtr="0" anchor="b" bIns="0" lIns="0" spcFirstLastPara="1" rIns="0" wrap="square" tIns="0">
            <a:noAutofit/>
          </a:bodyPr>
          <a:lstStyle>
            <a:lvl1pPr lvl="0">
              <a:spcBef>
                <a:spcPts val="0"/>
              </a:spcBef>
              <a:spcAft>
                <a:spcPts val="0"/>
              </a:spcAft>
              <a:buSzPts val="800"/>
              <a:buFont typeface="Outfit"/>
              <a:buNone/>
              <a:defRPr sz="800">
                <a:latin typeface="Outfit"/>
                <a:ea typeface="Outfit"/>
                <a:cs typeface="Outfit"/>
                <a:sym typeface="Outfit"/>
              </a:defRPr>
            </a:lvl1pPr>
            <a:lvl2pPr lvl="1">
              <a:spcBef>
                <a:spcPts val="0"/>
              </a:spcBef>
              <a:spcAft>
                <a:spcPts val="0"/>
              </a:spcAft>
              <a:buSzPts val="800"/>
              <a:buFont typeface="Outfit"/>
              <a:buNone/>
              <a:defRPr sz="800">
                <a:latin typeface="Outfit"/>
                <a:ea typeface="Outfit"/>
                <a:cs typeface="Outfit"/>
                <a:sym typeface="Outfit"/>
              </a:defRPr>
            </a:lvl2pPr>
            <a:lvl3pPr lvl="2">
              <a:spcBef>
                <a:spcPts val="0"/>
              </a:spcBef>
              <a:spcAft>
                <a:spcPts val="0"/>
              </a:spcAft>
              <a:buSzPts val="800"/>
              <a:buFont typeface="Outfit"/>
              <a:buNone/>
              <a:defRPr sz="800">
                <a:latin typeface="Outfit"/>
                <a:ea typeface="Outfit"/>
                <a:cs typeface="Outfit"/>
                <a:sym typeface="Outfit"/>
              </a:defRPr>
            </a:lvl3pPr>
            <a:lvl4pPr lvl="3">
              <a:spcBef>
                <a:spcPts val="0"/>
              </a:spcBef>
              <a:spcAft>
                <a:spcPts val="0"/>
              </a:spcAft>
              <a:buSzPts val="800"/>
              <a:buFont typeface="Outfit"/>
              <a:buNone/>
              <a:defRPr sz="800">
                <a:latin typeface="Outfit"/>
                <a:ea typeface="Outfit"/>
                <a:cs typeface="Outfit"/>
                <a:sym typeface="Outfit"/>
              </a:defRPr>
            </a:lvl4pPr>
            <a:lvl5pPr lvl="4">
              <a:spcBef>
                <a:spcPts val="0"/>
              </a:spcBef>
              <a:spcAft>
                <a:spcPts val="0"/>
              </a:spcAft>
              <a:buSzPts val="800"/>
              <a:buFont typeface="Outfit"/>
              <a:buNone/>
              <a:defRPr sz="800">
                <a:latin typeface="Outfit"/>
                <a:ea typeface="Outfit"/>
                <a:cs typeface="Outfit"/>
                <a:sym typeface="Outfit"/>
              </a:defRPr>
            </a:lvl5pPr>
            <a:lvl6pPr lvl="5">
              <a:spcBef>
                <a:spcPts val="0"/>
              </a:spcBef>
              <a:spcAft>
                <a:spcPts val="0"/>
              </a:spcAft>
              <a:buSzPts val="800"/>
              <a:buFont typeface="Outfit"/>
              <a:buNone/>
              <a:defRPr sz="800">
                <a:latin typeface="Outfit"/>
                <a:ea typeface="Outfit"/>
                <a:cs typeface="Outfit"/>
                <a:sym typeface="Outfit"/>
              </a:defRPr>
            </a:lvl6pPr>
            <a:lvl7pPr lvl="6">
              <a:spcBef>
                <a:spcPts val="0"/>
              </a:spcBef>
              <a:spcAft>
                <a:spcPts val="0"/>
              </a:spcAft>
              <a:buSzPts val="800"/>
              <a:buFont typeface="Outfit"/>
              <a:buNone/>
              <a:defRPr sz="800">
                <a:latin typeface="Outfit"/>
                <a:ea typeface="Outfit"/>
                <a:cs typeface="Outfit"/>
                <a:sym typeface="Outfit"/>
              </a:defRPr>
            </a:lvl7pPr>
            <a:lvl8pPr lvl="7">
              <a:spcBef>
                <a:spcPts val="0"/>
              </a:spcBef>
              <a:spcAft>
                <a:spcPts val="0"/>
              </a:spcAft>
              <a:buSzPts val="800"/>
              <a:buFont typeface="Outfit"/>
              <a:buNone/>
              <a:defRPr sz="800">
                <a:latin typeface="Outfit"/>
                <a:ea typeface="Outfit"/>
                <a:cs typeface="Outfit"/>
                <a:sym typeface="Outfit"/>
              </a:defRPr>
            </a:lvl8pPr>
            <a:lvl9pPr lvl="8">
              <a:spcBef>
                <a:spcPts val="0"/>
              </a:spcBef>
              <a:spcAft>
                <a:spcPts val="0"/>
              </a:spcAft>
              <a:buSzPts val="800"/>
              <a:buFont typeface="Outfit"/>
              <a:buNone/>
              <a:defRPr sz="800">
                <a:latin typeface="Outfit"/>
                <a:ea typeface="Outfit"/>
                <a:cs typeface="Outfit"/>
                <a:sym typeface="Outfit"/>
              </a:defRPr>
            </a:lvl9pPr>
          </a:lstStyle>
          <a:p/>
        </p:txBody>
      </p:sp>
      <p:sp>
        <p:nvSpPr>
          <p:cNvPr id="621" name="Google Shape;621;p48"/>
          <p:cNvSpPr txBox="1"/>
          <p:nvPr>
            <p:ph type="title"/>
          </p:nvPr>
        </p:nvSpPr>
        <p:spPr>
          <a:xfrm>
            <a:off x="1008000" y="587700"/>
            <a:ext cx="4957200" cy="1223400"/>
          </a:xfrm>
          <a:prstGeom prst="rect">
            <a:avLst/>
          </a:prstGeom>
        </p:spPr>
        <p:txBody>
          <a:bodyPr anchorCtr="0" anchor="t"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622" name="Google Shape;622;p48"/>
          <p:cNvSpPr/>
          <p:nvPr>
            <p:ph idx="2" type="pic"/>
          </p:nvPr>
        </p:nvSpPr>
        <p:spPr>
          <a:xfrm>
            <a:off x="7064850" y="575175"/>
            <a:ext cx="1794600" cy="4283100"/>
          </a:xfrm>
          <a:prstGeom prst="roundRect">
            <a:avLst>
              <a:gd fmla="val 16555" name="adj"/>
            </a:avLst>
          </a:prstGeom>
          <a:noFill/>
          <a:ln>
            <a:noFill/>
          </a:ln>
        </p:spPr>
      </p:sp>
      <p:sp>
        <p:nvSpPr>
          <p:cNvPr id="623" name="Google Shape;623;p48"/>
          <p:cNvSpPr txBox="1"/>
          <p:nvPr>
            <p:ph idx="3" type="subTitle"/>
          </p:nvPr>
        </p:nvSpPr>
        <p:spPr>
          <a:xfrm>
            <a:off x="3178225" y="4285050"/>
            <a:ext cx="1573800" cy="3333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800"/>
              <a:buFont typeface="Outfit"/>
              <a:buNone/>
              <a:defRPr sz="800">
                <a:latin typeface="Outfit"/>
                <a:ea typeface="Outfit"/>
                <a:cs typeface="Outfit"/>
                <a:sym typeface="Outfit"/>
              </a:defRPr>
            </a:lvl1pPr>
            <a:lvl2pPr lvl="1">
              <a:spcBef>
                <a:spcPts val="0"/>
              </a:spcBef>
              <a:spcAft>
                <a:spcPts val="0"/>
              </a:spcAft>
              <a:buClr>
                <a:schemeClr val="lt1"/>
              </a:buClr>
              <a:buSzPts val="800"/>
              <a:buFont typeface="Outfit"/>
              <a:buNone/>
              <a:defRPr sz="800">
                <a:latin typeface="Outfit"/>
                <a:ea typeface="Outfit"/>
                <a:cs typeface="Outfit"/>
                <a:sym typeface="Outfit"/>
              </a:defRPr>
            </a:lvl2pPr>
            <a:lvl3pPr lvl="2">
              <a:spcBef>
                <a:spcPts val="0"/>
              </a:spcBef>
              <a:spcAft>
                <a:spcPts val="0"/>
              </a:spcAft>
              <a:buClr>
                <a:schemeClr val="lt1"/>
              </a:buClr>
              <a:buSzPts val="800"/>
              <a:buFont typeface="Outfit"/>
              <a:buNone/>
              <a:defRPr sz="800">
                <a:latin typeface="Outfit"/>
                <a:ea typeface="Outfit"/>
                <a:cs typeface="Outfit"/>
                <a:sym typeface="Outfit"/>
              </a:defRPr>
            </a:lvl3pPr>
            <a:lvl4pPr lvl="3">
              <a:spcBef>
                <a:spcPts val="0"/>
              </a:spcBef>
              <a:spcAft>
                <a:spcPts val="0"/>
              </a:spcAft>
              <a:buClr>
                <a:schemeClr val="lt1"/>
              </a:buClr>
              <a:buSzPts val="800"/>
              <a:buFont typeface="Outfit"/>
              <a:buNone/>
              <a:defRPr sz="800">
                <a:latin typeface="Outfit"/>
                <a:ea typeface="Outfit"/>
                <a:cs typeface="Outfit"/>
                <a:sym typeface="Outfit"/>
              </a:defRPr>
            </a:lvl4pPr>
            <a:lvl5pPr lvl="4">
              <a:spcBef>
                <a:spcPts val="0"/>
              </a:spcBef>
              <a:spcAft>
                <a:spcPts val="0"/>
              </a:spcAft>
              <a:buClr>
                <a:schemeClr val="lt1"/>
              </a:buClr>
              <a:buSzPts val="800"/>
              <a:buFont typeface="Outfit"/>
              <a:buNone/>
              <a:defRPr sz="800">
                <a:latin typeface="Outfit"/>
                <a:ea typeface="Outfit"/>
                <a:cs typeface="Outfit"/>
                <a:sym typeface="Outfit"/>
              </a:defRPr>
            </a:lvl5pPr>
            <a:lvl6pPr lvl="5">
              <a:spcBef>
                <a:spcPts val="0"/>
              </a:spcBef>
              <a:spcAft>
                <a:spcPts val="0"/>
              </a:spcAft>
              <a:buClr>
                <a:schemeClr val="lt1"/>
              </a:buClr>
              <a:buSzPts val="800"/>
              <a:buFont typeface="Outfit"/>
              <a:buNone/>
              <a:defRPr sz="800">
                <a:latin typeface="Outfit"/>
                <a:ea typeface="Outfit"/>
                <a:cs typeface="Outfit"/>
                <a:sym typeface="Outfit"/>
              </a:defRPr>
            </a:lvl6pPr>
            <a:lvl7pPr lvl="6">
              <a:spcBef>
                <a:spcPts val="0"/>
              </a:spcBef>
              <a:spcAft>
                <a:spcPts val="0"/>
              </a:spcAft>
              <a:buClr>
                <a:schemeClr val="lt1"/>
              </a:buClr>
              <a:buSzPts val="800"/>
              <a:buFont typeface="Outfit"/>
              <a:buNone/>
              <a:defRPr sz="800">
                <a:latin typeface="Outfit"/>
                <a:ea typeface="Outfit"/>
                <a:cs typeface="Outfit"/>
                <a:sym typeface="Outfit"/>
              </a:defRPr>
            </a:lvl7pPr>
            <a:lvl8pPr lvl="7">
              <a:spcBef>
                <a:spcPts val="0"/>
              </a:spcBef>
              <a:spcAft>
                <a:spcPts val="0"/>
              </a:spcAft>
              <a:buClr>
                <a:schemeClr val="lt1"/>
              </a:buClr>
              <a:buSzPts val="800"/>
              <a:buFont typeface="Outfit"/>
              <a:buNone/>
              <a:defRPr sz="800">
                <a:latin typeface="Outfit"/>
                <a:ea typeface="Outfit"/>
                <a:cs typeface="Outfit"/>
                <a:sym typeface="Outfit"/>
              </a:defRPr>
            </a:lvl8pPr>
            <a:lvl9pPr lvl="8">
              <a:spcBef>
                <a:spcPts val="0"/>
              </a:spcBef>
              <a:spcAft>
                <a:spcPts val="0"/>
              </a:spcAft>
              <a:buClr>
                <a:schemeClr val="lt1"/>
              </a:buClr>
              <a:buSzPts val="800"/>
              <a:buFont typeface="Outfit"/>
              <a:buNone/>
              <a:defRPr sz="800">
                <a:latin typeface="Outfit"/>
                <a:ea typeface="Outfit"/>
                <a:cs typeface="Outfit"/>
                <a:sym typeface="Outfit"/>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1">
  <p:cSld name="BLANK_1_1_1_1">
    <p:spTree>
      <p:nvGrpSpPr>
        <p:cNvPr id="624" name="Shape 624"/>
        <p:cNvGrpSpPr/>
        <p:nvPr/>
      </p:nvGrpSpPr>
      <p:grpSpPr>
        <a:xfrm>
          <a:off x="0" y="0"/>
          <a:ext cx="0" cy="0"/>
          <a:chOff x="0" y="0"/>
          <a:chExt cx="0" cy="0"/>
        </a:xfrm>
      </p:grpSpPr>
      <p:sp>
        <p:nvSpPr>
          <p:cNvPr id="625" name="Google Shape;625;p49"/>
          <p:cNvSpPr txBox="1"/>
          <p:nvPr>
            <p:ph type="title"/>
          </p:nvPr>
        </p:nvSpPr>
        <p:spPr>
          <a:xfrm>
            <a:off x="1731400" y="282900"/>
            <a:ext cx="7128000" cy="11169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626" name="Google Shape;626;p49"/>
          <p:cNvSpPr txBox="1"/>
          <p:nvPr>
            <p:ph idx="1" type="subTitle"/>
          </p:nvPr>
        </p:nvSpPr>
        <p:spPr>
          <a:xfrm>
            <a:off x="284798" y="282900"/>
            <a:ext cx="1207200" cy="368100"/>
          </a:xfrm>
          <a:prstGeom prst="rect">
            <a:avLst/>
          </a:prstGeom>
        </p:spPr>
        <p:txBody>
          <a:bodyPr anchorCtr="0" anchor="ctr" bIns="0" lIns="0" spcFirstLastPara="1" rIns="0" wrap="square" tIns="0">
            <a:noAutofit/>
          </a:bodyPr>
          <a:lstStyle>
            <a:lvl1pPr lvl="0" algn="ctr">
              <a:lnSpc>
                <a:spcPct val="115000"/>
              </a:lnSpc>
              <a:spcBef>
                <a:spcPts val="0"/>
              </a:spcBef>
              <a:spcAft>
                <a:spcPts val="0"/>
              </a:spcAft>
              <a:buNone/>
              <a:defRPr sz="800"/>
            </a:lvl1pPr>
            <a:lvl2pPr lvl="1" algn="ctr">
              <a:spcBef>
                <a:spcPts val="0"/>
              </a:spcBef>
              <a:spcAft>
                <a:spcPts val="0"/>
              </a:spcAft>
              <a:buClr>
                <a:schemeClr val="lt1"/>
              </a:buClr>
              <a:buSzPts val="800"/>
              <a:buNone/>
              <a:defRPr sz="800"/>
            </a:lvl2pPr>
            <a:lvl3pPr lvl="2" algn="ctr">
              <a:spcBef>
                <a:spcPts val="0"/>
              </a:spcBef>
              <a:spcAft>
                <a:spcPts val="0"/>
              </a:spcAft>
              <a:buClr>
                <a:schemeClr val="lt1"/>
              </a:buClr>
              <a:buSzPts val="800"/>
              <a:buNone/>
              <a:defRPr sz="800"/>
            </a:lvl3pPr>
            <a:lvl4pPr lvl="3" algn="ctr">
              <a:spcBef>
                <a:spcPts val="0"/>
              </a:spcBef>
              <a:spcAft>
                <a:spcPts val="0"/>
              </a:spcAft>
              <a:buClr>
                <a:schemeClr val="lt1"/>
              </a:buClr>
              <a:buSzPts val="800"/>
              <a:buNone/>
              <a:defRPr sz="800"/>
            </a:lvl4pPr>
            <a:lvl5pPr lvl="4" algn="ctr">
              <a:spcBef>
                <a:spcPts val="0"/>
              </a:spcBef>
              <a:spcAft>
                <a:spcPts val="0"/>
              </a:spcAft>
              <a:buClr>
                <a:schemeClr val="lt1"/>
              </a:buClr>
              <a:buSzPts val="800"/>
              <a:buNone/>
              <a:defRPr sz="800"/>
            </a:lvl5pPr>
            <a:lvl6pPr lvl="5" algn="ctr">
              <a:spcBef>
                <a:spcPts val="0"/>
              </a:spcBef>
              <a:spcAft>
                <a:spcPts val="0"/>
              </a:spcAft>
              <a:buClr>
                <a:schemeClr val="lt1"/>
              </a:buClr>
              <a:buSzPts val="800"/>
              <a:buNone/>
              <a:defRPr sz="800"/>
            </a:lvl6pPr>
            <a:lvl7pPr lvl="6" algn="ctr">
              <a:spcBef>
                <a:spcPts val="0"/>
              </a:spcBef>
              <a:spcAft>
                <a:spcPts val="0"/>
              </a:spcAft>
              <a:buClr>
                <a:schemeClr val="lt1"/>
              </a:buClr>
              <a:buSzPts val="800"/>
              <a:buNone/>
              <a:defRPr sz="800"/>
            </a:lvl7pPr>
            <a:lvl8pPr lvl="7" algn="ctr">
              <a:spcBef>
                <a:spcPts val="0"/>
              </a:spcBef>
              <a:spcAft>
                <a:spcPts val="0"/>
              </a:spcAft>
              <a:buClr>
                <a:schemeClr val="lt1"/>
              </a:buClr>
              <a:buSzPts val="800"/>
              <a:buNone/>
              <a:defRPr sz="800"/>
            </a:lvl8pPr>
            <a:lvl9pPr lvl="8" algn="ctr">
              <a:spcBef>
                <a:spcPts val="0"/>
              </a:spcBef>
              <a:spcAft>
                <a:spcPts val="0"/>
              </a:spcAft>
              <a:buClr>
                <a:schemeClr val="lt1"/>
              </a:buClr>
              <a:buSzPts val="800"/>
              <a:buNone/>
              <a:defRPr sz="800"/>
            </a:lvl9pPr>
          </a:lstStyle>
          <a:p/>
        </p:txBody>
      </p:sp>
      <p:sp>
        <p:nvSpPr>
          <p:cNvPr id="627" name="Google Shape;627;p49"/>
          <p:cNvSpPr txBox="1"/>
          <p:nvPr>
            <p:ph idx="2"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628" name="Google Shape;628;p49"/>
          <p:cNvSpPr txBox="1"/>
          <p:nvPr>
            <p:ph idx="3"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p:cSld name="BLANK_1_1_1_1_3">
    <p:spTree>
      <p:nvGrpSpPr>
        <p:cNvPr id="629" name="Shape 629"/>
        <p:cNvGrpSpPr/>
        <p:nvPr/>
      </p:nvGrpSpPr>
      <p:grpSpPr>
        <a:xfrm>
          <a:off x="0" y="0"/>
          <a:ext cx="0" cy="0"/>
          <a:chOff x="0" y="0"/>
          <a:chExt cx="0" cy="0"/>
        </a:xfrm>
      </p:grpSpPr>
      <p:sp>
        <p:nvSpPr>
          <p:cNvPr id="630" name="Google Shape;630;p50"/>
          <p:cNvSpPr txBox="1"/>
          <p:nvPr>
            <p:ph type="title"/>
          </p:nvPr>
        </p:nvSpPr>
        <p:spPr>
          <a:xfrm>
            <a:off x="284775" y="282900"/>
            <a:ext cx="7128000" cy="11169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631" name="Google Shape;631;p50"/>
          <p:cNvSpPr txBox="1"/>
          <p:nvPr>
            <p:ph idx="1"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632" name="Google Shape;632;p50"/>
          <p:cNvSpPr txBox="1"/>
          <p:nvPr>
            <p:ph idx="2"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Alt 2">
  <p:cSld name="BLANK_1_1_1_1_1_1_1_3">
    <p:spTree>
      <p:nvGrpSpPr>
        <p:cNvPr id="633" name="Shape 633"/>
        <p:cNvGrpSpPr/>
        <p:nvPr/>
      </p:nvGrpSpPr>
      <p:grpSpPr>
        <a:xfrm>
          <a:off x="0" y="0"/>
          <a:ext cx="0" cy="0"/>
          <a:chOff x="0" y="0"/>
          <a:chExt cx="0" cy="0"/>
        </a:xfrm>
      </p:grpSpPr>
      <p:sp>
        <p:nvSpPr>
          <p:cNvPr id="634" name="Google Shape;634;p51"/>
          <p:cNvSpPr/>
          <p:nvPr/>
        </p:nvSpPr>
        <p:spPr>
          <a:xfrm flipH="1">
            <a:off x="575775" y="282900"/>
            <a:ext cx="8283600" cy="4574400"/>
          </a:xfrm>
          <a:prstGeom prst="round2DiagRect">
            <a:avLst>
              <a:gd fmla="val 6071"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Outfit"/>
              <a:ea typeface="Outfit"/>
              <a:cs typeface="Outfit"/>
              <a:sym typeface="Outfit"/>
            </a:endParaRPr>
          </a:p>
        </p:txBody>
      </p:sp>
      <p:sp>
        <p:nvSpPr>
          <p:cNvPr id="635" name="Google Shape;635;p51"/>
          <p:cNvSpPr txBox="1"/>
          <p:nvPr>
            <p:ph type="title"/>
          </p:nvPr>
        </p:nvSpPr>
        <p:spPr>
          <a:xfrm>
            <a:off x="779100" y="282900"/>
            <a:ext cx="4234800" cy="45744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636" name="Google Shape;636;p51"/>
          <p:cNvSpPr/>
          <p:nvPr/>
        </p:nvSpPr>
        <p:spPr>
          <a:xfrm>
            <a:off x="284775" y="282900"/>
            <a:ext cx="291000" cy="4574400"/>
          </a:xfrm>
          <a:prstGeom prst="roundRect">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Outfit"/>
              <a:ea typeface="Outfit"/>
              <a:cs typeface="Outfit"/>
              <a:sym typeface="Outfit"/>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Alt 2">
  <p:cSld name="BLANK_1_1_1_1_1_1_1_1_1_1_3">
    <p:bg>
      <p:bgPr>
        <a:solidFill>
          <a:schemeClr val="lt2"/>
        </a:solidFill>
      </p:bgPr>
    </p:bg>
    <p:spTree>
      <p:nvGrpSpPr>
        <p:cNvPr id="637" name="Shape 637"/>
        <p:cNvGrpSpPr/>
        <p:nvPr/>
      </p:nvGrpSpPr>
      <p:grpSpPr>
        <a:xfrm>
          <a:off x="0" y="0"/>
          <a:ext cx="0" cy="0"/>
          <a:chOff x="0" y="0"/>
          <a:chExt cx="0" cy="0"/>
        </a:xfrm>
      </p:grpSpPr>
      <p:sp>
        <p:nvSpPr>
          <p:cNvPr id="638" name="Google Shape;638;p52"/>
          <p:cNvSpPr txBox="1"/>
          <p:nvPr>
            <p:ph idx="1" type="subTitle"/>
          </p:nvPr>
        </p:nvSpPr>
        <p:spPr>
          <a:xfrm>
            <a:off x="284798" y="282900"/>
            <a:ext cx="1207200" cy="368100"/>
          </a:xfrm>
          <a:prstGeom prst="rect">
            <a:avLst/>
          </a:prstGeom>
        </p:spPr>
        <p:txBody>
          <a:bodyPr anchorCtr="0" anchor="ctr" bIns="0" lIns="0" spcFirstLastPara="1" rIns="0" wrap="square" tIns="0">
            <a:noAutofit/>
          </a:bodyPr>
          <a:lstStyle>
            <a:lvl1pPr lvl="0" algn="ctr">
              <a:lnSpc>
                <a:spcPct val="115000"/>
              </a:lnSpc>
              <a:spcBef>
                <a:spcPts val="0"/>
              </a:spcBef>
              <a:spcAft>
                <a:spcPts val="0"/>
              </a:spcAft>
              <a:buNone/>
              <a:defRPr sz="800"/>
            </a:lvl1pPr>
            <a:lvl2pPr lvl="1" algn="ctr">
              <a:spcBef>
                <a:spcPts val="0"/>
              </a:spcBef>
              <a:spcAft>
                <a:spcPts val="0"/>
              </a:spcAft>
              <a:buClr>
                <a:schemeClr val="lt1"/>
              </a:buClr>
              <a:buSzPts val="800"/>
              <a:buNone/>
              <a:defRPr sz="800"/>
            </a:lvl2pPr>
            <a:lvl3pPr lvl="2" algn="ctr">
              <a:spcBef>
                <a:spcPts val="0"/>
              </a:spcBef>
              <a:spcAft>
                <a:spcPts val="0"/>
              </a:spcAft>
              <a:buClr>
                <a:schemeClr val="lt1"/>
              </a:buClr>
              <a:buSzPts val="800"/>
              <a:buNone/>
              <a:defRPr sz="800"/>
            </a:lvl3pPr>
            <a:lvl4pPr lvl="3" algn="ctr">
              <a:spcBef>
                <a:spcPts val="0"/>
              </a:spcBef>
              <a:spcAft>
                <a:spcPts val="0"/>
              </a:spcAft>
              <a:buClr>
                <a:schemeClr val="lt1"/>
              </a:buClr>
              <a:buSzPts val="800"/>
              <a:buNone/>
              <a:defRPr sz="800"/>
            </a:lvl4pPr>
            <a:lvl5pPr lvl="4" algn="ctr">
              <a:spcBef>
                <a:spcPts val="0"/>
              </a:spcBef>
              <a:spcAft>
                <a:spcPts val="0"/>
              </a:spcAft>
              <a:buClr>
                <a:schemeClr val="lt1"/>
              </a:buClr>
              <a:buSzPts val="800"/>
              <a:buNone/>
              <a:defRPr sz="800"/>
            </a:lvl5pPr>
            <a:lvl6pPr lvl="5" algn="ctr">
              <a:spcBef>
                <a:spcPts val="0"/>
              </a:spcBef>
              <a:spcAft>
                <a:spcPts val="0"/>
              </a:spcAft>
              <a:buClr>
                <a:schemeClr val="lt1"/>
              </a:buClr>
              <a:buSzPts val="800"/>
              <a:buNone/>
              <a:defRPr sz="800"/>
            </a:lvl6pPr>
            <a:lvl7pPr lvl="6" algn="ctr">
              <a:spcBef>
                <a:spcPts val="0"/>
              </a:spcBef>
              <a:spcAft>
                <a:spcPts val="0"/>
              </a:spcAft>
              <a:buClr>
                <a:schemeClr val="lt1"/>
              </a:buClr>
              <a:buSzPts val="800"/>
              <a:buNone/>
              <a:defRPr sz="800"/>
            </a:lvl7pPr>
            <a:lvl8pPr lvl="7" algn="ctr">
              <a:spcBef>
                <a:spcPts val="0"/>
              </a:spcBef>
              <a:spcAft>
                <a:spcPts val="0"/>
              </a:spcAft>
              <a:buClr>
                <a:schemeClr val="lt1"/>
              </a:buClr>
              <a:buSzPts val="800"/>
              <a:buNone/>
              <a:defRPr sz="800"/>
            </a:lvl8pPr>
            <a:lvl9pPr lvl="8" algn="ctr">
              <a:spcBef>
                <a:spcPts val="0"/>
              </a:spcBef>
              <a:spcAft>
                <a:spcPts val="0"/>
              </a:spcAft>
              <a:buClr>
                <a:schemeClr val="lt1"/>
              </a:buClr>
              <a:buSzPts val="800"/>
              <a:buNone/>
              <a:defRPr sz="800"/>
            </a:lvl9pPr>
          </a:lstStyle>
          <a:p/>
        </p:txBody>
      </p:sp>
      <p:sp>
        <p:nvSpPr>
          <p:cNvPr id="639" name="Google Shape;639;p52"/>
          <p:cNvSpPr txBox="1"/>
          <p:nvPr>
            <p:ph idx="2"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640" name="Google Shape;640;p52"/>
          <p:cNvSpPr txBox="1"/>
          <p:nvPr>
            <p:ph idx="3"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
    <p:bg>
      <p:bgPr>
        <a:solidFill>
          <a:schemeClr val="lt2"/>
        </a:solidFill>
      </p:bgPr>
    </p:bg>
    <p:spTree>
      <p:nvGrpSpPr>
        <p:cNvPr id="641" name="Shape 641"/>
        <p:cNvGrpSpPr/>
        <p:nvPr/>
      </p:nvGrpSpPr>
      <p:grpSpPr>
        <a:xfrm>
          <a:off x="0" y="0"/>
          <a:ext cx="0" cy="0"/>
          <a:chOff x="0" y="0"/>
          <a:chExt cx="0" cy="0"/>
        </a:xfrm>
      </p:grpSpPr>
      <p:sp>
        <p:nvSpPr>
          <p:cNvPr id="642" name="Google Shape;642;p53"/>
          <p:cNvSpPr txBox="1"/>
          <p:nvPr>
            <p:ph type="title"/>
          </p:nvPr>
        </p:nvSpPr>
        <p:spPr>
          <a:xfrm>
            <a:off x="284775" y="282900"/>
            <a:ext cx="2787300" cy="11169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643" name="Google Shape;643;p53"/>
          <p:cNvSpPr txBox="1"/>
          <p:nvPr>
            <p:ph idx="1" type="subTitle"/>
          </p:nvPr>
        </p:nvSpPr>
        <p:spPr>
          <a:xfrm>
            <a:off x="3348525" y="794925"/>
            <a:ext cx="2460000" cy="4527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1800"/>
            </a:lvl1pPr>
            <a:lvl2pPr lvl="1">
              <a:spcBef>
                <a:spcPts val="0"/>
              </a:spcBef>
              <a:spcAft>
                <a:spcPts val="0"/>
              </a:spcAft>
              <a:buSzPts val="1500"/>
              <a:buNone/>
              <a:defRPr sz="1500"/>
            </a:lvl2pPr>
            <a:lvl3pPr lvl="2">
              <a:spcBef>
                <a:spcPts val="0"/>
              </a:spcBef>
              <a:spcAft>
                <a:spcPts val="0"/>
              </a:spcAft>
              <a:buSzPts val="1500"/>
              <a:buNone/>
              <a:defRPr sz="1500"/>
            </a:lvl3pPr>
            <a:lvl4pPr lvl="3">
              <a:spcBef>
                <a:spcPts val="0"/>
              </a:spcBef>
              <a:spcAft>
                <a:spcPts val="0"/>
              </a:spcAft>
              <a:buSzPts val="1500"/>
              <a:buNone/>
              <a:defRPr sz="1500"/>
            </a:lvl4pPr>
            <a:lvl5pPr lvl="4">
              <a:spcBef>
                <a:spcPts val="0"/>
              </a:spcBef>
              <a:spcAft>
                <a:spcPts val="0"/>
              </a:spcAft>
              <a:buSzPts val="1500"/>
              <a:buNone/>
              <a:defRPr sz="1500"/>
            </a:lvl5pPr>
            <a:lvl6pPr lvl="5">
              <a:spcBef>
                <a:spcPts val="0"/>
              </a:spcBef>
              <a:spcAft>
                <a:spcPts val="0"/>
              </a:spcAft>
              <a:buSzPts val="1500"/>
              <a:buNone/>
              <a:defRPr sz="1500"/>
            </a:lvl6pPr>
            <a:lvl7pPr lvl="6">
              <a:spcBef>
                <a:spcPts val="0"/>
              </a:spcBef>
              <a:spcAft>
                <a:spcPts val="0"/>
              </a:spcAft>
              <a:buSzPts val="1500"/>
              <a:buNone/>
              <a:defRPr sz="1500"/>
            </a:lvl7pPr>
            <a:lvl8pPr lvl="7">
              <a:spcBef>
                <a:spcPts val="0"/>
              </a:spcBef>
              <a:spcAft>
                <a:spcPts val="0"/>
              </a:spcAft>
              <a:buSzPts val="1500"/>
              <a:buNone/>
              <a:defRPr sz="1500"/>
            </a:lvl8pPr>
            <a:lvl9pPr lvl="8">
              <a:spcBef>
                <a:spcPts val="0"/>
              </a:spcBef>
              <a:spcAft>
                <a:spcPts val="0"/>
              </a:spcAft>
              <a:buSzPts val="1500"/>
              <a:buNone/>
              <a:defRPr sz="1500"/>
            </a:lvl9pPr>
          </a:lstStyle>
          <a:p/>
        </p:txBody>
      </p:sp>
      <p:sp>
        <p:nvSpPr>
          <p:cNvPr id="644" name="Google Shape;644;p53"/>
          <p:cNvSpPr txBox="1"/>
          <p:nvPr>
            <p:ph idx="2" type="subTitle"/>
          </p:nvPr>
        </p:nvSpPr>
        <p:spPr>
          <a:xfrm>
            <a:off x="6242100" y="794925"/>
            <a:ext cx="2460000" cy="4527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1800"/>
            </a:lvl1pPr>
            <a:lvl2pPr lvl="1">
              <a:spcBef>
                <a:spcPts val="0"/>
              </a:spcBef>
              <a:spcAft>
                <a:spcPts val="0"/>
              </a:spcAft>
              <a:buClr>
                <a:schemeClr val="lt1"/>
              </a:buClr>
              <a:buSzPts val="1500"/>
              <a:buNone/>
              <a:defRPr sz="1500"/>
            </a:lvl2pPr>
            <a:lvl3pPr lvl="2">
              <a:spcBef>
                <a:spcPts val="0"/>
              </a:spcBef>
              <a:spcAft>
                <a:spcPts val="0"/>
              </a:spcAft>
              <a:buClr>
                <a:schemeClr val="lt1"/>
              </a:buClr>
              <a:buSzPts val="1500"/>
              <a:buNone/>
              <a:defRPr sz="1500"/>
            </a:lvl3pPr>
            <a:lvl4pPr lvl="3">
              <a:spcBef>
                <a:spcPts val="0"/>
              </a:spcBef>
              <a:spcAft>
                <a:spcPts val="0"/>
              </a:spcAft>
              <a:buClr>
                <a:schemeClr val="lt1"/>
              </a:buClr>
              <a:buSzPts val="1500"/>
              <a:buNone/>
              <a:defRPr sz="1500"/>
            </a:lvl4pPr>
            <a:lvl5pPr lvl="4">
              <a:spcBef>
                <a:spcPts val="0"/>
              </a:spcBef>
              <a:spcAft>
                <a:spcPts val="0"/>
              </a:spcAft>
              <a:buClr>
                <a:schemeClr val="lt1"/>
              </a:buClr>
              <a:buSzPts val="1500"/>
              <a:buNone/>
              <a:defRPr sz="1500"/>
            </a:lvl5pPr>
            <a:lvl6pPr lvl="5">
              <a:spcBef>
                <a:spcPts val="0"/>
              </a:spcBef>
              <a:spcAft>
                <a:spcPts val="0"/>
              </a:spcAft>
              <a:buClr>
                <a:schemeClr val="lt1"/>
              </a:buClr>
              <a:buSzPts val="1500"/>
              <a:buNone/>
              <a:defRPr sz="1500"/>
            </a:lvl6pPr>
            <a:lvl7pPr lvl="6">
              <a:spcBef>
                <a:spcPts val="0"/>
              </a:spcBef>
              <a:spcAft>
                <a:spcPts val="0"/>
              </a:spcAft>
              <a:buClr>
                <a:schemeClr val="lt1"/>
              </a:buClr>
              <a:buSzPts val="1500"/>
              <a:buNone/>
              <a:defRPr sz="1500"/>
            </a:lvl7pPr>
            <a:lvl8pPr lvl="7">
              <a:spcBef>
                <a:spcPts val="0"/>
              </a:spcBef>
              <a:spcAft>
                <a:spcPts val="0"/>
              </a:spcAft>
              <a:buClr>
                <a:schemeClr val="lt1"/>
              </a:buClr>
              <a:buSzPts val="1500"/>
              <a:buNone/>
              <a:defRPr sz="1500"/>
            </a:lvl8pPr>
            <a:lvl9pPr lvl="8">
              <a:spcBef>
                <a:spcPts val="0"/>
              </a:spcBef>
              <a:spcAft>
                <a:spcPts val="0"/>
              </a:spcAft>
              <a:buClr>
                <a:schemeClr val="lt1"/>
              </a:buClr>
              <a:buSzPts val="1500"/>
              <a:buNone/>
              <a:defRPr sz="1500"/>
            </a:lvl9pPr>
          </a:lstStyle>
          <a:p/>
        </p:txBody>
      </p:sp>
      <p:sp>
        <p:nvSpPr>
          <p:cNvPr id="645" name="Google Shape;645;p53"/>
          <p:cNvSpPr txBox="1"/>
          <p:nvPr>
            <p:ph idx="3" type="subTitle"/>
          </p:nvPr>
        </p:nvSpPr>
        <p:spPr>
          <a:xfrm>
            <a:off x="3348525" y="1911900"/>
            <a:ext cx="2460000" cy="4527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1800"/>
            </a:lvl1pPr>
            <a:lvl2pPr lvl="1">
              <a:spcBef>
                <a:spcPts val="0"/>
              </a:spcBef>
              <a:spcAft>
                <a:spcPts val="0"/>
              </a:spcAft>
              <a:buClr>
                <a:schemeClr val="lt1"/>
              </a:buClr>
              <a:buSzPts val="1500"/>
              <a:buNone/>
              <a:defRPr sz="1500"/>
            </a:lvl2pPr>
            <a:lvl3pPr lvl="2">
              <a:spcBef>
                <a:spcPts val="0"/>
              </a:spcBef>
              <a:spcAft>
                <a:spcPts val="0"/>
              </a:spcAft>
              <a:buClr>
                <a:schemeClr val="lt1"/>
              </a:buClr>
              <a:buSzPts val="1500"/>
              <a:buNone/>
              <a:defRPr sz="1500"/>
            </a:lvl3pPr>
            <a:lvl4pPr lvl="3">
              <a:spcBef>
                <a:spcPts val="0"/>
              </a:spcBef>
              <a:spcAft>
                <a:spcPts val="0"/>
              </a:spcAft>
              <a:buClr>
                <a:schemeClr val="lt1"/>
              </a:buClr>
              <a:buSzPts val="1500"/>
              <a:buNone/>
              <a:defRPr sz="1500"/>
            </a:lvl4pPr>
            <a:lvl5pPr lvl="4">
              <a:spcBef>
                <a:spcPts val="0"/>
              </a:spcBef>
              <a:spcAft>
                <a:spcPts val="0"/>
              </a:spcAft>
              <a:buClr>
                <a:schemeClr val="lt1"/>
              </a:buClr>
              <a:buSzPts val="1500"/>
              <a:buNone/>
              <a:defRPr sz="1500"/>
            </a:lvl5pPr>
            <a:lvl6pPr lvl="5">
              <a:spcBef>
                <a:spcPts val="0"/>
              </a:spcBef>
              <a:spcAft>
                <a:spcPts val="0"/>
              </a:spcAft>
              <a:buClr>
                <a:schemeClr val="lt1"/>
              </a:buClr>
              <a:buSzPts val="1500"/>
              <a:buNone/>
              <a:defRPr sz="1500"/>
            </a:lvl6pPr>
            <a:lvl7pPr lvl="6">
              <a:spcBef>
                <a:spcPts val="0"/>
              </a:spcBef>
              <a:spcAft>
                <a:spcPts val="0"/>
              </a:spcAft>
              <a:buClr>
                <a:schemeClr val="lt1"/>
              </a:buClr>
              <a:buSzPts val="1500"/>
              <a:buNone/>
              <a:defRPr sz="1500"/>
            </a:lvl7pPr>
            <a:lvl8pPr lvl="7">
              <a:spcBef>
                <a:spcPts val="0"/>
              </a:spcBef>
              <a:spcAft>
                <a:spcPts val="0"/>
              </a:spcAft>
              <a:buClr>
                <a:schemeClr val="lt1"/>
              </a:buClr>
              <a:buSzPts val="1500"/>
              <a:buNone/>
              <a:defRPr sz="1500"/>
            </a:lvl8pPr>
            <a:lvl9pPr lvl="8">
              <a:spcBef>
                <a:spcPts val="0"/>
              </a:spcBef>
              <a:spcAft>
                <a:spcPts val="0"/>
              </a:spcAft>
              <a:buClr>
                <a:schemeClr val="lt1"/>
              </a:buClr>
              <a:buSzPts val="1500"/>
              <a:buNone/>
              <a:defRPr sz="1500"/>
            </a:lvl9pPr>
          </a:lstStyle>
          <a:p/>
        </p:txBody>
      </p:sp>
      <p:sp>
        <p:nvSpPr>
          <p:cNvPr id="646" name="Google Shape;646;p53"/>
          <p:cNvSpPr txBox="1"/>
          <p:nvPr>
            <p:ph idx="4" type="subTitle"/>
          </p:nvPr>
        </p:nvSpPr>
        <p:spPr>
          <a:xfrm>
            <a:off x="6242100" y="1911900"/>
            <a:ext cx="2460000" cy="4527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1800"/>
            </a:lvl1pPr>
            <a:lvl2pPr lvl="1">
              <a:spcBef>
                <a:spcPts val="0"/>
              </a:spcBef>
              <a:spcAft>
                <a:spcPts val="0"/>
              </a:spcAft>
              <a:buClr>
                <a:schemeClr val="lt1"/>
              </a:buClr>
              <a:buSzPts val="1500"/>
              <a:buNone/>
              <a:defRPr sz="1500"/>
            </a:lvl2pPr>
            <a:lvl3pPr lvl="2">
              <a:spcBef>
                <a:spcPts val="0"/>
              </a:spcBef>
              <a:spcAft>
                <a:spcPts val="0"/>
              </a:spcAft>
              <a:buClr>
                <a:schemeClr val="lt1"/>
              </a:buClr>
              <a:buSzPts val="1500"/>
              <a:buNone/>
              <a:defRPr sz="1500"/>
            </a:lvl3pPr>
            <a:lvl4pPr lvl="3">
              <a:spcBef>
                <a:spcPts val="0"/>
              </a:spcBef>
              <a:spcAft>
                <a:spcPts val="0"/>
              </a:spcAft>
              <a:buClr>
                <a:schemeClr val="lt1"/>
              </a:buClr>
              <a:buSzPts val="1500"/>
              <a:buNone/>
              <a:defRPr sz="1500"/>
            </a:lvl4pPr>
            <a:lvl5pPr lvl="4">
              <a:spcBef>
                <a:spcPts val="0"/>
              </a:spcBef>
              <a:spcAft>
                <a:spcPts val="0"/>
              </a:spcAft>
              <a:buClr>
                <a:schemeClr val="lt1"/>
              </a:buClr>
              <a:buSzPts val="1500"/>
              <a:buNone/>
              <a:defRPr sz="1500"/>
            </a:lvl5pPr>
            <a:lvl6pPr lvl="5">
              <a:spcBef>
                <a:spcPts val="0"/>
              </a:spcBef>
              <a:spcAft>
                <a:spcPts val="0"/>
              </a:spcAft>
              <a:buClr>
                <a:schemeClr val="lt1"/>
              </a:buClr>
              <a:buSzPts val="1500"/>
              <a:buNone/>
              <a:defRPr sz="1500"/>
            </a:lvl6pPr>
            <a:lvl7pPr lvl="6">
              <a:spcBef>
                <a:spcPts val="0"/>
              </a:spcBef>
              <a:spcAft>
                <a:spcPts val="0"/>
              </a:spcAft>
              <a:buClr>
                <a:schemeClr val="lt1"/>
              </a:buClr>
              <a:buSzPts val="1500"/>
              <a:buNone/>
              <a:defRPr sz="1500"/>
            </a:lvl7pPr>
            <a:lvl8pPr lvl="7">
              <a:spcBef>
                <a:spcPts val="0"/>
              </a:spcBef>
              <a:spcAft>
                <a:spcPts val="0"/>
              </a:spcAft>
              <a:buClr>
                <a:schemeClr val="lt1"/>
              </a:buClr>
              <a:buSzPts val="1500"/>
              <a:buNone/>
              <a:defRPr sz="1500"/>
            </a:lvl8pPr>
            <a:lvl9pPr lvl="8">
              <a:spcBef>
                <a:spcPts val="0"/>
              </a:spcBef>
              <a:spcAft>
                <a:spcPts val="0"/>
              </a:spcAft>
              <a:buClr>
                <a:schemeClr val="lt1"/>
              </a:buClr>
              <a:buSzPts val="1500"/>
              <a:buNone/>
              <a:defRPr sz="1500"/>
            </a:lvl9pPr>
          </a:lstStyle>
          <a:p/>
        </p:txBody>
      </p:sp>
      <p:sp>
        <p:nvSpPr>
          <p:cNvPr id="647" name="Google Shape;647;p53"/>
          <p:cNvSpPr txBox="1"/>
          <p:nvPr>
            <p:ph idx="5" type="subTitle"/>
          </p:nvPr>
        </p:nvSpPr>
        <p:spPr>
          <a:xfrm>
            <a:off x="3348525" y="3028875"/>
            <a:ext cx="2460000" cy="4527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1800"/>
            </a:lvl1pPr>
            <a:lvl2pPr lvl="1">
              <a:spcBef>
                <a:spcPts val="0"/>
              </a:spcBef>
              <a:spcAft>
                <a:spcPts val="0"/>
              </a:spcAft>
              <a:buSzPts val="1500"/>
              <a:buNone/>
              <a:defRPr sz="1500"/>
            </a:lvl2pPr>
            <a:lvl3pPr lvl="2">
              <a:spcBef>
                <a:spcPts val="0"/>
              </a:spcBef>
              <a:spcAft>
                <a:spcPts val="0"/>
              </a:spcAft>
              <a:buSzPts val="1500"/>
              <a:buNone/>
              <a:defRPr sz="1500"/>
            </a:lvl3pPr>
            <a:lvl4pPr lvl="3">
              <a:spcBef>
                <a:spcPts val="0"/>
              </a:spcBef>
              <a:spcAft>
                <a:spcPts val="0"/>
              </a:spcAft>
              <a:buSzPts val="1500"/>
              <a:buNone/>
              <a:defRPr sz="1500"/>
            </a:lvl4pPr>
            <a:lvl5pPr lvl="4">
              <a:spcBef>
                <a:spcPts val="0"/>
              </a:spcBef>
              <a:spcAft>
                <a:spcPts val="0"/>
              </a:spcAft>
              <a:buSzPts val="1500"/>
              <a:buNone/>
              <a:defRPr sz="1500"/>
            </a:lvl5pPr>
            <a:lvl6pPr lvl="5">
              <a:spcBef>
                <a:spcPts val="0"/>
              </a:spcBef>
              <a:spcAft>
                <a:spcPts val="0"/>
              </a:spcAft>
              <a:buSzPts val="1500"/>
              <a:buNone/>
              <a:defRPr sz="1500"/>
            </a:lvl6pPr>
            <a:lvl7pPr lvl="6">
              <a:spcBef>
                <a:spcPts val="0"/>
              </a:spcBef>
              <a:spcAft>
                <a:spcPts val="0"/>
              </a:spcAft>
              <a:buSzPts val="1500"/>
              <a:buNone/>
              <a:defRPr sz="1500"/>
            </a:lvl7pPr>
            <a:lvl8pPr lvl="7">
              <a:spcBef>
                <a:spcPts val="0"/>
              </a:spcBef>
              <a:spcAft>
                <a:spcPts val="0"/>
              </a:spcAft>
              <a:buSzPts val="1500"/>
              <a:buNone/>
              <a:defRPr sz="1500"/>
            </a:lvl8pPr>
            <a:lvl9pPr lvl="8">
              <a:spcBef>
                <a:spcPts val="0"/>
              </a:spcBef>
              <a:spcAft>
                <a:spcPts val="0"/>
              </a:spcAft>
              <a:buSzPts val="1500"/>
              <a:buNone/>
              <a:defRPr sz="1500"/>
            </a:lvl9pPr>
          </a:lstStyle>
          <a:p/>
        </p:txBody>
      </p:sp>
      <p:sp>
        <p:nvSpPr>
          <p:cNvPr id="648" name="Google Shape;648;p53"/>
          <p:cNvSpPr txBox="1"/>
          <p:nvPr>
            <p:ph idx="6" type="subTitle"/>
          </p:nvPr>
        </p:nvSpPr>
        <p:spPr>
          <a:xfrm>
            <a:off x="6242100" y="3028875"/>
            <a:ext cx="2460000" cy="4527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1800"/>
            </a:lvl1pPr>
            <a:lvl2pPr lvl="1">
              <a:spcBef>
                <a:spcPts val="0"/>
              </a:spcBef>
              <a:spcAft>
                <a:spcPts val="0"/>
              </a:spcAft>
              <a:buSzPts val="1500"/>
              <a:buNone/>
              <a:defRPr sz="1500"/>
            </a:lvl2pPr>
            <a:lvl3pPr lvl="2">
              <a:spcBef>
                <a:spcPts val="0"/>
              </a:spcBef>
              <a:spcAft>
                <a:spcPts val="0"/>
              </a:spcAft>
              <a:buSzPts val="1500"/>
              <a:buNone/>
              <a:defRPr sz="1500"/>
            </a:lvl3pPr>
            <a:lvl4pPr lvl="3">
              <a:spcBef>
                <a:spcPts val="0"/>
              </a:spcBef>
              <a:spcAft>
                <a:spcPts val="0"/>
              </a:spcAft>
              <a:buSzPts val="1500"/>
              <a:buNone/>
              <a:defRPr sz="1500"/>
            </a:lvl4pPr>
            <a:lvl5pPr lvl="4">
              <a:spcBef>
                <a:spcPts val="0"/>
              </a:spcBef>
              <a:spcAft>
                <a:spcPts val="0"/>
              </a:spcAft>
              <a:buSzPts val="1500"/>
              <a:buNone/>
              <a:defRPr sz="1500"/>
            </a:lvl5pPr>
            <a:lvl6pPr lvl="5">
              <a:spcBef>
                <a:spcPts val="0"/>
              </a:spcBef>
              <a:spcAft>
                <a:spcPts val="0"/>
              </a:spcAft>
              <a:buSzPts val="1500"/>
              <a:buNone/>
              <a:defRPr sz="1500"/>
            </a:lvl6pPr>
            <a:lvl7pPr lvl="6">
              <a:spcBef>
                <a:spcPts val="0"/>
              </a:spcBef>
              <a:spcAft>
                <a:spcPts val="0"/>
              </a:spcAft>
              <a:buSzPts val="1500"/>
              <a:buNone/>
              <a:defRPr sz="1500"/>
            </a:lvl7pPr>
            <a:lvl8pPr lvl="7">
              <a:spcBef>
                <a:spcPts val="0"/>
              </a:spcBef>
              <a:spcAft>
                <a:spcPts val="0"/>
              </a:spcAft>
              <a:buSzPts val="1500"/>
              <a:buNone/>
              <a:defRPr sz="1500"/>
            </a:lvl8pPr>
            <a:lvl9pPr lvl="8">
              <a:spcBef>
                <a:spcPts val="0"/>
              </a:spcBef>
              <a:spcAft>
                <a:spcPts val="0"/>
              </a:spcAft>
              <a:buSzPts val="1500"/>
              <a:buNone/>
              <a:defRPr sz="1500"/>
            </a:lvl9pPr>
          </a:lstStyle>
          <a:p/>
        </p:txBody>
      </p:sp>
      <p:sp>
        <p:nvSpPr>
          <p:cNvPr id="649" name="Google Shape;649;p53"/>
          <p:cNvSpPr txBox="1"/>
          <p:nvPr>
            <p:ph idx="7" type="subTitle"/>
          </p:nvPr>
        </p:nvSpPr>
        <p:spPr>
          <a:xfrm>
            <a:off x="3348525" y="4145850"/>
            <a:ext cx="2460000" cy="4527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1800"/>
            </a:lvl1pPr>
            <a:lvl2pPr lvl="1">
              <a:spcBef>
                <a:spcPts val="0"/>
              </a:spcBef>
              <a:spcAft>
                <a:spcPts val="0"/>
              </a:spcAft>
              <a:buSzPts val="1500"/>
              <a:buNone/>
              <a:defRPr sz="1500"/>
            </a:lvl2pPr>
            <a:lvl3pPr lvl="2">
              <a:spcBef>
                <a:spcPts val="0"/>
              </a:spcBef>
              <a:spcAft>
                <a:spcPts val="0"/>
              </a:spcAft>
              <a:buSzPts val="1500"/>
              <a:buNone/>
              <a:defRPr sz="1500"/>
            </a:lvl3pPr>
            <a:lvl4pPr lvl="3">
              <a:spcBef>
                <a:spcPts val="0"/>
              </a:spcBef>
              <a:spcAft>
                <a:spcPts val="0"/>
              </a:spcAft>
              <a:buSzPts val="1500"/>
              <a:buNone/>
              <a:defRPr sz="1500"/>
            </a:lvl4pPr>
            <a:lvl5pPr lvl="4">
              <a:spcBef>
                <a:spcPts val="0"/>
              </a:spcBef>
              <a:spcAft>
                <a:spcPts val="0"/>
              </a:spcAft>
              <a:buSzPts val="1500"/>
              <a:buNone/>
              <a:defRPr sz="1500"/>
            </a:lvl5pPr>
            <a:lvl6pPr lvl="5">
              <a:spcBef>
                <a:spcPts val="0"/>
              </a:spcBef>
              <a:spcAft>
                <a:spcPts val="0"/>
              </a:spcAft>
              <a:buSzPts val="1500"/>
              <a:buNone/>
              <a:defRPr sz="1500"/>
            </a:lvl6pPr>
            <a:lvl7pPr lvl="6">
              <a:spcBef>
                <a:spcPts val="0"/>
              </a:spcBef>
              <a:spcAft>
                <a:spcPts val="0"/>
              </a:spcAft>
              <a:buSzPts val="1500"/>
              <a:buNone/>
              <a:defRPr sz="1500"/>
            </a:lvl7pPr>
            <a:lvl8pPr lvl="7">
              <a:spcBef>
                <a:spcPts val="0"/>
              </a:spcBef>
              <a:spcAft>
                <a:spcPts val="0"/>
              </a:spcAft>
              <a:buSzPts val="1500"/>
              <a:buNone/>
              <a:defRPr sz="1500"/>
            </a:lvl8pPr>
            <a:lvl9pPr lvl="8">
              <a:spcBef>
                <a:spcPts val="0"/>
              </a:spcBef>
              <a:spcAft>
                <a:spcPts val="0"/>
              </a:spcAft>
              <a:buSzPts val="1500"/>
              <a:buNone/>
              <a:defRPr sz="1500"/>
            </a:lvl9pPr>
          </a:lstStyle>
          <a:p/>
        </p:txBody>
      </p:sp>
      <p:sp>
        <p:nvSpPr>
          <p:cNvPr id="650" name="Google Shape;650;p53"/>
          <p:cNvSpPr txBox="1"/>
          <p:nvPr>
            <p:ph idx="8" type="subTitle"/>
          </p:nvPr>
        </p:nvSpPr>
        <p:spPr>
          <a:xfrm>
            <a:off x="6242100" y="4145850"/>
            <a:ext cx="2460000" cy="4527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1800"/>
            </a:lvl1pPr>
            <a:lvl2pPr lvl="1">
              <a:spcBef>
                <a:spcPts val="0"/>
              </a:spcBef>
              <a:spcAft>
                <a:spcPts val="0"/>
              </a:spcAft>
              <a:buSzPts val="1500"/>
              <a:buNone/>
              <a:defRPr sz="1500"/>
            </a:lvl2pPr>
            <a:lvl3pPr lvl="2">
              <a:spcBef>
                <a:spcPts val="0"/>
              </a:spcBef>
              <a:spcAft>
                <a:spcPts val="0"/>
              </a:spcAft>
              <a:buSzPts val="1500"/>
              <a:buNone/>
              <a:defRPr sz="1500"/>
            </a:lvl3pPr>
            <a:lvl4pPr lvl="3">
              <a:spcBef>
                <a:spcPts val="0"/>
              </a:spcBef>
              <a:spcAft>
                <a:spcPts val="0"/>
              </a:spcAft>
              <a:buSzPts val="1500"/>
              <a:buNone/>
              <a:defRPr sz="1500"/>
            </a:lvl4pPr>
            <a:lvl5pPr lvl="4">
              <a:spcBef>
                <a:spcPts val="0"/>
              </a:spcBef>
              <a:spcAft>
                <a:spcPts val="0"/>
              </a:spcAft>
              <a:buSzPts val="1500"/>
              <a:buNone/>
              <a:defRPr sz="1500"/>
            </a:lvl5pPr>
            <a:lvl6pPr lvl="5">
              <a:spcBef>
                <a:spcPts val="0"/>
              </a:spcBef>
              <a:spcAft>
                <a:spcPts val="0"/>
              </a:spcAft>
              <a:buSzPts val="1500"/>
              <a:buNone/>
              <a:defRPr sz="1500"/>
            </a:lvl6pPr>
            <a:lvl7pPr lvl="6">
              <a:spcBef>
                <a:spcPts val="0"/>
              </a:spcBef>
              <a:spcAft>
                <a:spcPts val="0"/>
              </a:spcAft>
              <a:buSzPts val="1500"/>
              <a:buNone/>
              <a:defRPr sz="1500"/>
            </a:lvl7pPr>
            <a:lvl8pPr lvl="7">
              <a:spcBef>
                <a:spcPts val="0"/>
              </a:spcBef>
              <a:spcAft>
                <a:spcPts val="0"/>
              </a:spcAft>
              <a:buSzPts val="1500"/>
              <a:buNone/>
              <a:defRPr sz="1500"/>
            </a:lvl8pPr>
            <a:lvl9pPr lvl="8">
              <a:spcBef>
                <a:spcPts val="0"/>
              </a:spcBef>
              <a:spcAft>
                <a:spcPts val="0"/>
              </a:spcAft>
              <a:buSzPts val="1500"/>
              <a:buNone/>
              <a:defRPr sz="1500"/>
            </a:lvl9pPr>
          </a:lstStyle>
          <a:p/>
        </p:txBody>
      </p:sp>
      <p:sp>
        <p:nvSpPr>
          <p:cNvPr id="651" name="Google Shape;651;p53"/>
          <p:cNvSpPr txBox="1"/>
          <p:nvPr>
            <p:ph idx="9" type="subTitle"/>
          </p:nvPr>
        </p:nvSpPr>
        <p:spPr>
          <a:xfrm>
            <a:off x="3348525" y="506025"/>
            <a:ext cx="2460000" cy="1539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b="1" sz="1000">
                <a:latin typeface="Outfit"/>
                <a:ea typeface="Outfit"/>
                <a:cs typeface="Outfit"/>
                <a:sym typeface="Outfit"/>
              </a:defRPr>
            </a:lvl1pPr>
            <a:lvl2pPr lvl="1">
              <a:lnSpc>
                <a:spcPct val="115000"/>
              </a:lnSpc>
              <a:spcBef>
                <a:spcPts val="0"/>
              </a:spcBef>
              <a:spcAft>
                <a:spcPts val="0"/>
              </a:spcAft>
              <a:buSzPts val="1500"/>
              <a:buFont typeface="Outfit"/>
              <a:buNone/>
              <a:defRPr sz="1500">
                <a:latin typeface="Outfit"/>
                <a:ea typeface="Outfit"/>
                <a:cs typeface="Outfit"/>
                <a:sym typeface="Outfit"/>
              </a:defRPr>
            </a:lvl2pPr>
            <a:lvl3pPr lvl="2">
              <a:lnSpc>
                <a:spcPct val="115000"/>
              </a:lnSpc>
              <a:spcBef>
                <a:spcPts val="0"/>
              </a:spcBef>
              <a:spcAft>
                <a:spcPts val="0"/>
              </a:spcAft>
              <a:buSzPts val="1500"/>
              <a:buFont typeface="Outfit"/>
              <a:buNone/>
              <a:defRPr sz="1500">
                <a:latin typeface="Outfit"/>
                <a:ea typeface="Outfit"/>
                <a:cs typeface="Outfit"/>
                <a:sym typeface="Outfit"/>
              </a:defRPr>
            </a:lvl3pPr>
            <a:lvl4pPr lvl="3">
              <a:lnSpc>
                <a:spcPct val="115000"/>
              </a:lnSpc>
              <a:spcBef>
                <a:spcPts val="0"/>
              </a:spcBef>
              <a:spcAft>
                <a:spcPts val="0"/>
              </a:spcAft>
              <a:buSzPts val="1500"/>
              <a:buFont typeface="Outfit"/>
              <a:buNone/>
              <a:defRPr sz="1500">
                <a:latin typeface="Outfit"/>
                <a:ea typeface="Outfit"/>
                <a:cs typeface="Outfit"/>
                <a:sym typeface="Outfit"/>
              </a:defRPr>
            </a:lvl4pPr>
            <a:lvl5pPr lvl="4">
              <a:lnSpc>
                <a:spcPct val="115000"/>
              </a:lnSpc>
              <a:spcBef>
                <a:spcPts val="0"/>
              </a:spcBef>
              <a:spcAft>
                <a:spcPts val="0"/>
              </a:spcAft>
              <a:buSzPts val="1500"/>
              <a:buFont typeface="Outfit"/>
              <a:buNone/>
              <a:defRPr sz="1500">
                <a:latin typeface="Outfit"/>
                <a:ea typeface="Outfit"/>
                <a:cs typeface="Outfit"/>
                <a:sym typeface="Outfit"/>
              </a:defRPr>
            </a:lvl5pPr>
            <a:lvl6pPr lvl="5">
              <a:lnSpc>
                <a:spcPct val="115000"/>
              </a:lnSpc>
              <a:spcBef>
                <a:spcPts val="0"/>
              </a:spcBef>
              <a:spcAft>
                <a:spcPts val="0"/>
              </a:spcAft>
              <a:buSzPts val="1500"/>
              <a:buFont typeface="Outfit"/>
              <a:buNone/>
              <a:defRPr sz="1500">
                <a:latin typeface="Outfit"/>
                <a:ea typeface="Outfit"/>
                <a:cs typeface="Outfit"/>
                <a:sym typeface="Outfit"/>
              </a:defRPr>
            </a:lvl6pPr>
            <a:lvl7pPr lvl="6">
              <a:lnSpc>
                <a:spcPct val="115000"/>
              </a:lnSpc>
              <a:spcBef>
                <a:spcPts val="0"/>
              </a:spcBef>
              <a:spcAft>
                <a:spcPts val="0"/>
              </a:spcAft>
              <a:buSzPts val="1500"/>
              <a:buFont typeface="Outfit"/>
              <a:buNone/>
              <a:defRPr sz="1500">
                <a:latin typeface="Outfit"/>
                <a:ea typeface="Outfit"/>
                <a:cs typeface="Outfit"/>
                <a:sym typeface="Outfit"/>
              </a:defRPr>
            </a:lvl7pPr>
            <a:lvl8pPr lvl="7">
              <a:lnSpc>
                <a:spcPct val="115000"/>
              </a:lnSpc>
              <a:spcBef>
                <a:spcPts val="0"/>
              </a:spcBef>
              <a:spcAft>
                <a:spcPts val="0"/>
              </a:spcAft>
              <a:buSzPts val="1500"/>
              <a:buFont typeface="Outfit"/>
              <a:buNone/>
              <a:defRPr sz="1500">
                <a:latin typeface="Outfit"/>
                <a:ea typeface="Outfit"/>
                <a:cs typeface="Outfit"/>
                <a:sym typeface="Outfit"/>
              </a:defRPr>
            </a:lvl8pPr>
            <a:lvl9pPr lvl="8">
              <a:lnSpc>
                <a:spcPct val="115000"/>
              </a:lnSpc>
              <a:spcBef>
                <a:spcPts val="0"/>
              </a:spcBef>
              <a:spcAft>
                <a:spcPts val="0"/>
              </a:spcAft>
              <a:buSzPts val="1500"/>
              <a:buFont typeface="Outfit"/>
              <a:buNone/>
              <a:defRPr sz="1500">
                <a:latin typeface="Outfit"/>
                <a:ea typeface="Outfit"/>
                <a:cs typeface="Outfit"/>
                <a:sym typeface="Outfit"/>
              </a:defRPr>
            </a:lvl9pPr>
          </a:lstStyle>
          <a:p/>
        </p:txBody>
      </p:sp>
      <p:sp>
        <p:nvSpPr>
          <p:cNvPr id="652" name="Google Shape;652;p53"/>
          <p:cNvSpPr txBox="1"/>
          <p:nvPr>
            <p:ph idx="13" type="subTitle"/>
          </p:nvPr>
        </p:nvSpPr>
        <p:spPr>
          <a:xfrm>
            <a:off x="6242100" y="506025"/>
            <a:ext cx="2460000" cy="1539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b="1" sz="1000">
                <a:latin typeface="Outfit"/>
                <a:ea typeface="Outfit"/>
                <a:cs typeface="Outfit"/>
                <a:sym typeface="Outfit"/>
              </a:defRPr>
            </a:lvl1pPr>
            <a:lvl2pPr lvl="1">
              <a:lnSpc>
                <a:spcPct val="115000"/>
              </a:lnSpc>
              <a:spcBef>
                <a:spcPts val="0"/>
              </a:spcBef>
              <a:spcAft>
                <a:spcPts val="0"/>
              </a:spcAft>
              <a:buSzPts val="1500"/>
              <a:buFont typeface="Outfit"/>
              <a:buNone/>
              <a:defRPr sz="1500">
                <a:latin typeface="Outfit"/>
                <a:ea typeface="Outfit"/>
                <a:cs typeface="Outfit"/>
                <a:sym typeface="Outfit"/>
              </a:defRPr>
            </a:lvl2pPr>
            <a:lvl3pPr lvl="2">
              <a:lnSpc>
                <a:spcPct val="115000"/>
              </a:lnSpc>
              <a:spcBef>
                <a:spcPts val="0"/>
              </a:spcBef>
              <a:spcAft>
                <a:spcPts val="0"/>
              </a:spcAft>
              <a:buSzPts val="1500"/>
              <a:buFont typeface="Outfit"/>
              <a:buNone/>
              <a:defRPr sz="1500">
                <a:latin typeface="Outfit"/>
                <a:ea typeface="Outfit"/>
                <a:cs typeface="Outfit"/>
                <a:sym typeface="Outfit"/>
              </a:defRPr>
            </a:lvl3pPr>
            <a:lvl4pPr lvl="3">
              <a:lnSpc>
                <a:spcPct val="115000"/>
              </a:lnSpc>
              <a:spcBef>
                <a:spcPts val="0"/>
              </a:spcBef>
              <a:spcAft>
                <a:spcPts val="0"/>
              </a:spcAft>
              <a:buSzPts val="1500"/>
              <a:buFont typeface="Outfit"/>
              <a:buNone/>
              <a:defRPr sz="1500">
                <a:latin typeface="Outfit"/>
                <a:ea typeface="Outfit"/>
                <a:cs typeface="Outfit"/>
                <a:sym typeface="Outfit"/>
              </a:defRPr>
            </a:lvl4pPr>
            <a:lvl5pPr lvl="4">
              <a:lnSpc>
                <a:spcPct val="115000"/>
              </a:lnSpc>
              <a:spcBef>
                <a:spcPts val="0"/>
              </a:spcBef>
              <a:spcAft>
                <a:spcPts val="0"/>
              </a:spcAft>
              <a:buSzPts val="1500"/>
              <a:buFont typeface="Outfit"/>
              <a:buNone/>
              <a:defRPr sz="1500">
                <a:latin typeface="Outfit"/>
                <a:ea typeface="Outfit"/>
                <a:cs typeface="Outfit"/>
                <a:sym typeface="Outfit"/>
              </a:defRPr>
            </a:lvl5pPr>
            <a:lvl6pPr lvl="5">
              <a:lnSpc>
                <a:spcPct val="115000"/>
              </a:lnSpc>
              <a:spcBef>
                <a:spcPts val="0"/>
              </a:spcBef>
              <a:spcAft>
                <a:spcPts val="0"/>
              </a:spcAft>
              <a:buSzPts val="1500"/>
              <a:buFont typeface="Outfit"/>
              <a:buNone/>
              <a:defRPr sz="1500">
                <a:latin typeface="Outfit"/>
                <a:ea typeface="Outfit"/>
                <a:cs typeface="Outfit"/>
                <a:sym typeface="Outfit"/>
              </a:defRPr>
            </a:lvl6pPr>
            <a:lvl7pPr lvl="6">
              <a:lnSpc>
                <a:spcPct val="115000"/>
              </a:lnSpc>
              <a:spcBef>
                <a:spcPts val="0"/>
              </a:spcBef>
              <a:spcAft>
                <a:spcPts val="0"/>
              </a:spcAft>
              <a:buSzPts val="1500"/>
              <a:buFont typeface="Outfit"/>
              <a:buNone/>
              <a:defRPr sz="1500">
                <a:latin typeface="Outfit"/>
                <a:ea typeface="Outfit"/>
                <a:cs typeface="Outfit"/>
                <a:sym typeface="Outfit"/>
              </a:defRPr>
            </a:lvl7pPr>
            <a:lvl8pPr lvl="7">
              <a:lnSpc>
                <a:spcPct val="115000"/>
              </a:lnSpc>
              <a:spcBef>
                <a:spcPts val="0"/>
              </a:spcBef>
              <a:spcAft>
                <a:spcPts val="0"/>
              </a:spcAft>
              <a:buSzPts val="1500"/>
              <a:buFont typeface="Outfit"/>
              <a:buNone/>
              <a:defRPr sz="1500">
                <a:latin typeface="Outfit"/>
                <a:ea typeface="Outfit"/>
                <a:cs typeface="Outfit"/>
                <a:sym typeface="Outfit"/>
              </a:defRPr>
            </a:lvl8pPr>
            <a:lvl9pPr lvl="8">
              <a:lnSpc>
                <a:spcPct val="115000"/>
              </a:lnSpc>
              <a:spcBef>
                <a:spcPts val="0"/>
              </a:spcBef>
              <a:spcAft>
                <a:spcPts val="0"/>
              </a:spcAft>
              <a:buSzPts val="1500"/>
              <a:buFont typeface="Outfit"/>
              <a:buNone/>
              <a:defRPr sz="1500">
                <a:latin typeface="Outfit"/>
                <a:ea typeface="Outfit"/>
                <a:cs typeface="Outfit"/>
                <a:sym typeface="Outfit"/>
              </a:defRPr>
            </a:lvl9pPr>
          </a:lstStyle>
          <a:p/>
        </p:txBody>
      </p:sp>
      <p:sp>
        <p:nvSpPr>
          <p:cNvPr id="653" name="Google Shape;653;p53"/>
          <p:cNvSpPr txBox="1"/>
          <p:nvPr>
            <p:ph idx="14" type="subTitle"/>
          </p:nvPr>
        </p:nvSpPr>
        <p:spPr>
          <a:xfrm>
            <a:off x="3348525" y="1623075"/>
            <a:ext cx="2460000" cy="1539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b="1" sz="1000">
                <a:latin typeface="Outfit"/>
                <a:ea typeface="Outfit"/>
                <a:cs typeface="Outfit"/>
                <a:sym typeface="Outfit"/>
              </a:defRPr>
            </a:lvl1pPr>
            <a:lvl2pPr lvl="1">
              <a:lnSpc>
                <a:spcPct val="115000"/>
              </a:lnSpc>
              <a:spcBef>
                <a:spcPts val="0"/>
              </a:spcBef>
              <a:spcAft>
                <a:spcPts val="0"/>
              </a:spcAft>
              <a:buSzPts val="1500"/>
              <a:buFont typeface="Outfit"/>
              <a:buNone/>
              <a:defRPr sz="1500">
                <a:latin typeface="Outfit"/>
                <a:ea typeface="Outfit"/>
                <a:cs typeface="Outfit"/>
                <a:sym typeface="Outfit"/>
              </a:defRPr>
            </a:lvl2pPr>
            <a:lvl3pPr lvl="2">
              <a:lnSpc>
                <a:spcPct val="115000"/>
              </a:lnSpc>
              <a:spcBef>
                <a:spcPts val="0"/>
              </a:spcBef>
              <a:spcAft>
                <a:spcPts val="0"/>
              </a:spcAft>
              <a:buSzPts val="1500"/>
              <a:buFont typeface="Outfit"/>
              <a:buNone/>
              <a:defRPr sz="1500">
                <a:latin typeface="Outfit"/>
                <a:ea typeface="Outfit"/>
                <a:cs typeface="Outfit"/>
                <a:sym typeface="Outfit"/>
              </a:defRPr>
            </a:lvl3pPr>
            <a:lvl4pPr lvl="3">
              <a:lnSpc>
                <a:spcPct val="115000"/>
              </a:lnSpc>
              <a:spcBef>
                <a:spcPts val="0"/>
              </a:spcBef>
              <a:spcAft>
                <a:spcPts val="0"/>
              </a:spcAft>
              <a:buSzPts val="1500"/>
              <a:buFont typeface="Outfit"/>
              <a:buNone/>
              <a:defRPr sz="1500">
                <a:latin typeface="Outfit"/>
                <a:ea typeface="Outfit"/>
                <a:cs typeface="Outfit"/>
                <a:sym typeface="Outfit"/>
              </a:defRPr>
            </a:lvl4pPr>
            <a:lvl5pPr lvl="4">
              <a:lnSpc>
                <a:spcPct val="115000"/>
              </a:lnSpc>
              <a:spcBef>
                <a:spcPts val="0"/>
              </a:spcBef>
              <a:spcAft>
                <a:spcPts val="0"/>
              </a:spcAft>
              <a:buSzPts val="1500"/>
              <a:buFont typeface="Outfit"/>
              <a:buNone/>
              <a:defRPr sz="1500">
                <a:latin typeface="Outfit"/>
                <a:ea typeface="Outfit"/>
                <a:cs typeface="Outfit"/>
                <a:sym typeface="Outfit"/>
              </a:defRPr>
            </a:lvl5pPr>
            <a:lvl6pPr lvl="5">
              <a:lnSpc>
                <a:spcPct val="115000"/>
              </a:lnSpc>
              <a:spcBef>
                <a:spcPts val="0"/>
              </a:spcBef>
              <a:spcAft>
                <a:spcPts val="0"/>
              </a:spcAft>
              <a:buSzPts val="1500"/>
              <a:buFont typeface="Outfit"/>
              <a:buNone/>
              <a:defRPr sz="1500">
                <a:latin typeface="Outfit"/>
                <a:ea typeface="Outfit"/>
                <a:cs typeface="Outfit"/>
                <a:sym typeface="Outfit"/>
              </a:defRPr>
            </a:lvl6pPr>
            <a:lvl7pPr lvl="6">
              <a:lnSpc>
                <a:spcPct val="115000"/>
              </a:lnSpc>
              <a:spcBef>
                <a:spcPts val="0"/>
              </a:spcBef>
              <a:spcAft>
                <a:spcPts val="0"/>
              </a:spcAft>
              <a:buSzPts val="1500"/>
              <a:buFont typeface="Outfit"/>
              <a:buNone/>
              <a:defRPr sz="1500">
                <a:latin typeface="Outfit"/>
                <a:ea typeface="Outfit"/>
                <a:cs typeface="Outfit"/>
                <a:sym typeface="Outfit"/>
              </a:defRPr>
            </a:lvl7pPr>
            <a:lvl8pPr lvl="7">
              <a:lnSpc>
                <a:spcPct val="115000"/>
              </a:lnSpc>
              <a:spcBef>
                <a:spcPts val="0"/>
              </a:spcBef>
              <a:spcAft>
                <a:spcPts val="0"/>
              </a:spcAft>
              <a:buSzPts val="1500"/>
              <a:buFont typeface="Outfit"/>
              <a:buNone/>
              <a:defRPr sz="1500">
                <a:latin typeface="Outfit"/>
                <a:ea typeface="Outfit"/>
                <a:cs typeface="Outfit"/>
                <a:sym typeface="Outfit"/>
              </a:defRPr>
            </a:lvl8pPr>
            <a:lvl9pPr lvl="8">
              <a:lnSpc>
                <a:spcPct val="115000"/>
              </a:lnSpc>
              <a:spcBef>
                <a:spcPts val="0"/>
              </a:spcBef>
              <a:spcAft>
                <a:spcPts val="0"/>
              </a:spcAft>
              <a:buSzPts val="1500"/>
              <a:buFont typeface="Outfit"/>
              <a:buNone/>
              <a:defRPr sz="1500">
                <a:latin typeface="Outfit"/>
                <a:ea typeface="Outfit"/>
                <a:cs typeface="Outfit"/>
                <a:sym typeface="Outfit"/>
              </a:defRPr>
            </a:lvl9pPr>
          </a:lstStyle>
          <a:p/>
        </p:txBody>
      </p:sp>
      <p:sp>
        <p:nvSpPr>
          <p:cNvPr id="654" name="Google Shape;654;p53"/>
          <p:cNvSpPr txBox="1"/>
          <p:nvPr>
            <p:ph idx="15" type="subTitle"/>
          </p:nvPr>
        </p:nvSpPr>
        <p:spPr>
          <a:xfrm>
            <a:off x="6242100" y="1623075"/>
            <a:ext cx="2460000" cy="1539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b="1" sz="1000">
                <a:latin typeface="Outfit"/>
                <a:ea typeface="Outfit"/>
                <a:cs typeface="Outfit"/>
                <a:sym typeface="Outfit"/>
              </a:defRPr>
            </a:lvl1pPr>
            <a:lvl2pPr lvl="1">
              <a:lnSpc>
                <a:spcPct val="115000"/>
              </a:lnSpc>
              <a:spcBef>
                <a:spcPts val="0"/>
              </a:spcBef>
              <a:spcAft>
                <a:spcPts val="0"/>
              </a:spcAft>
              <a:buSzPts val="1500"/>
              <a:buFont typeface="Outfit"/>
              <a:buNone/>
              <a:defRPr sz="1500">
                <a:latin typeface="Outfit"/>
                <a:ea typeface="Outfit"/>
                <a:cs typeface="Outfit"/>
                <a:sym typeface="Outfit"/>
              </a:defRPr>
            </a:lvl2pPr>
            <a:lvl3pPr lvl="2">
              <a:lnSpc>
                <a:spcPct val="115000"/>
              </a:lnSpc>
              <a:spcBef>
                <a:spcPts val="0"/>
              </a:spcBef>
              <a:spcAft>
                <a:spcPts val="0"/>
              </a:spcAft>
              <a:buSzPts val="1500"/>
              <a:buFont typeface="Outfit"/>
              <a:buNone/>
              <a:defRPr sz="1500">
                <a:latin typeface="Outfit"/>
                <a:ea typeface="Outfit"/>
                <a:cs typeface="Outfit"/>
                <a:sym typeface="Outfit"/>
              </a:defRPr>
            </a:lvl3pPr>
            <a:lvl4pPr lvl="3">
              <a:lnSpc>
                <a:spcPct val="115000"/>
              </a:lnSpc>
              <a:spcBef>
                <a:spcPts val="0"/>
              </a:spcBef>
              <a:spcAft>
                <a:spcPts val="0"/>
              </a:spcAft>
              <a:buSzPts val="1500"/>
              <a:buFont typeface="Outfit"/>
              <a:buNone/>
              <a:defRPr sz="1500">
                <a:latin typeface="Outfit"/>
                <a:ea typeface="Outfit"/>
                <a:cs typeface="Outfit"/>
                <a:sym typeface="Outfit"/>
              </a:defRPr>
            </a:lvl4pPr>
            <a:lvl5pPr lvl="4">
              <a:lnSpc>
                <a:spcPct val="115000"/>
              </a:lnSpc>
              <a:spcBef>
                <a:spcPts val="0"/>
              </a:spcBef>
              <a:spcAft>
                <a:spcPts val="0"/>
              </a:spcAft>
              <a:buSzPts val="1500"/>
              <a:buFont typeface="Outfit"/>
              <a:buNone/>
              <a:defRPr sz="1500">
                <a:latin typeface="Outfit"/>
                <a:ea typeface="Outfit"/>
                <a:cs typeface="Outfit"/>
                <a:sym typeface="Outfit"/>
              </a:defRPr>
            </a:lvl5pPr>
            <a:lvl6pPr lvl="5">
              <a:lnSpc>
                <a:spcPct val="115000"/>
              </a:lnSpc>
              <a:spcBef>
                <a:spcPts val="0"/>
              </a:spcBef>
              <a:spcAft>
                <a:spcPts val="0"/>
              </a:spcAft>
              <a:buSzPts val="1500"/>
              <a:buFont typeface="Outfit"/>
              <a:buNone/>
              <a:defRPr sz="1500">
                <a:latin typeface="Outfit"/>
                <a:ea typeface="Outfit"/>
                <a:cs typeface="Outfit"/>
                <a:sym typeface="Outfit"/>
              </a:defRPr>
            </a:lvl6pPr>
            <a:lvl7pPr lvl="6">
              <a:lnSpc>
                <a:spcPct val="115000"/>
              </a:lnSpc>
              <a:spcBef>
                <a:spcPts val="0"/>
              </a:spcBef>
              <a:spcAft>
                <a:spcPts val="0"/>
              </a:spcAft>
              <a:buSzPts val="1500"/>
              <a:buFont typeface="Outfit"/>
              <a:buNone/>
              <a:defRPr sz="1500">
                <a:latin typeface="Outfit"/>
                <a:ea typeface="Outfit"/>
                <a:cs typeface="Outfit"/>
                <a:sym typeface="Outfit"/>
              </a:defRPr>
            </a:lvl7pPr>
            <a:lvl8pPr lvl="7">
              <a:lnSpc>
                <a:spcPct val="115000"/>
              </a:lnSpc>
              <a:spcBef>
                <a:spcPts val="0"/>
              </a:spcBef>
              <a:spcAft>
                <a:spcPts val="0"/>
              </a:spcAft>
              <a:buSzPts val="1500"/>
              <a:buFont typeface="Outfit"/>
              <a:buNone/>
              <a:defRPr sz="1500">
                <a:latin typeface="Outfit"/>
                <a:ea typeface="Outfit"/>
                <a:cs typeface="Outfit"/>
                <a:sym typeface="Outfit"/>
              </a:defRPr>
            </a:lvl8pPr>
            <a:lvl9pPr lvl="8">
              <a:lnSpc>
                <a:spcPct val="115000"/>
              </a:lnSpc>
              <a:spcBef>
                <a:spcPts val="0"/>
              </a:spcBef>
              <a:spcAft>
                <a:spcPts val="0"/>
              </a:spcAft>
              <a:buSzPts val="1500"/>
              <a:buFont typeface="Outfit"/>
              <a:buNone/>
              <a:defRPr sz="1500">
                <a:latin typeface="Outfit"/>
                <a:ea typeface="Outfit"/>
                <a:cs typeface="Outfit"/>
                <a:sym typeface="Outfit"/>
              </a:defRPr>
            </a:lvl9pPr>
          </a:lstStyle>
          <a:p/>
        </p:txBody>
      </p:sp>
      <p:sp>
        <p:nvSpPr>
          <p:cNvPr id="655" name="Google Shape;655;p53"/>
          <p:cNvSpPr txBox="1"/>
          <p:nvPr>
            <p:ph idx="16" type="subTitle"/>
          </p:nvPr>
        </p:nvSpPr>
        <p:spPr>
          <a:xfrm>
            <a:off x="3348525" y="2740125"/>
            <a:ext cx="2460000" cy="1539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b="1" sz="1000">
                <a:latin typeface="Outfit"/>
                <a:ea typeface="Outfit"/>
                <a:cs typeface="Outfit"/>
                <a:sym typeface="Outfit"/>
              </a:defRPr>
            </a:lvl1pPr>
            <a:lvl2pPr lvl="1">
              <a:lnSpc>
                <a:spcPct val="115000"/>
              </a:lnSpc>
              <a:spcBef>
                <a:spcPts val="0"/>
              </a:spcBef>
              <a:spcAft>
                <a:spcPts val="0"/>
              </a:spcAft>
              <a:buSzPts val="1500"/>
              <a:buFont typeface="Outfit"/>
              <a:buNone/>
              <a:defRPr sz="1500">
                <a:latin typeface="Outfit"/>
                <a:ea typeface="Outfit"/>
                <a:cs typeface="Outfit"/>
                <a:sym typeface="Outfit"/>
              </a:defRPr>
            </a:lvl2pPr>
            <a:lvl3pPr lvl="2">
              <a:lnSpc>
                <a:spcPct val="115000"/>
              </a:lnSpc>
              <a:spcBef>
                <a:spcPts val="0"/>
              </a:spcBef>
              <a:spcAft>
                <a:spcPts val="0"/>
              </a:spcAft>
              <a:buSzPts val="1500"/>
              <a:buFont typeface="Outfit"/>
              <a:buNone/>
              <a:defRPr sz="1500">
                <a:latin typeface="Outfit"/>
                <a:ea typeface="Outfit"/>
                <a:cs typeface="Outfit"/>
                <a:sym typeface="Outfit"/>
              </a:defRPr>
            </a:lvl3pPr>
            <a:lvl4pPr lvl="3">
              <a:lnSpc>
                <a:spcPct val="115000"/>
              </a:lnSpc>
              <a:spcBef>
                <a:spcPts val="0"/>
              </a:spcBef>
              <a:spcAft>
                <a:spcPts val="0"/>
              </a:spcAft>
              <a:buSzPts val="1500"/>
              <a:buFont typeface="Outfit"/>
              <a:buNone/>
              <a:defRPr sz="1500">
                <a:latin typeface="Outfit"/>
                <a:ea typeface="Outfit"/>
                <a:cs typeface="Outfit"/>
                <a:sym typeface="Outfit"/>
              </a:defRPr>
            </a:lvl4pPr>
            <a:lvl5pPr lvl="4">
              <a:lnSpc>
                <a:spcPct val="115000"/>
              </a:lnSpc>
              <a:spcBef>
                <a:spcPts val="0"/>
              </a:spcBef>
              <a:spcAft>
                <a:spcPts val="0"/>
              </a:spcAft>
              <a:buSzPts val="1500"/>
              <a:buFont typeface="Outfit"/>
              <a:buNone/>
              <a:defRPr sz="1500">
                <a:latin typeface="Outfit"/>
                <a:ea typeface="Outfit"/>
                <a:cs typeface="Outfit"/>
                <a:sym typeface="Outfit"/>
              </a:defRPr>
            </a:lvl5pPr>
            <a:lvl6pPr lvl="5">
              <a:lnSpc>
                <a:spcPct val="115000"/>
              </a:lnSpc>
              <a:spcBef>
                <a:spcPts val="0"/>
              </a:spcBef>
              <a:spcAft>
                <a:spcPts val="0"/>
              </a:spcAft>
              <a:buSzPts val="1500"/>
              <a:buFont typeface="Outfit"/>
              <a:buNone/>
              <a:defRPr sz="1500">
                <a:latin typeface="Outfit"/>
                <a:ea typeface="Outfit"/>
                <a:cs typeface="Outfit"/>
                <a:sym typeface="Outfit"/>
              </a:defRPr>
            </a:lvl6pPr>
            <a:lvl7pPr lvl="6">
              <a:lnSpc>
                <a:spcPct val="115000"/>
              </a:lnSpc>
              <a:spcBef>
                <a:spcPts val="0"/>
              </a:spcBef>
              <a:spcAft>
                <a:spcPts val="0"/>
              </a:spcAft>
              <a:buSzPts val="1500"/>
              <a:buFont typeface="Outfit"/>
              <a:buNone/>
              <a:defRPr sz="1500">
                <a:latin typeface="Outfit"/>
                <a:ea typeface="Outfit"/>
                <a:cs typeface="Outfit"/>
                <a:sym typeface="Outfit"/>
              </a:defRPr>
            </a:lvl7pPr>
            <a:lvl8pPr lvl="7">
              <a:lnSpc>
                <a:spcPct val="115000"/>
              </a:lnSpc>
              <a:spcBef>
                <a:spcPts val="0"/>
              </a:spcBef>
              <a:spcAft>
                <a:spcPts val="0"/>
              </a:spcAft>
              <a:buSzPts val="1500"/>
              <a:buFont typeface="Outfit"/>
              <a:buNone/>
              <a:defRPr sz="1500">
                <a:latin typeface="Outfit"/>
                <a:ea typeface="Outfit"/>
                <a:cs typeface="Outfit"/>
                <a:sym typeface="Outfit"/>
              </a:defRPr>
            </a:lvl8pPr>
            <a:lvl9pPr lvl="8">
              <a:lnSpc>
                <a:spcPct val="115000"/>
              </a:lnSpc>
              <a:spcBef>
                <a:spcPts val="0"/>
              </a:spcBef>
              <a:spcAft>
                <a:spcPts val="0"/>
              </a:spcAft>
              <a:buSzPts val="1500"/>
              <a:buFont typeface="Outfit"/>
              <a:buNone/>
              <a:defRPr sz="1500">
                <a:latin typeface="Outfit"/>
                <a:ea typeface="Outfit"/>
                <a:cs typeface="Outfit"/>
                <a:sym typeface="Outfit"/>
              </a:defRPr>
            </a:lvl9pPr>
          </a:lstStyle>
          <a:p/>
        </p:txBody>
      </p:sp>
      <p:sp>
        <p:nvSpPr>
          <p:cNvPr id="656" name="Google Shape;656;p53"/>
          <p:cNvSpPr txBox="1"/>
          <p:nvPr>
            <p:ph idx="17" type="subTitle"/>
          </p:nvPr>
        </p:nvSpPr>
        <p:spPr>
          <a:xfrm>
            <a:off x="6242100" y="2740125"/>
            <a:ext cx="2460000" cy="1539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b="1" sz="1000">
                <a:latin typeface="Outfit"/>
                <a:ea typeface="Outfit"/>
                <a:cs typeface="Outfit"/>
                <a:sym typeface="Outfit"/>
              </a:defRPr>
            </a:lvl1pPr>
            <a:lvl2pPr lvl="1">
              <a:lnSpc>
                <a:spcPct val="115000"/>
              </a:lnSpc>
              <a:spcBef>
                <a:spcPts val="0"/>
              </a:spcBef>
              <a:spcAft>
                <a:spcPts val="0"/>
              </a:spcAft>
              <a:buSzPts val="1500"/>
              <a:buFont typeface="Outfit"/>
              <a:buNone/>
              <a:defRPr sz="1500">
                <a:latin typeface="Outfit"/>
                <a:ea typeface="Outfit"/>
                <a:cs typeface="Outfit"/>
                <a:sym typeface="Outfit"/>
              </a:defRPr>
            </a:lvl2pPr>
            <a:lvl3pPr lvl="2">
              <a:lnSpc>
                <a:spcPct val="115000"/>
              </a:lnSpc>
              <a:spcBef>
                <a:spcPts val="0"/>
              </a:spcBef>
              <a:spcAft>
                <a:spcPts val="0"/>
              </a:spcAft>
              <a:buSzPts val="1500"/>
              <a:buFont typeface="Outfit"/>
              <a:buNone/>
              <a:defRPr sz="1500">
                <a:latin typeface="Outfit"/>
                <a:ea typeface="Outfit"/>
                <a:cs typeface="Outfit"/>
                <a:sym typeface="Outfit"/>
              </a:defRPr>
            </a:lvl3pPr>
            <a:lvl4pPr lvl="3">
              <a:lnSpc>
                <a:spcPct val="115000"/>
              </a:lnSpc>
              <a:spcBef>
                <a:spcPts val="0"/>
              </a:spcBef>
              <a:spcAft>
                <a:spcPts val="0"/>
              </a:spcAft>
              <a:buSzPts val="1500"/>
              <a:buFont typeface="Outfit"/>
              <a:buNone/>
              <a:defRPr sz="1500">
                <a:latin typeface="Outfit"/>
                <a:ea typeface="Outfit"/>
                <a:cs typeface="Outfit"/>
                <a:sym typeface="Outfit"/>
              </a:defRPr>
            </a:lvl4pPr>
            <a:lvl5pPr lvl="4">
              <a:lnSpc>
                <a:spcPct val="115000"/>
              </a:lnSpc>
              <a:spcBef>
                <a:spcPts val="0"/>
              </a:spcBef>
              <a:spcAft>
                <a:spcPts val="0"/>
              </a:spcAft>
              <a:buSzPts val="1500"/>
              <a:buFont typeface="Outfit"/>
              <a:buNone/>
              <a:defRPr sz="1500">
                <a:latin typeface="Outfit"/>
                <a:ea typeface="Outfit"/>
                <a:cs typeface="Outfit"/>
                <a:sym typeface="Outfit"/>
              </a:defRPr>
            </a:lvl5pPr>
            <a:lvl6pPr lvl="5">
              <a:lnSpc>
                <a:spcPct val="115000"/>
              </a:lnSpc>
              <a:spcBef>
                <a:spcPts val="0"/>
              </a:spcBef>
              <a:spcAft>
                <a:spcPts val="0"/>
              </a:spcAft>
              <a:buSzPts val="1500"/>
              <a:buFont typeface="Outfit"/>
              <a:buNone/>
              <a:defRPr sz="1500">
                <a:latin typeface="Outfit"/>
                <a:ea typeface="Outfit"/>
                <a:cs typeface="Outfit"/>
                <a:sym typeface="Outfit"/>
              </a:defRPr>
            </a:lvl6pPr>
            <a:lvl7pPr lvl="6">
              <a:lnSpc>
                <a:spcPct val="115000"/>
              </a:lnSpc>
              <a:spcBef>
                <a:spcPts val="0"/>
              </a:spcBef>
              <a:spcAft>
                <a:spcPts val="0"/>
              </a:spcAft>
              <a:buSzPts val="1500"/>
              <a:buFont typeface="Outfit"/>
              <a:buNone/>
              <a:defRPr sz="1500">
                <a:latin typeface="Outfit"/>
                <a:ea typeface="Outfit"/>
                <a:cs typeface="Outfit"/>
                <a:sym typeface="Outfit"/>
              </a:defRPr>
            </a:lvl7pPr>
            <a:lvl8pPr lvl="7">
              <a:lnSpc>
                <a:spcPct val="115000"/>
              </a:lnSpc>
              <a:spcBef>
                <a:spcPts val="0"/>
              </a:spcBef>
              <a:spcAft>
                <a:spcPts val="0"/>
              </a:spcAft>
              <a:buSzPts val="1500"/>
              <a:buFont typeface="Outfit"/>
              <a:buNone/>
              <a:defRPr sz="1500">
                <a:latin typeface="Outfit"/>
                <a:ea typeface="Outfit"/>
                <a:cs typeface="Outfit"/>
                <a:sym typeface="Outfit"/>
              </a:defRPr>
            </a:lvl8pPr>
            <a:lvl9pPr lvl="8">
              <a:lnSpc>
                <a:spcPct val="115000"/>
              </a:lnSpc>
              <a:spcBef>
                <a:spcPts val="0"/>
              </a:spcBef>
              <a:spcAft>
                <a:spcPts val="0"/>
              </a:spcAft>
              <a:buSzPts val="1500"/>
              <a:buFont typeface="Outfit"/>
              <a:buNone/>
              <a:defRPr sz="1500">
                <a:latin typeface="Outfit"/>
                <a:ea typeface="Outfit"/>
                <a:cs typeface="Outfit"/>
                <a:sym typeface="Outfit"/>
              </a:defRPr>
            </a:lvl9pPr>
          </a:lstStyle>
          <a:p/>
        </p:txBody>
      </p:sp>
      <p:sp>
        <p:nvSpPr>
          <p:cNvPr id="657" name="Google Shape;657;p53"/>
          <p:cNvSpPr txBox="1"/>
          <p:nvPr>
            <p:ph idx="18" type="subTitle"/>
          </p:nvPr>
        </p:nvSpPr>
        <p:spPr>
          <a:xfrm>
            <a:off x="3348525" y="3857175"/>
            <a:ext cx="2460000" cy="1539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b="1" sz="1000">
                <a:latin typeface="Outfit"/>
                <a:ea typeface="Outfit"/>
                <a:cs typeface="Outfit"/>
                <a:sym typeface="Outfit"/>
              </a:defRPr>
            </a:lvl1pPr>
            <a:lvl2pPr lvl="1">
              <a:lnSpc>
                <a:spcPct val="115000"/>
              </a:lnSpc>
              <a:spcBef>
                <a:spcPts val="0"/>
              </a:spcBef>
              <a:spcAft>
                <a:spcPts val="0"/>
              </a:spcAft>
              <a:buSzPts val="1500"/>
              <a:buFont typeface="Outfit"/>
              <a:buNone/>
              <a:defRPr sz="1500">
                <a:latin typeface="Outfit"/>
                <a:ea typeface="Outfit"/>
                <a:cs typeface="Outfit"/>
                <a:sym typeface="Outfit"/>
              </a:defRPr>
            </a:lvl2pPr>
            <a:lvl3pPr lvl="2">
              <a:lnSpc>
                <a:spcPct val="115000"/>
              </a:lnSpc>
              <a:spcBef>
                <a:spcPts val="0"/>
              </a:spcBef>
              <a:spcAft>
                <a:spcPts val="0"/>
              </a:spcAft>
              <a:buSzPts val="1500"/>
              <a:buFont typeface="Outfit"/>
              <a:buNone/>
              <a:defRPr sz="1500">
                <a:latin typeface="Outfit"/>
                <a:ea typeface="Outfit"/>
                <a:cs typeface="Outfit"/>
                <a:sym typeface="Outfit"/>
              </a:defRPr>
            </a:lvl3pPr>
            <a:lvl4pPr lvl="3">
              <a:lnSpc>
                <a:spcPct val="115000"/>
              </a:lnSpc>
              <a:spcBef>
                <a:spcPts val="0"/>
              </a:spcBef>
              <a:spcAft>
                <a:spcPts val="0"/>
              </a:spcAft>
              <a:buSzPts val="1500"/>
              <a:buFont typeface="Outfit"/>
              <a:buNone/>
              <a:defRPr sz="1500">
                <a:latin typeface="Outfit"/>
                <a:ea typeface="Outfit"/>
                <a:cs typeface="Outfit"/>
                <a:sym typeface="Outfit"/>
              </a:defRPr>
            </a:lvl4pPr>
            <a:lvl5pPr lvl="4">
              <a:lnSpc>
                <a:spcPct val="115000"/>
              </a:lnSpc>
              <a:spcBef>
                <a:spcPts val="0"/>
              </a:spcBef>
              <a:spcAft>
                <a:spcPts val="0"/>
              </a:spcAft>
              <a:buSzPts val="1500"/>
              <a:buFont typeface="Outfit"/>
              <a:buNone/>
              <a:defRPr sz="1500">
                <a:latin typeface="Outfit"/>
                <a:ea typeface="Outfit"/>
                <a:cs typeface="Outfit"/>
                <a:sym typeface="Outfit"/>
              </a:defRPr>
            </a:lvl5pPr>
            <a:lvl6pPr lvl="5">
              <a:lnSpc>
                <a:spcPct val="115000"/>
              </a:lnSpc>
              <a:spcBef>
                <a:spcPts val="0"/>
              </a:spcBef>
              <a:spcAft>
                <a:spcPts val="0"/>
              </a:spcAft>
              <a:buSzPts val="1500"/>
              <a:buFont typeface="Outfit"/>
              <a:buNone/>
              <a:defRPr sz="1500">
                <a:latin typeface="Outfit"/>
                <a:ea typeface="Outfit"/>
                <a:cs typeface="Outfit"/>
                <a:sym typeface="Outfit"/>
              </a:defRPr>
            </a:lvl6pPr>
            <a:lvl7pPr lvl="6">
              <a:lnSpc>
                <a:spcPct val="115000"/>
              </a:lnSpc>
              <a:spcBef>
                <a:spcPts val="0"/>
              </a:spcBef>
              <a:spcAft>
                <a:spcPts val="0"/>
              </a:spcAft>
              <a:buSzPts val="1500"/>
              <a:buFont typeface="Outfit"/>
              <a:buNone/>
              <a:defRPr sz="1500">
                <a:latin typeface="Outfit"/>
                <a:ea typeface="Outfit"/>
                <a:cs typeface="Outfit"/>
                <a:sym typeface="Outfit"/>
              </a:defRPr>
            </a:lvl7pPr>
            <a:lvl8pPr lvl="7">
              <a:lnSpc>
                <a:spcPct val="115000"/>
              </a:lnSpc>
              <a:spcBef>
                <a:spcPts val="0"/>
              </a:spcBef>
              <a:spcAft>
                <a:spcPts val="0"/>
              </a:spcAft>
              <a:buSzPts val="1500"/>
              <a:buFont typeface="Outfit"/>
              <a:buNone/>
              <a:defRPr sz="1500">
                <a:latin typeface="Outfit"/>
                <a:ea typeface="Outfit"/>
                <a:cs typeface="Outfit"/>
                <a:sym typeface="Outfit"/>
              </a:defRPr>
            </a:lvl8pPr>
            <a:lvl9pPr lvl="8">
              <a:lnSpc>
                <a:spcPct val="115000"/>
              </a:lnSpc>
              <a:spcBef>
                <a:spcPts val="0"/>
              </a:spcBef>
              <a:spcAft>
                <a:spcPts val="0"/>
              </a:spcAft>
              <a:buSzPts val="1500"/>
              <a:buFont typeface="Outfit"/>
              <a:buNone/>
              <a:defRPr sz="1500">
                <a:latin typeface="Outfit"/>
                <a:ea typeface="Outfit"/>
                <a:cs typeface="Outfit"/>
                <a:sym typeface="Outfit"/>
              </a:defRPr>
            </a:lvl9pPr>
          </a:lstStyle>
          <a:p/>
        </p:txBody>
      </p:sp>
      <p:sp>
        <p:nvSpPr>
          <p:cNvPr id="658" name="Google Shape;658;p53"/>
          <p:cNvSpPr txBox="1"/>
          <p:nvPr>
            <p:ph idx="19" type="subTitle"/>
          </p:nvPr>
        </p:nvSpPr>
        <p:spPr>
          <a:xfrm>
            <a:off x="6242100" y="3857175"/>
            <a:ext cx="2460000" cy="1539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b="1" sz="1000">
                <a:latin typeface="Outfit"/>
                <a:ea typeface="Outfit"/>
                <a:cs typeface="Outfit"/>
                <a:sym typeface="Outfit"/>
              </a:defRPr>
            </a:lvl1pPr>
            <a:lvl2pPr lvl="1">
              <a:lnSpc>
                <a:spcPct val="115000"/>
              </a:lnSpc>
              <a:spcBef>
                <a:spcPts val="0"/>
              </a:spcBef>
              <a:spcAft>
                <a:spcPts val="0"/>
              </a:spcAft>
              <a:buSzPts val="1500"/>
              <a:buFont typeface="Outfit"/>
              <a:buNone/>
              <a:defRPr sz="1500">
                <a:latin typeface="Outfit"/>
                <a:ea typeface="Outfit"/>
                <a:cs typeface="Outfit"/>
                <a:sym typeface="Outfit"/>
              </a:defRPr>
            </a:lvl2pPr>
            <a:lvl3pPr lvl="2">
              <a:lnSpc>
                <a:spcPct val="115000"/>
              </a:lnSpc>
              <a:spcBef>
                <a:spcPts val="0"/>
              </a:spcBef>
              <a:spcAft>
                <a:spcPts val="0"/>
              </a:spcAft>
              <a:buSzPts val="1500"/>
              <a:buFont typeface="Outfit"/>
              <a:buNone/>
              <a:defRPr sz="1500">
                <a:latin typeface="Outfit"/>
                <a:ea typeface="Outfit"/>
                <a:cs typeface="Outfit"/>
                <a:sym typeface="Outfit"/>
              </a:defRPr>
            </a:lvl3pPr>
            <a:lvl4pPr lvl="3">
              <a:lnSpc>
                <a:spcPct val="115000"/>
              </a:lnSpc>
              <a:spcBef>
                <a:spcPts val="0"/>
              </a:spcBef>
              <a:spcAft>
                <a:spcPts val="0"/>
              </a:spcAft>
              <a:buSzPts val="1500"/>
              <a:buFont typeface="Outfit"/>
              <a:buNone/>
              <a:defRPr sz="1500">
                <a:latin typeface="Outfit"/>
                <a:ea typeface="Outfit"/>
                <a:cs typeface="Outfit"/>
                <a:sym typeface="Outfit"/>
              </a:defRPr>
            </a:lvl4pPr>
            <a:lvl5pPr lvl="4">
              <a:lnSpc>
                <a:spcPct val="115000"/>
              </a:lnSpc>
              <a:spcBef>
                <a:spcPts val="0"/>
              </a:spcBef>
              <a:spcAft>
                <a:spcPts val="0"/>
              </a:spcAft>
              <a:buSzPts val="1500"/>
              <a:buFont typeface="Outfit"/>
              <a:buNone/>
              <a:defRPr sz="1500">
                <a:latin typeface="Outfit"/>
                <a:ea typeface="Outfit"/>
                <a:cs typeface="Outfit"/>
                <a:sym typeface="Outfit"/>
              </a:defRPr>
            </a:lvl5pPr>
            <a:lvl6pPr lvl="5">
              <a:lnSpc>
                <a:spcPct val="115000"/>
              </a:lnSpc>
              <a:spcBef>
                <a:spcPts val="0"/>
              </a:spcBef>
              <a:spcAft>
                <a:spcPts val="0"/>
              </a:spcAft>
              <a:buSzPts val="1500"/>
              <a:buFont typeface="Outfit"/>
              <a:buNone/>
              <a:defRPr sz="1500">
                <a:latin typeface="Outfit"/>
                <a:ea typeface="Outfit"/>
                <a:cs typeface="Outfit"/>
                <a:sym typeface="Outfit"/>
              </a:defRPr>
            </a:lvl6pPr>
            <a:lvl7pPr lvl="6">
              <a:lnSpc>
                <a:spcPct val="115000"/>
              </a:lnSpc>
              <a:spcBef>
                <a:spcPts val="0"/>
              </a:spcBef>
              <a:spcAft>
                <a:spcPts val="0"/>
              </a:spcAft>
              <a:buSzPts val="1500"/>
              <a:buFont typeface="Outfit"/>
              <a:buNone/>
              <a:defRPr sz="1500">
                <a:latin typeface="Outfit"/>
                <a:ea typeface="Outfit"/>
                <a:cs typeface="Outfit"/>
                <a:sym typeface="Outfit"/>
              </a:defRPr>
            </a:lvl7pPr>
            <a:lvl8pPr lvl="7">
              <a:lnSpc>
                <a:spcPct val="115000"/>
              </a:lnSpc>
              <a:spcBef>
                <a:spcPts val="0"/>
              </a:spcBef>
              <a:spcAft>
                <a:spcPts val="0"/>
              </a:spcAft>
              <a:buSzPts val="1500"/>
              <a:buFont typeface="Outfit"/>
              <a:buNone/>
              <a:defRPr sz="1500">
                <a:latin typeface="Outfit"/>
                <a:ea typeface="Outfit"/>
                <a:cs typeface="Outfit"/>
                <a:sym typeface="Outfit"/>
              </a:defRPr>
            </a:lvl8pPr>
            <a:lvl9pPr lvl="8">
              <a:lnSpc>
                <a:spcPct val="115000"/>
              </a:lnSpc>
              <a:spcBef>
                <a:spcPts val="0"/>
              </a:spcBef>
              <a:spcAft>
                <a:spcPts val="0"/>
              </a:spcAft>
              <a:buSzPts val="1500"/>
              <a:buFont typeface="Outfit"/>
              <a:buNone/>
              <a:defRPr sz="1500">
                <a:latin typeface="Outfit"/>
                <a:ea typeface="Outfit"/>
                <a:cs typeface="Outfit"/>
                <a:sym typeface="Outfit"/>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5">
  <p:cSld name="BLANK_1_1_1_1_1_1_1_1_1_1_1_2_1_1">
    <p:bg>
      <p:bgPr>
        <a:solidFill>
          <a:schemeClr val="lt2"/>
        </a:solidFill>
      </p:bgPr>
    </p:bg>
    <p:spTree>
      <p:nvGrpSpPr>
        <p:cNvPr id="659" name="Shape 659"/>
        <p:cNvGrpSpPr/>
        <p:nvPr/>
      </p:nvGrpSpPr>
      <p:grpSpPr>
        <a:xfrm>
          <a:off x="0" y="0"/>
          <a:ext cx="0" cy="0"/>
          <a:chOff x="0" y="0"/>
          <a:chExt cx="0" cy="0"/>
        </a:xfrm>
      </p:grpSpPr>
      <p:sp>
        <p:nvSpPr>
          <p:cNvPr id="660" name="Google Shape;660;p54"/>
          <p:cNvSpPr/>
          <p:nvPr>
            <p:ph idx="2" type="pic"/>
          </p:nvPr>
        </p:nvSpPr>
        <p:spPr>
          <a:xfrm>
            <a:off x="284650" y="2623125"/>
            <a:ext cx="723300" cy="1011600"/>
          </a:xfrm>
          <a:prstGeom prst="roundRect">
            <a:avLst>
              <a:gd fmla="val 16667" name="adj"/>
            </a:avLst>
          </a:prstGeom>
          <a:noFill/>
          <a:ln>
            <a:noFill/>
          </a:ln>
        </p:spPr>
      </p:sp>
      <p:sp>
        <p:nvSpPr>
          <p:cNvPr id="661" name="Google Shape;661;p54"/>
          <p:cNvSpPr txBox="1"/>
          <p:nvPr>
            <p:ph type="title"/>
          </p:nvPr>
        </p:nvSpPr>
        <p:spPr>
          <a:xfrm>
            <a:off x="284775" y="282900"/>
            <a:ext cx="7851300" cy="620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662" name="Google Shape;662;p54"/>
          <p:cNvSpPr txBox="1"/>
          <p:nvPr>
            <p:ph idx="1" type="subTitle"/>
          </p:nvPr>
        </p:nvSpPr>
        <p:spPr>
          <a:xfrm>
            <a:off x="1009725" y="4145850"/>
            <a:ext cx="2064000" cy="605100"/>
          </a:xfrm>
          <a:prstGeom prst="rect">
            <a:avLst/>
          </a:prstGeom>
        </p:spPr>
        <p:txBody>
          <a:bodyPr anchorCtr="0" anchor="b" bIns="137150" lIns="137150" spcFirstLastPara="1" rIns="182875" wrap="square" tIns="0">
            <a:noAutofit/>
          </a:bodyPr>
          <a:lstStyle>
            <a:lvl1pPr lvl="0">
              <a:lnSpc>
                <a:spcPct val="90000"/>
              </a:lnSpc>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663" name="Google Shape;663;p54"/>
          <p:cNvSpPr/>
          <p:nvPr>
            <p:ph idx="3" type="pic"/>
          </p:nvPr>
        </p:nvSpPr>
        <p:spPr>
          <a:xfrm>
            <a:off x="284650" y="3739875"/>
            <a:ext cx="723300" cy="1011600"/>
          </a:xfrm>
          <a:prstGeom prst="roundRect">
            <a:avLst>
              <a:gd fmla="val 16667" name="adj"/>
            </a:avLst>
          </a:prstGeom>
          <a:noFill/>
          <a:ln>
            <a:noFill/>
          </a:ln>
        </p:spPr>
      </p:sp>
      <p:sp>
        <p:nvSpPr>
          <p:cNvPr id="664" name="Google Shape;664;p54"/>
          <p:cNvSpPr/>
          <p:nvPr>
            <p:ph idx="4" type="pic"/>
          </p:nvPr>
        </p:nvSpPr>
        <p:spPr>
          <a:xfrm>
            <a:off x="3178288" y="2623125"/>
            <a:ext cx="723300" cy="1011600"/>
          </a:xfrm>
          <a:prstGeom prst="roundRect">
            <a:avLst>
              <a:gd fmla="val 16667" name="adj"/>
            </a:avLst>
          </a:prstGeom>
          <a:noFill/>
          <a:ln>
            <a:noFill/>
          </a:ln>
        </p:spPr>
      </p:sp>
      <p:sp>
        <p:nvSpPr>
          <p:cNvPr id="665" name="Google Shape;665;p54"/>
          <p:cNvSpPr/>
          <p:nvPr>
            <p:ph idx="5" type="pic"/>
          </p:nvPr>
        </p:nvSpPr>
        <p:spPr>
          <a:xfrm>
            <a:off x="3178288" y="3739875"/>
            <a:ext cx="723300" cy="1011600"/>
          </a:xfrm>
          <a:prstGeom prst="roundRect">
            <a:avLst>
              <a:gd fmla="val 16667" name="adj"/>
            </a:avLst>
          </a:prstGeom>
          <a:noFill/>
          <a:ln>
            <a:noFill/>
          </a:ln>
        </p:spPr>
      </p:sp>
      <p:sp>
        <p:nvSpPr>
          <p:cNvPr id="666" name="Google Shape;666;p54"/>
          <p:cNvSpPr/>
          <p:nvPr>
            <p:ph idx="6" type="pic"/>
          </p:nvPr>
        </p:nvSpPr>
        <p:spPr>
          <a:xfrm>
            <a:off x="6071925" y="2623125"/>
            <a:ext cx="723300" cy="1011600"/>
          </a:xfrm>
          <a:prstGeom prst="roundRect">
            <a:avLst>
              <a:gd fmla="val 16667" name="adj"/>
            </a:avLst>
          </a:prstGeom>
          <a:noFill/>
          <a:ln>
            <a:noFill/>
          </a:ln>
        </p:spPr>
      </p:sp>
      <p:sp>
        <p:nvSpPr>
          <p:cNvPr id="667" name="Google Shape;667;p54"/>
          <p:cNvSpPr/>
          <p:nvPr>
            <p:ph idx="7" type="pic"/>
          </p:nvPr>
        </p:nvSpPr>
        <p:spPr>
          <a:xfrm>
            <a:off x="6071925" y="3739875"/>
            <a:ext cx="723300" cy="1011600"/>
          </a:xfrm>
          <a:prstGeom prst="roundRect">
            <a:avLst>
              <a:gd fmla="val 16667" name="adj"/>
            </a:avLst>
          </a:prstGeom>
          <a:noFill/>
          <a:ln>
            <a:noFill/>
          </a:ln>
        </p:spPr>
      </p:sp>
      <p:sp>
        <p:nvSpPr>
          <p:cNvPr id="668" name="Google Shape;668;p54"/>
          <p:cNvSpPr txBox="1"/>
          <p:nvPr>
            <p:ph idx="8" type="subTitle"/>
          </p:nvPr>
        </p:nvSpPr>
        <p:spPr>
          <a:xfrm>
            <a:off x="3902538" y="4145850"/>
            <a:ext cx="2064000" cy="605100"/>
          </a:xfrm>
          <a:prstGeom prst="rect">
            <a:avLst/>
          </a:prstGeom>
        </p:spPr>
        <p:txBody>
          <a:bodyPr anchorCtr="0" anchor="b" bIns="137150" lIns="137150" spcFirstLastPara="1" rIns="182875" wrap="square" tIns="0">
            <a:noAutofit/>
          </a:bodyPr>
          <a:lstStyle>
            <a:lvl1pPr lvl="0">
              <a:lnSpc>
                <a:spcPct val="90000"/>
              </a:lnSpc>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669" name="Google Shape;669;p54"/>
          <p:cNvSpPr txBox="1"/>
          <p:nvPr>
            <p:ph idx="9" type="subTitle"/>
          </p:nvPr>
        </p:nvSpPr>
        <p:spPr>
          <a:xfrm>
            <a:off x="6795350" y="4145850"/>
            <a:ext cx="2064000" cy="605100"/>
          </a:xfrm>
          <a:prstGeom prst="rect">
            <a:avLst/>
          </a:prstGeom>
        </p:spPr>
        <p:txBody>
          <a:bodyPr anchorCtr="0" anchor="b" bIns="137150" lIns="137150" spcFirstLastPara="1" rIns="182875" wrap="square" tIns="0">
            <a:noAutofit/>
          </a:bodyPr>
          <a:lstStyle>
            <a:lvl1pPr lvl="0">
              <a:lnSpc>
                <a:spcPct val="90000"/>
              </a:lnSpc>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670" name="Google Shape;670;p54"/>
          <p:cNvSpPr txBox="1"/>
          <p:nvPr>
            <p:ph idx="13" type="subTitle"/>
          </p:nvPr>
        </p:nvSpPr>
        <p:spPr>
          <a:xfrm>
            <a:off x="1009725" y="3028725"/>
            <a:ext cx="2064000" cy="605100"/>
          </a:xfrm>
          <a:prstGeom prst="rect">
            <a:avLst/>
          </a:prstGeom>
        </p:spPr>
        <p:txBody>
          <a:bodyPr anchorCtr="0" anchor="b" bIns="137150" lIns="137150" spcFirstLastPara="1" rIns="182875" wrap="square" tIns="0">
            <a:noAutofit/>
          </a:bodyPr>
          <a:lstStyle>
            <a:lvl1pPr lvl="0">
              <a:lnSpc>
                <a:spcPct val="90000"/>
              </a:lnSpc>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671" name="Google Shape;671;p54"/>
          <p:cNvSpPr txBox="1"/>
          <p:nvPr>
            <p:ph idx="14" type="subTitle"/>
          </p:nvPr>
        </p:nvSpPr>
        <p:spPr>
          <a:xfrm>
            <a:off x="3902538" y="3028725"/>
            <a:ext cx="2064000" cy="605100"/>
          </a:xfrm>
          <a:prstGeom prst="rect">
            <a:avLst/>
          </a:prstGeom>
        </p:spPr>
        <p:txBody>
          <a:bodyPr anchorCtr="0" anchor="b" bIns="137150" lIns="137150" spcFirstLastPara="1" rIns="182875" wrap="square" tIns="0">
            <a:noAutofit/>
          </a:bodyPr>
          <a:lstStyle>
            <a:lvl1pPr lvl="0">
              <a:lnSpc>
                <a:spcPct val="90000"/>
              </a:lnSpc>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672" name="Google Shape;672;p54"/>
          <p:cNvSpPr txBox="1"/>
          <p:nvPr>
            <p:ph idx="15" type="subTitle"/>
          </p:nvPr>
        </p:nvSpPr>
        <p:spPr>
          <a:xfrm>
            <a:off x="6795350" y="3028725"/>
            <a:ext cx="2064000" cy="605100"/>
          </a:xfrm>
          <a:prstGeom prst="rect">
            <a:avLst/>
          </a:prstGeom>
        </p:spPr>
        <p:txBody>
          <a:bodyPr anchorCtr="0" anchor="b" bIns="137150" lIns="137150" spcFirstLastPara="1" rIns="182875" wrap="square" tIns="0">
            <a:noAutofit/>
          </a:bodyPr>
          <a:lstStyle>
            <a:lvl1pPr lvl="0">
              <a:lnSpc>
                <a:spcPct val="90000"/>
              </a:lnSpc>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ards">
  <p:cSld name="CUSTOM_5">
    <p:spTree>
      <p:nvGrpSpPr>
        <p:cNvPr id="673" name="Shape 673"/>
        <p:cNvGrpSpPr/>
        <p:nvPr/>
      </p:nvGrpSpPr>
      <p:grpSpPr>
        <a:xfrm>
          <a:off x="0" y="0"/>
          <a:ext cx="0" cy="0"/>
          <a:chOff x="0" y="0"/>
          <a:chExt cx="0" cy="0"/>
        </a:xfrm>
      </p:grpSpPr>
      <p:sp>
        <p:nvSpPr>
          <p:cNvPr id="674" name="Google Shape;674;p55"/>
          <p:cNvSpPr txBox="1"/>
          <p:nvPr>
            <p:ph type="title"/>
          </p:nvPr>
        </p:nvSpPr>
        <p:spPr>
          <a:xfrm>
            <a:off x="284775" y="282900"/>
            <a:ext cx="8582400" cy="11169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675" name="Google Shape;675;p55"/>
          <p:cNvSpPr txBox="1"/>
          <p:nvPr>
            <p:ph idx="1" type="subTitle"/>
          </p:nvPr>
        </p:nvSpPr>
        <p:spPr>
          <a:xfrm>
            <a:off x="1802675" y="2040250"/>
            <a:ext cx="1468500" cy="333300"/>
          </a:xfrm>
          <a:prstGeom prst="rect">
            <a:avLst/>
          </a:prstGeom>
        </p:spPr>
        <p:txBody>
          <a:bodyPr anchorCtr="0" anchor="t" bIns="0" lIns="0" spcFirstLastPara="1" rIns="0" wrap="square" tIns="0">
            <a:noAutofit/>
          </a:bodyPr>
          <a:lstStyle>
            <a:lvl1pPr lvl="0">
              <a:spcBef>
                <a:spcPts val="0"/>
              </a:spcBef>
              <a:spcAft>
                <a:spcPts val="0"/>
              </a:spcAft>
              <a:buNone/>
              <a:defRPr sz="1400">
                <a:solidFill>
                  <a:schemeClr val="lt2"/>
                </a:solidFill>
                <a:latin typeface="Instrument Sans Medium"/>
                <a:ea typeface="Instrument Sans Medium"/>
                <a:cs typeface="Instrument Sans Medium"/>
                <a:sym typeface="Instrument Sans Medium"/>
              </a:defRPr>
            </a:lvl1pPr>
            <a:lvl2pPr lvl="1">
              <a:spcBef>
                <a:spcPts val="0"/>
              </a:spcBef>
              <a:spcAft>
                <a:spcPts val="0"/>
              </a:spcAft>
              <a:buSzPts val="600"/>
              <a:buNone/>
              <a:defRPr sz="600"/>
            </a:lvl2pPr>
            <a:lvl3pPr lvl="2">
              <a:spcBef>
                <a:spcPts val="0"/>
              </a:spcBef>
              <a:spcAft>
                <a:spcPts val="0"/>
              </a:spcAft>
              <a:buSzPts val="600"/>
              <a:buNone/>
              <a:defRPr sz="600"/>
            </a:lvl3pPr>
            <a:lvl4pPr lvl="3">
              <a:spcBef>
                <a:spcPts val="0"/>
              </a:spcBef>
              <a:spcAft>
                <a:spcPts val="0"/>
              </a:spcAft>
              <a:buSzPts val="600"/>
              <a:buNone/>
              <a:defRPr sz="600"/>
            </a:lvl4pPr>
            <a:lvl5pPr lvl="4">
              <a:spcBef>
                <a:spcPts val="0"/>
              </a:spcBef>
              <a:spcAft>
                <a:spcPts val="0"/>
              </a:spcAft>
              <a:buSzPts val="600"/>
              <a:buNone/>
              <a:defRPr sz="600"/>
            </a:lvl5pPr>
            <a:lvl6pPr lvl="5">
              <a:spcBef>
                <a:spcPts val="0"/>
              </a:spcBef>
              <a:spcAft>
                <a:spcPts val="0"/>
              </a:spcAft>
              <a:buSzPts val="600"/>
              <a:buNone/>
              <a:defRPr sz="600"/>
            </a:lvl6pPr>
            <a:lvl7pPr lvl="6">
              <a:spcBef>
                <a:spcPts val="0"/>
              </a:spcBef>
              <a:spcAft>
                <a:spcPts val="0"/>
              </a:spcAft>
              <a:buSzPts val="600"/>
              <a:buNone/>
              <a:defRPr sz="600"/>
            </a:lvl7pPr>
            <a:lvl8pPr lvl="7">
              <a:spcBef>
                <a:spcPts val="0"/>
              </a:spcBef>
              <a:spcAft>
                <a:spcPts val="0"/>
              </a:spcAft>
              <a:buSzPts val="600"/>
              <a:buNone/>
              <a:defRPr sz="600"/>
            </a:lvl8pPr>
            <a:lvl9pPr lvl="8">
              <a:spcBef>
                <a:spcPts val="0"/>
              </a:spcBef>
              <a:spcAft>
                <a:spcPts val="0"/>
              </a:spcAft>
              <a:buSzPts val="600"/>
              <a:buNone/>
              <a:defRPr sz="600"/>
            </a:lvl9pPr>
          </a:lstStyle>
          <a:p/>
        </p:txBody>
      </p:sp>
      <p:sp>
        <p:nvSpPr>
          <p:cNvPr id="676" name="Google Shape;676;p55"/>
          <p:cNvSpPr txBox="1"/>
          <p:nvPr>
            <p:ph idx="2" type="subTitle"/>
          </p:nvPr>
        </p:nvSpPr>
        <p:spPr>
          <a:xfrm>
            <a:off x="3610975" y="2040250"/>
            <a:ext cx="1468500" cy="333300"/>
          </a:xfrm>
          <a:prstGeom prst="rect">
            <a:avLst/>
          </a:prstGeom>
        </p:spPr>
        <p:txBody>
          <a:bodyPr anchorCtr="0" anchor="t" bIns="0" lIns="0" spcFirstLastPara="1" rIns="0" wrap="square" tIns="0">
            <a:noAutofit/>
          </a:bodyPr>
          <a:lstStyle>
            <a:lvl1pPr lvl="0">
              <a:spcBef>
                <a:spcPts val="0"/>
              </a:spcBef>
              <a:spcAft>
                <a:spcPts val="0"/>
              </a:spcAft>
              <a:buNone/>
              <a:defRPr sz="1400">
                <a:latin typeface="Instrument Sans Medium"/>
                <a:ea typeface="Instrument Sans Medium"/>
                <a:cs typeface="Instrument Sans Medium"/>
                <a:sym typeface="Instrument Sans Medium"/>
              </a:defRPr>
            </a:lvl1pPr>
            <a:lvl2pPr lvl="1">
              <a:spcBef>
                <a:spcPts val="0"/>
              </a:spcBef>
              <a:spcAft>
                <a:spcPts val="0"/>
              </a:spcAft>
              <a:buSzPts val="600"/>
              <a:buNone/>
              <a:defRPr sz="600"/>
            </a:lvl2pPr>
            <a:lvl3pPr lvl="2">
              <a:spcBef>
                <a:spcPts val="0"/>
              </a:spcBef>
              <a:spcAft>
                <a:spcPts val="0"/>
              </a:spcAft>
              <a:buSzPts val="600"/>
              <a:buNone/>
              <a:defRPr sz="600"/>
            </a:lvl3pPr>
            <a:lvl4pPr lvl="3">
              <a:spcBef>
                <a:spcPts val="0"/>
              </a:spcBef>
              <a:spcAft>
                <a:spcPts val="0"/>
              </a:spcAft>
              <a:buSzPts val="600"/>
              <a:buNone/>
              <a:defRPr sz="600"/>
            </a:lvl4pPr>
            <a:lvl5pPr lvl="4">
              <a:spcBef>
                <a:spcPts val="0"/>
              </a:spcBef>
              <a:spcAft>
                <a:spcPts val="0"/>
              </a:spcAft>
              <a:buSzPts val="600"/>
              <a:buNone/>
              <a:defRPr sz="600"/>
            </a:lvl5pPr>
            <a:lvl6pPr lvl="5">
              <a:spcBef>
                <a:spcPts val="0"/>
              </a:spcBef>
              <a:spcAft>
                <a:spcPts val="0"/>
              </a:spcAft>
              <a:buSzPts val="600"/>
              <a:buNone/>
              <a:defRPr sz="600"/>
            </a:lvl6pPr>
            <a:lvl7pPr lvl="6">
              <a:spcBef>
                <a:spcPts val="0"/>
              </a:spcBef>
              <a:spcAft>
                <a:spcPts val="0"/>
              </a:spcAft>
              <a:buSzPts val="600"/>
              <a:buNone/>
              <a:defRPr sz="600"/>
            </a:lvl7pPr>
            <a:lvl8pPr lvl="7">
              <a:spcBef>
                <a:spcPts val="0"/>
              </a:spcBef>
              <a:spcAft>
                <a:spcPts val="0"/>
              </a:spcAft>
              <a:buSzPts val="600"/>
              <a:buNone/>
              <a:defRPr sz="600"/>
            </a:lvl8pPr>
            <a:lvl9pPr lvl="8">
              <a:spcBef>
                <a:spcPts val="0"/>
              </a:spcBef>
              <a:spcAft>
                <a:spcPts val="0"/>
              </a:spcAft>
              <a:buSzPts val="600"/>
              <a:buNone/>
              <a:defRPr sz="600"/>
            </a:lvl9pPr>
          </a:lstStyle>
          <a:p/>
        </p:txBody>
      </p:sp>
      <p:sp>
        <p:nvSpPr>
          <p:cNvPr id="677" name="Google Shape;677;p55"/>
          <p:cNvSpPr txBox="1"/>
          <p:nvPr>
            <p:ph idx="3" type="subTitle"/>
          </p:nvPr>
        </p:nvSpPr>
        <p:spPr>
          <a:xfrm>
            <a:off x="5419275" y="2040250"/>
            <a:ext cx="1468500" cy="333300"/>
          </a:xfrm>
          <a:prstGeom prst="rect">
            <a:avLst/>
          </a:prstGeom>
        </p:spPr>
        <p:txBody>
          <a:bodyPr anchorCtr="0" anchor="t" bIns="0" lIns="0" spcFirstLastPara="1" rIns="0" wrap="square" tIns="0">
            <a:noAutofit/>
          </a:bodyPr>
          <a:lstStyle>
            <a:lvl1pPr lvl="0">
              <a:spcBef>
                <a:spcPts val="0"/>
              </a:spcBef>
              <a:spcAft>
                <a:spcPts val="0"/>
              </a:spcAft>
              <a:buNone/>
              <a:defRPr sz="1400">
                <a:latin typeface="Instrument Sans Medium"/>
                <a:ea typeface="Instrument Sans Medium"/>
                <a:cs typeface="Instrument Sans Medium"/>
                <a:sym typeface="Instrument Sans Medium"/>
              </a:defRPr>
            </a:lvl1pPr>
            <a:lvl2pPr lvl="1">
              <a:spcBef>
                <a:spcPts val="0"/>
              </a:spcBef>
              <a:spcAft>
                <a:spcPts val="0"/>
              </a:spcAft>
              <a:buSzPts val="600"/>
              <a:buNone/>
              <a:defRPr sz="600"/>
            </a:lvl2pPr>
            <a:lvl3pPr lvl="2">
              <a:spcBef>
                <a:spcPts val="0"/>
              </a:spcBef>
              <a:spcAft>
                <a:spcPts val="0"/>
              </a:spcAft>
              <a:buSzPts val="600"/>
              <a:buNone/>
              <a:defRPr sz="600"/>
            </a:lvl3pPr>
            <a:lvl4pPr lvl="3">
              <a:spcBef>
                <a:spcPts val="0"/>
              </a:spcBef>
              <a:spcAft>
                <a:spcPts val="0"/>
              </a:spcAft>
              <a:buSzPts val="600"/>
              <a:buNone/>
              <a:defRPr sz="600"/>
            </a:lvl4pPr>
            <a:lvl5pPr lvl="4">
              <a:spcBef>
                <a:spcPts val="0"/>
              </a:spcBef>
              <a:spcAft>
                <a:spcPts val="0"/>
              </a:spcAft>
              <a:buSzPts val="600"/>
              <a:buNone/>
              <a:defRPr sz="600"/>
            </a:lvl5pPr>
            <a:lvl6pPr lvl="5">
              <a:spcBef>
                <a:spcPts val="0"/>
              </a:spcBef>
              <a:spcAft>
                <a:spcPts val="0"/>
              </a:spcAft>
              <a:buSzPts val="600"/>
              <a:buNone/>
              <a:defRPr sz="600"/>
            </a:lvl6pPr>
            <a:lvl7pPr lvl="6">
              <a:spcBef>
                <a:spcPts val="0"/>
              </a:spcBef>
              <a:spcAft>
                <a:spcPts val="0"/>
              </a:spcAft>
              <a:buSzPts val="600"/>
              <a:buNone/>
              <a:defRPr sz="600"/>
            </a:lvl7pPr>
            <a:lvl8pPr lvl="7">
              <a:spcBef>
                <a:spcPts val="0"/>
              </a:spcBef>
              <a:spcAft>
                <a:spcPts val="0"/>
              </a:spcAft>
              <a:buSzPts val="600"/>
              <a:buNone/>
              <a:defRPr sz="600"/>
            </a:lvl8pPr>
            <a:lvl9pPr lvl="8">
              <a:spcBef>
                <a:spcPts val="0"/>
              </a:spcBef>
              <a:spcAft>
                <a:spcPts val="0"/>
              </a:spcAft>
              <a:buSzPts val="600"/>
              <a:buNone/>
              <a:defRPr sz="600"/>
            </a:lvl9pPr>
          </a:lstStyle>
          <a:p/>
        </p:txBody>
      </p:sp>
      <p:sp>
        <p:nvSpPr>
          <p:cNvPr id="678" name="Google Shape;678;p55"/>
          <p:cNvSpPr txBox="1"/>
          <p:nvPr>
            <p:ph idx="4" type="subTitle"/>
          </p:nvPr>
        </p:nvSpPr>
        <p:spPr>
          <a:xfrm>
            <a:off x="7227575" y="2040250"/>
            <a:ext cx="1468500" cy="333300"/>
          </a:xfrm>
          <a:prstGeom prst="rect">
            <a:avLst/>
          </a:prstGeom>
        </p:spPr>
        <p:txBody>
          <a:bodyPr anchorCtr="0" anchor="t" bIns="0" lIns="0" spcFirstLastPara="1" rIns="0" wrap="square" tIns="0">
            <a:noAutofit/>
          </a:bodyPr>
          <a:lstStyle>
            <a:lvl1pPr lvl="0">
              <a:spcBef>
                <a:spcPts val="0"/>
              </a:spcBef>
              <a:spcAft>
                <a:spcPts val="0"/>
              </a:spcAft>
              <a:buNone/>
              <a:defRPr sz="1400">
                <a:latin typeface="Instrument Sans Medium"/>
                <a:ea typeface="Instrument Sans Medium"/>
                <a:cs typeface="Instrument Sans Medium"/>
                <a:sym typeface="Instrument Sans Medium"/>
              </a:defRPr>
            </a:lvl1pPr>
            <a:lvl2pPr lvl="1">
              <a:spcBef>
                <a:spcPts val="0"/>
              </a:spcBef>
              <a:spcAft>
                <a:spcPts val="0"/>
              </a:spcAft>
              <a:buSzPts val="600"/>
              <a:buNone/>
              <a:defRPr sz="600"/>
            </a:lvl2pPr>
            <a:lvl3pPr lvl="2">
              <a:spcBef>
                <a:spcPts val="0"/>
              </a:spcBef>
              <a:spcAft>
                <a:spcPts val="0"/>
              </a:spcAft>
              <a:buSzPts val="600"/>
              <a:buNone/>
              <a:defRPr sz="600"/>
            </a:lvl3pPr>
            <a:lvl4pPr lvl="3">
              <a:spcBef>
                <a:spcPts val="0"/>
              </a:spcBef>
              <a:spcAft>
                <a:spcPts val="0"/>
              </a:spcAft>
              <a:buSzPts val="600"/>
              <a:buNone/>
              <a:defRPr sz="600"/>
            </a:lvl4pPr>
            <a:lvl5pPr lvl="4">
              <a:spcBef>
                <a:spcPts val="0"/>
              </a:spcBef>
              <a:spcAft>
                <a:spcPts val="0"/>
              </a:spcAft>
              <a:buSzPts val="600"/>
              <a:buNone/>
              <a:defRPr sz="600"/>
            </a:lvl5pPr>
            <a:lvl6pPr lvl="5">
              <a:spcBef>
                <a:spcPts val="0"/>
              </a:spcBef>
              <a:spcAft>
                <a:spcPts val="0"/>
              </a:spcAft>
              <a:buSzPts val="600"/>
              <a:buNone/>
              <a:defRPr sz="600"/>
            </a:lvl6pPr>
            <a:lvl7pPr lvl="6">
              <a:spcBef>
                <a:spcPts val="0"/>
              </a:spcBef>
              <a:spcAft>
                <a:spcPts val="0"/>
              </a:spcAft>
              <a:buSzPts val="600"/>
              <a:buNone/>
              <a:defRPr sz="600"/>
            </a:lvl7pPr>
            <a:lvl8pPr lvl="7">
              <a:spcBef>
                <a:spcPts val="0"/>
              </a:spcBef>
              <a:spcAft>
                <a:spcPts val="0"/>
              </a:spcAft>
              <a:buSzPts val="600"/>
              <a:buNone/>
              <a:defRPr sz="600"/>
            </a:lvl8pPr>
            <a:lvl9pPr lvl="8">
              <a:spcBef>
                <a:spcPts val="0"/>
              </a:spcBef>
              <a:spcAft>
                <a:spcPts val="0"/>
              </a:spcAft>
              <a:buSzPts val="600"/>
              <a:buNone/>
              <a:defRPr sz="600"/>
            </a:lvl9pPr>
          </a:lstStyle>
          <a:p/>
        </p:txBody>
      </p:sp>
      <p:sp>
        <p:nvSpPr>
          <p:cNvPr id="679" name="Google Shape;679;p55"/>
          <p:cNvSpPr txBox="1"/>
          <p:nvPr>
            <p:ph idx="5"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SzPts val="600"/>
              <a:buNone/>
              <a:defRPr sz="600"/>
            </a:lvl2pPr>
            <a:lvl3pPr lvl="2">
              <a:spcBef>
                <a:spcPts val="0"/>
              </a:spcBef>
              <a:spcAft>
                <a:spcPts val="0"/>
              </a:spcAft>
              <a:buSzPts val="600"/>
              <a:buNone/>
              <a:defRPr sz="600"/>
            </a:lvl3pPr>
            <a:lvl4pPr lvl="3">
              <a:spcBef>
                <a:spcPts val="0"/>
              </a:spcBef>
              <a:spcAft>
                <a:spcPts val="0"/>
              </a:spcAft>
              <a:buSzPts val="600"/>
              <a:buNone/>
              <a:defRPr sz="600"/>
            </a:lvl4pPr>
            <a:lvl5pPr lvl="4">
              <a:spcBef>
                <a:spcPts val="0"/>
              </a:spcBef>
              <a:spcAft>
                <a:spcPts val="0"/>
              </a:spcAft>
              <a:buSzPts val="600"/>
              <a:buNone/>
              <a:defRPr sz="600"/>
            </a:lvl5pPr>
            <a:lvl6pPr lvl="5">
              <a:spcBef>
                <a:spcPts val="0"/>
              </a:spcBef>
              <a:spcAft>
                <a:spcPts val="0"/>
              </a:spcAft>
              <a:buSzPts val="600"/>
              <a:buNone/>
              <a:defRPr sz="600"/>
            </a:lvl6pPr>
            <a:lvl7pPr lvl="6">
              <a:spcBef>
                <a:spcPts val="0"/>
              </a:spcBef>
              <a:spcAft>
                <a:spcPts val="0"/>
              </a:spcAft>
              <a:buSzPts val="600"/>
              <a:buNone/>
              <a:defRPr sz="600"/>
            </a:lvl7pPr>
            <a:lvl8pPr lvl="7">
              <a:spcBef>
                <a:spcPts val="0"/>
              </a:spcBef>
              <a:spcAft>
                <a:spcPts val="0"/>
              </a:spcAft>
              <a:buSzPts val="600"/>
              <a:buNone/>
              <a:defRPr sz="600"/>
            </a:lvl8pPr>
            <a:lvl9pPr lvl="8">
              <a:spcBef>
                <a:spcPts val="0"/>
              </a:spcBef>
              <a:spcAft>
                <a:spcPts val="0"/>
              </a:spcAft>
              <a:buSzPts val="600"/>
              <a:buNone/>
              <a:defRPr sz="600"/>
            </a:lvl9pPr>
          </a:lstStyle>
          <a:p/>
        </p:txBody>
      </p:sp>
      <p:sp>
        <p:nvSpPr>
          <p:cNvPr id="680" name="Google Shape;680;p55"/>
          <p:cNvSpPr txBox="1"/>
          <p:nvPr>
            <p:ph idx="6"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SzPts val="600"/>
              <a:buNone/>
              <a:defRPr sz="600"/>
            </a:lvl2pPr>
            <a:lvl3pPr lvl="2" algn="r">
              <a:spcBef>
                <a:spcPts val="0"/>
              </a:spcBef>
              <a:spcAft>
                <a:spcPts val="0"/>
              </a:spcAft>
              <a:buSzPts val="600"/>
              <a:buNone/>
              <a:defRPr sz="600"/>
            </a:lvl3pPr>
            <a:lvl4pPr lvl="3" algn="r">
              <a:spcBef>
                <a:spcPts val="0"/>
              </a:spcBef>
              <a:spcAft>
                <a:spcPts val="0"/>
              </a:spcAft>
              <a:buSzPts val="600"/>
              <a:buNone/>
              <a:defRPr sz="600"/>
            </a:lvl4pPr>
            <a:lvl5pPr lvl="4" algn="r">
              <a:spcBef>
                <a:spcPts val="0"/>
              </a:spcBef>
              <a:spcAft>
                <a:spcPts val="0"/>
              </a:spcAft>
              <a:buSzPts val="600"/>
              <a:buNone/>
              <a:defRPr sz="600"/>
            </a:lvl5pPr>
            <a:lvl6pPr lvl="5" algn="r">
              <a:spcBef>
                <a:spcPts val="0"/>
              </a:spcBef>
              <a:spcAft>
                <a:spcPts val="0"/>
              </a:spcAft>
              <a:buSzPts val="600"/>
              <a:buNone/>
              <a:defRPr sz="600"/>
            </a:lvl6pPr>
            <a:lvl7pPr lvl="6" algn="r">
              <a:spcBef>
                <a:spcPts val="0"/>
              </a:spcBef>
              <a:spcAft>
                <a:spcPts val="0"/>
              </a:spcAft>
              <a:buSzPts val="600"/>
              <a:buNone/>
              <a:defRPr sz="600"/>
            </a:lvl7pPr>
            <a:lvl8pPr lvl="7" algn="r">
              <a:spcBef>
                <a:spcPts val="0"/>
              </a:spcBef>
              <a:spcAft>
                <a:spcPts val="0"/>
              </a:spcAft>
              <a:buSzPts val="600"/>
              <a:buNone/>
              <a:defRPr sz="600"/>
            </a:lvl8pPr>
            <a:lvl9pPr lvl="8" algn="r">
              <a:spcBef>
                <a:spcPts val="0"/>
              </a:spcBef>
              <a:spcAft>
                <a:spcPts val="0"/>
              </a:spcAft>
              <a:buSzPts val="600"/>
              <a:buNone/>
              <a:defRPr sz="600"/>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4">
  <p:cSld name="BLANK_1_1_1_1_1_1_1_1_1_1_1_1_2_1_1">
    <p:spTree>
      <p:nvGrpSpPr>
        <p:cNvPr id="681" name="Shape 681"/>
        <p:cNvGrpSpPr/>
        <p:nvPr/>
      </p:nvGrpSpPr>
      <p:grpSpPr>
        <a:xfrm>
          <a:off x="0" y="0"/>
          <a:ext cx="0" cy="0"/>
          <a:chOff x="0" y="0"/>
          <a:chExt cx="0" cy="0"/>
        </a:xfrm>
      </p:grpSpPr>
      <p:sp>
        <p:nvSpPr>
          <p:cNvPr id="682" name="Google Shape;682;p56"/>
          <p:cNvSpPr/>
          <p:nvPr>
            <p:ph idx="2" type="pic"/>
          </p:nvPr>
        </p:nvSpPr>
        <p:spPr>
          <a:xfrm>
            <a:off x="2210800" y="1984500"/>
            <a:ext cx="1828800" cy="1828800"/>
          </a:xfrm>
          <a:prstGeom prst="ellipse">
            <a:avLst/>
          </a:prstGeom>
          <a:noFill/>
          <a:ln cap="flat" cmpd="sng" w="9525">
            <a:solidFill>
              <a:schemeClr val="dk2"/>
            </a:solidFill>
            <a:prstDash val="solid"/>
            <a:round/>
            <a:headEnd len="sm" w="sm" type="none"/>
            <a:tailEnd len="sm" w="sm" type="none"/>
          </a:ln>
        </p:spPr>
      </p:sp>
      <p:sp>
        <p:nvSpPr>
          <p:cNvPr id="683" name="Google Shape;683;p56"/>
          <p:cNvSpPr txBox="1"/>
          <p:nvPr>
            <p:ph type="title"/>
          </p:nvPr>
        </p:nvSpPr>
        <p:spPr>
          <a:xfrm>
            <a:off x="1739950" y="282900"/>
            <a:ext cx="4234200" cy="11169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684" name="Google Shape;684;p56"/>
          <p:cNvSpPr txBox="1"/>
          <p:nvPr>
            <p:ph idx="1" type="body"/>
          </p:nvPr>
        </p:nvSpPr>
        <p:spPr>
          <a:xfrm>
            <a:off x="4624900" y="3199050"/>
            <a:ext cx="2787600" cy="14361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SzPts val="1000"/>
              <a:buFont typeface="Instrument Sans SemiBold"/>
              <a:buChar char="●"/>
              <a:defRPr sz="1000">
                <a:latin typeface="Instrument Sans SemiBold"/>
                <a:ea typeface="Instrument Sans SemiBold"/>
                <a:cs typeface="Instrument Sans SemiBold"/>
                <a:sym typeface="Instrument Sans SemiBold"/>
              </a:defRPr>
            </a:lvl1pPr>
            <a:lvl2pPr indent="-292100" lvl="1" marL="914400">
              <a:lnSpc>
                <a:spcPct val="115000"/>
              </a:lnSpc>
              <a:spcBef>
                <a:spcPts val="0"/>
              </a:spcBef>
              <a:spcAft>
                <a:spcPts val="0"/>
              </a:spcAft>
              <a:buSzPts val="1000"/>
              <a:buFont typeface="Instrument Sans SemiBold"/>
              <a:buChar char="○"/>
              <a:defRPr sz="1000">
                <a:latin typeface="Instrument Sans SemiBold"/>
                <a:ea typeface="Instrument Sans SemiBold"/>
                <a:cs typeface="Instrument Sans SemiBold"/>
                <a:sym typeface="Instrument Sans SemiBold"/>
              </a:defRPr>
            </a:lvl2pPr>
            <a:lvl3pPr indent="-292100" lvl="2" marL="1371600">
              <a:lnSpc>
                <a:spcPct val="115000"/>
              </a:lnSpc>
              <a:spcBef>
                <a:spcPts val="0"/>
              </a:spcBef>
              <a:spcAft>
                <a:spcPts val="0"/>
              </a:spcAft>
              <a:buSzPts val="1000"/>
              <a:buFont typeface="Instrument Sans SemiBold"/>
              <a:buChar char="■"/>
              <a:defRPr sz="1000">
                <a:latin typeface="Instrument Sans SemiBold"/>
                <a:ea typeface="Instrument Sans SemiBold"/>
                <a:cs typeface="Instrument Sans SemiBold"/>
                <a:sym typeface="Instrument Sans SemiBold"/>
              </a:defRPr>
            </a:lvl3pPr>
            <a:lvl4pPr indent="-292100" lvl="3" marL="1828800">
              <a:lnSpc>
                <a:spcPct val="115000"/>
              </a:lnSpc>
              <a:spcBef>
                <a:spcPts val="0"/>
              </a:spcBef>
              <a:spcAft>
                <a:spcPts val="0"/>
              </a:spcAft>
              <a:buSzPts val="1000"/>
              <a:buFont typeface="Instrument Sans SemiBold"/>
              <a:buChar char="●"/>
              <a:defRPr sz="1000">
                <a:latin typeface="Instrument Sans SemiBold"/>
                <a:ea typeface="Instrument Sans SemiBold"/>
                <a:cs typeface="Instrument Sans SemiBold"/>
                <a:sym typeface="Instrument Sans SemiBold"/>
              </a:defRPr>
            </a:lvl4pPr>
            <a:lvl5pPr indent="-292100" lvl="4" marL="2286000">
              <a:lnSpc>
                <a:spcPct val="115000"/>
              </a:lnSpc>
              <a:spcBef>
                <a:spcPts val="0"/>
              </a:spcBef>
              <a:spcAft>
                <a:spcPts val="0"/>
              </a:spcAft>
              <a:buSzPts val="1000"/>
              <a:buFont typeface="Instrument Sans SemiBold"/>
              <a:buChar char="○"/>
              <a:defRPr sz="1000">
                <a:latin typeface="Instrument Sans SemiBold"/>
                <a:ea typeface="Instrument Sans SemiBold"/>
                <a:cs typeface="Instrument Sans SemiBold"/>
                <a:sym typeface="Instrument Sans SemiBold"/>
              </a:defRPr>
            </a:lvl5pPr>
            <a:lvl6pPr indent="-292100" lvl="5" marL="2743200">
              <a:lnSpc>
                <a:spcPct val="115000"/>
              </a:lnSpc>
              <a:spcBef>
                <a:spcPts val="0"/>
              </a:spcBef>
              <a:spcAft>
                <a:spcPts val="0"/>
              </a:spcAft>
              <a:buSzPts val="1000"/>
              <a:buFont typeface="Instrument Sans SemiBold"/>
              <a:buChar char="■"/>
              <a:defRPr sz="1000">
                <a:latin typeface="Instrument Sans SemiBold"/>
                <a:ea typeface="Instrument Sans SemiBold"/>
                <a:cs typeface="Instrument Sans SemiBold"/>
                <a:sym typeface="Instrument Sans SemiBold"/>
              </a:defRPr>
            </a:lvl6pPr>
            <a:lvl7pPr indent="-292100" lvl="6" marL="3200400">
              <a:lnSpc>
                <a:spcPct val="115000"/>
              </a:lnSpc>
              <a:spcBef>
                <a:spcPts val="0"/>
              </a:spcBef>
              <a:spcAft>
                <a:spcPts val="0"/>
              </a:spcAft>
              <a:buSzPts val="1000"/>
              <a:buFont typeface="Instrument Sans SemiBold"/>
              <a:buChar char="●"/>
              <a:defRPr sz="1000">
                <a:latin typeface="Instrument Sans SemiBold"/>
                <a:ea typeface="Instrument Sans SemiBold"/>
                <a:cs typeface="Instrument Sans SemiBold"/>
                <a:sym typeface="Instrument Sans SemiBold"/>
              </a:defRPr>
            </a:lvl7pPr>
            <a:lvl8pPr indent="-292100" lvl="7" marL="3657600">
              <a:lnSpc>
                <a:spcPct val="115000"/>
              </a:lnSpc>
              <a:spcBef>
                <a:spcPts val="0"/>
              </a:spcBef>
              <a:spcAft>
                <a:spcPts val="0"/>
              </a:spcAft>
              <a:buSzPts val="1000"/>
              <a:buFont typeface="Instrument Sans SemiBold"/>
              <a:buChar char="○"/>
              <a:defRPr sz="1000">
                <a:latin typeface="Instrument Sans SemiBold"/>
                <a:ea typeface="Instrument Sans SemiBold"/>
                <a:cs typeface="Instrument Sans SemiBold"/>
                <a:sym typeface="Instrument Sans SemiBold"/>
              </a:defRPr>
            </a:lvl8pPr>
            <a:lvl9pPr indent="-292100" lvl="8" marL="4114800">
              <a:lnSpc>
                <a:spcPct val="115000"/>
              </a:lnSpc>
              <a:spcBef>
                <a:spcPts val="0"/>
              </a:spcBef>
              <a:spcAft>
                <a:spcPts val="0"/>
              </a:spcAft>
              <a:buSzPts val="1000"/>
              <a:buFont typeface="Instrument Sans SemiBold"/>
              <a:buChar char="■"/>
              <a:defRPr sz="1000">
                <a:latin typeface="Instrument Sans SemiBold"/>
                <a:ea typeface="Instrument Sans SemiBold"/>
                <a:cs typeface="Instrument Sans SemiBold"/>
                <a:sym typeface="Instrument Sans SemiBold"/>
              </a:defRPr>
            </a:lvl9pPr>
          </a:lstStyle>
          <a:p/>
        </p:txBody>
      </p:sp>
      <p:sp>
        <p:nvSpPr>
          <p:cNvPr id="685" name="Google Shape;685;p56"/>
          <p:cNvSpPr txBox="1"/>
          <p:nvPr>
            <p:ph idx="3" type="subTitle"/>
          </p:nvPr>
        </p:nvSpPr>
        <p:spPr>
          <a:xfrm>
            <a:off x="284798" y="282900"/>
            <a:ext cx="1207200" cy="368100"/>
          </a:xfrm>
          <a:prstGeom prst="rect">
            <a:avLst/>
          </a:prstGeom>
        </p:spPr>
        <p:txBody>
          <a:bodyPr anchorCtr="0" anchor="ctr" bIns="0" lIns="0" spcFirstLastPara="1" rIns="0" wrap="square" tIns="0">
            <a:noAutofit/>
          </a:bodyPr>
          <a:lstStyle>
            <a:lvl1pPr lvl="0" algn="ctr">
              <a:lnSpc>
                <a:spcPct val="115000"/>
              </a:lnSpc>
              <a:spcBef>
                <a:spcPts val="0"/>
              </a:spcBef>
              <a:spcAft>
                <a:spcPts val="0"/>
              </a:spcAft>
              <a:buNone/>
              <a:defRPr sz="800"/>
            </a:lvl1pPr>
            <a:lvl2pPr lvl="1" algn="ctr">
              <a:spcBef>
                <a:spcPts val="0"/>
              </a:spcBef>
              <a:spcAft>
                <a:spcPts val="0"/>
              </a:spcAft>
              <a:buClr>
                <a:schemeClr val="lt1"/>
              </a:buClr>
              <a:buSzPts val="800"/>
              <a:buNone/>
              <a:defRPr sz="800"/>
            </a:lvl2pPr>
            <a:lvl3pPr lvl="2" algn="ctr">
              <a:spcBef>
                <a:spcPts val="0"/>
              </a:spcBef>
              <a:spcAft>
                <a:spcPts val="0"/>
              </a:spcAft>
              <a:buClr>
                <a:schemeClr val="lt1"/>
              </a:buClr>
              <a:buSzPts val="800"/>
              <a:buNone/>
              <a:defRPr sz="800"/>
            </a:lvl3pPr>
            <a:lvl4pPr lvl="3" algn="ctr">
              <a:spcBef>
                <a:spcPts val="0"/>
              </a:spcBef>
              <a:spcAft>
                <a:spcPts val="0"/>
              </a:spcAft>
              <a:buClr>
                <a:schemeClr val="lt1"/>
              </a:buClr>
              <a:buSzPts val="800"/>
              <a:buNone/>
              <a:defRPr sz="800"/>
            </a:lvl4pPr>
            <a:lvl5pPr lvl="4" algn="ctr">
              <a:spcBef>
                <a:spcPts val="0"/>
              </a:spcBef>
              <a:spcAft>
                <a:spcPts val="0"/>
              </a:spcAft>
              <a:buClr>
                <a:schemeClr val="lt1"/>
              </a:buClr>
              <a:buSzPts val="800"/>
              <a:buNone/>
              <a:defRPr sz="800"/>
            </a:lvl5pPr>
            <a:lvl6pPr lvl="5" algn="ctr">
              <a:spcBef>
                <a:spcPts val="0"/>
              </a:spcBef>
              <a:spcAft>
                <a:spcPts val="0"/>
              </a:spcAft>
              <a:buClr>
                <a:schemeClr val="lt1"/>
              </a:buClr>
              <a:buSzPts val="800"/>
              <a:buNone/>
              <a:defRPr sz="800"/>
            </a:lvl6pPr>
            <a:lvl7pPr lvl="6" algn="ctr">
              <a:spcBef>
                <a:spcPts val="0"/>
              </a:spcBef>
              <a:spcAft>
                <a:spcPts val="0"/>
              </a:spcAft>
              <a:buClr>
                <a:schemeClr val="lt1"/>
              </a:buClr>
              <a:buSzPts val="800"/>
              <a:buNone/>
              <a:defRPr sz="800"/>
            </a:lvl7pPr>
            <a:lvl8pPr lvl="7" algn="ctr">
              <a:spcBef>
                <a:spcPts val="0"/>
              </a:spcBef>
              <a:spcAft>
                <a:spcPts val="0"/>
              </a:spcAft>
              <a:buClr>
                <a:schemeClr val="lt1"/>
              </a:buClr>
              <a:buSzPts val="800"/>
              <a:buNone/>
              <a:defRPr sz="800"/>
            </a:lvl8pPr>
            <a:lvl9pPr lvl="8" algn="ctr">
              <a:spcBef>
                <a:spcPts val="0"/>
              </a:spcBef>
              <a:spcAft>
                <a:spcPts val="0"/>
              </a:spcAft>
              <a:buClr>
                <a:schemeClr val="lt1"/>
              </a:buClr>
              <a:buSzPts val="800"/>
              <a:buNone/>
              <a:defRPr sz="800"/>
            </a:lvl9pPr>
          </a:lstStyle>
          <a:p/>
        </p:txBody>
      </p:sp>
      <p:sp>
        <p:nvSpPr>
          <p:cNvPr id="686" name="Google Shape;686;p56"/>
          <p:cNvSpPr txBox="1"/>
          <p:nvPr>
            <p:ph idx="4"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687" name="Google Shape;687;p56"/>
          <p:cNvSpPr txBox="1"/>
          <p:nvPr>
            <p:ph idx="5"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
        <p:nvSpPr>
          <p:cNvPr id="688" name="Google Shape;688;p56"/>
          <p:cNvSpPr txBox="1"/>
          <p:nvPr>
            <p:ph idx="6" type="body"/>
          </p:nvPr>
        </p:nvSpPr>
        <p:spPr>
          <a:xfrm>
            <a:off x="5412150" y="1666450"/>
            <a:ext cx="3421500" cy="969600"/>
          </a:xfrm>
          <a:prstGeom prst="rect">
            <a:avLst/>
          </a:prstGeom>
        </p:spPr>
        <p:txBody>
          <a:bodyPr anchorCtr="0" anchor="t" bIns="0" lIns="0" spcFirstLastPara="1" rIns="182875" wrap="square" tIns="0">
            <a:noAutofit/>
          </a:bodyPr>
          <a:lstStyle>
            <a:lvl1pPr indent="-317500" lvl="0" marL="457200">
              <a:lnSpc>
                <a:spcPct val="90000"/>
              </a:lnSpc>
              <a:spcBef>
                <a:spcPts val="0"/>
              </a:spcBef>
              <a:spcAft>
                <a:spcPts val="0"/>
              </a:spcAft>
              <a:buSzPts val="1400"/>
              <a:buFont typeface="Outfit"/>
              <a:buChar char="●"/>
              <a:defRPr sz="1400">
                <a:latin typeface="Outfit"/>
                <a:ea typeface="Outfit"/>
                <a:cs typeface="Outfit"/>
                <a:sym typeface="Outfit"/>
              </a:defRPr>
            </a:lvl1pPr>
            <a:lvl2pPr indent="-317500" lvl="1" marL="914400">
              <a:lnSpc>
                <a:spcPct val="90000"/>
              </a:lnSpc>
              <a:spcBef>
                <a:spcPts val="0"/>
              </a:spcBef>
              <a:spcAft>
                <a:spcPts val="0"/>
              </a:spcAft>
              <a:buSzPts val="1400"/>
              <a:buFont typeface="Outfit"/>
              <a:buChar char="○"/>
              <a:defRPr sz="1400">
                <a:latin typeface="Outfit"/>
                <a:ea typeface="Outfit"/>
                <a:cs typeface="Outfit"/>
                <a:sym typeface="Outfit"/>
              </a:defRPr>
            </a:lvl2pPr>
            <a:lvl3pPr indent="-317500" lvl="2" marL="1371600">
              <a:lnSpc>
                <a:spcPct val="90000"/>
              </a:lnSpc>
              <a:spcBef>
                <a:spcPts val="0"/>
              </a:spcBef>
              <a:spcAft>
                <a:spcPts val="0"/>
              </a:spcAft>
              <a:buSzPts val="1400"/>
              <a:buFont typeface="Outfit"/>
              <a:buChar char="■"/>
              <a:defRPr sz="1400">
                <a:latin typeface="Outfit"/>
                <a:ea typeface="Outfit"/>
                <a:cs typeface="Outfit"/>
                <a:sym typeface="Outfit"/>
              </a:defRPr>
            </a:lvl3pPr>
            <a:lvl4pPr indent="-317500" lvl="3" marL="1828800">
              <a:lnSpc>
                <a:spcPct val="90000"/>
              </a:lnSpc>
              <a:spcBef>
                <a:spcPts val="0"/>
              </a:spcBef>
              <a:spcAft>
                <a:spcPts val="0"/>
              </a:spcAft>
              <a:buSzPts val="1400"/>
              <a:buFont typeface="Outfit"/>
              <a:buChar char="●"/>
              <a:defRPr sz="1400">
                <a:latin typeface="Outfit"/>
                <a:ea typeface="Outfit"/>
                <a:cs typeface="Outfit"/>
                <a:sym typeface="Outfit"/>
              </a:defRPr>
            </a:lvl4pPr>
            <a:lvl5pPr indent="-317500" lvl="4" marL="2286000">
              <a:lnSpc>
                <a:spcPct val="90000"/>
              </a:lnSpc>
              <a:spcBef>
                <a:spcPts val="0"/>
              </a:spcBef>
              <a:spcAft>
                <a:spcPts val="0"/>
              </a:spcAft>
              <a:buSzPts val="1400"/>
              <a:buFont typeface="Outfit"/>
              <a:buChar char="○"/>
              <a:defRPr sz="1400">
                <a:latin typeface="Outfit"/>
                <a:ea typeface="Outfit"/>
                <a:cs typeface="Outfit"/>
                <a:sym typeface="Outfit"/>
              </a:defRPr>
            </a:lvl5pPr>
            <a:lvl6pPr indent="-317500" lvl="5" marL="2743200">
              <a:lnSpc>
                <a:spcPct val="90000"/>
              </a:lnSpc>
              <a:spcBef>
                <a:spcPts val="0"/>
              </a:spcBef>
              <a:spcAft>
                <a:spcPts val="0"/>
              </a:spcAft>
              <a:buSzPts val="1400"/>
              <a:buFont typeface="Outfit"/>
              <a:buChar char="■"/>
              <a:defRPr sz="1400">
                <a:latin typeface="Outfit"/>
                <a:ea typeface="Outfit"/>
                <a:cs typeface="Outfit"/>
                <a:sym typeface="Outfit"/>
              </a:defRPr>
            </a:lvl6pPr>
            <a:lvl7pPr indent="-317500" lvl="6" marL="3200400">
              <a:lnSpc>
                <a:spcPct val="90000"/>
              </a:lnSpc>
              <a:spcBef>
                <a:spcPts val="0"/>
              </a:spcBef>
              <a:spcAft>
                <a:spcPts val="0"/>
              </a:spcAft>
              <a:buSzPts val="1400"/>
              <a:buFont typeface="Outfit"/>
              <a:buChar char="●"/>
              <a:defRPr sz="1400">
                <a:latin typeface="Outfit"/>
                <a:ea typeface="Outfit"/>
                <a:cs typeface="Outfit"/>
                <a:sym typeface="Outfit"/>
              </a:defRPr>
            </a:lvl7pPr>
            <a:lvl8pPr indent="-317500" lvl="7" marL="3657600">
              <a:lnSpc>
                <a:spcPct val="90000"/>
              </a:lnSpc>
              <a:spcBef>
                <a:spcPts val="0"/>
              </a:spcBef>
              <a:spcAft>
                <a:spcPts val="0"/>
              </a:spcAft>
              <a:buSzPts val="1400"/>
              <a:buFont typeface="Outfit"/>
              <a:buChar char="○"/>
              <a:defRPr sz="1400">
                <a:latin typeface="Outfit"/>
                <a:ea typeface="Outfit"/>
                <a:cs typeface="Outfit"/>
                <a:sym typeface="Outfit"/>
              </a:defRPr>
            </a:lvl8pPr>
            <a:lvl9pPr indent="-317500" lvl="8" marL="4114800">
              <a:lnSpc>
                <a:spcPct val="90000"/>
              </a:lnSpc>
              <a:spcBef>
                <a:spcPts val="0"/>
              </a:spcBef>
              <a:spcAft>
                <a:spcPts val="0"/>
              </a:spcAft>
              <a:buSzPts val="1400"/>
              <a:buFont typeface="Outfit"/>
              <a:buChar char="■"/>
              <a:defRPr sz="1400">
                <a:latin typeface="Outfit"/>
                <a:ea typeface="Outfit"/>
                <a:cs typeface="Outfit"/>
                <a:sym typeface="Outfit"/>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 Alt 3">
  <p:cSld name="CUSTOM_10">
    <p:spTree>
      <p:nvGrpSpPr>
        <p:cNvPr id="689" name="Shape 689"/>
        <p:cNvGrpSpPr/>
        <p:nvPr/>
      </p:nvGrpSpPr>
      <p:grpSpPr>
        <a:xfrm>
          <a:off x="0" y="0"/>
          <a:ext cx="0" cy="0"/>
          <a:chOff x="0" y="0"/>
          <a:chExt cx="0" cy="0"/>
        </a:xfrm>
      </p:grpSpPr>
      <p:sp>
        <p:nvSpPr>
          <p:cNvPr id="690" name="Google Shape;690;p57"/>
          <p:cNvSpPr txBox="1"/>
          <p:nvPr>
            <p:ph idx="1" type="subTitle"/>
          </p:nvPr>
        </p:nvSpPr>
        <p:spPr>
          <a:xfrm>
            <a:off x="284798" y="282900"/>
            <a:ext cx="1207200" cy="368100"/>
          </a:xfrm>
          <a:prstGeom prst="rect">
            <a:avLst/>
          </a:prstGeom>
        </p:spPr>
        <p:txBody>
          <a:bodyPr anchorCtr="0" anchor="ctr" bIns="0" lIns="0" spcFirstLastPara="1" rIns="0" wrap="square" tIns="0">
            <a:noAutofit/>
          </a:bodyPr>
          <a:lstStyle>
            <a:lvl1pPr lvl="0" algn="ctr">
              <a:lnSpc>
                <a:spcPct val="115000"/>
              </a:lnSpc>
              <a:spcBef>
                <a:spcPts val="0"/>
              </a:spcBef>
              <a:spcAft>
                <a:spcPts val="0"/>
              </a:spcAft>
              <a:buNone/>
              <a:defRPr sz="800"/>
            </a:lvl1pPr>
            <a:lvl2pPr lvl="1" algn="ctr">
              <a:spcBef>
                <a:spcPts val="0"/>
              </a:spcBef>
              <a:spcAft>
                <a:spcPts val="0"/>
              </a:spcAft>
              <a:buSzPts val="800"/>
              <a:buNone/>
              <a:defRPr sz="800"/>
            </a:lvl2pPr>
            <a:lvl3pPr lvl="2" algn="ctr">
              <a:spcBef>
                <a:spcPts val="0"/>
              </a:spcBef>
              <a:spcAft>
                <a:spcPts val="0"/>
              </a:spcAft>
              <a:buSzPts val="800"/>
              <a:buNone/>
              <a:defRPr sz="800"/>
            </a:lvl3pPr>
            <a:lvl4pPr lvl="3" algn="ctr">
              <a:spcBef>
                <a:spcPts val="0"/>
              </a:spcBef>
              <a:spcAft>
                <a:spcPts val="0"/>
              </a:spcAft>
              <a:buSzPts val="800"/>
              <a:buNone/>
              <a:defRPr sz="800"/>
            </a:lvl4pPr>
            <a:lvl5pPr lvl="4" algn="ctr">
              <a:spcBef>
                <a:spcPts val="0"/>
              </a:spcBef>
              <a:spcAft>
                <a:spcPts val="0"/>
              </a:spcAft>
              <a:buSzPts val="800"/>
              <a:buNone/>
              <a:defRPr sz="800"/>
            </a:lvl5pPr>
            <a:lvl6pPr lvl="5" algn="ctr">
              <a:spcBef>
                <a:spcPts val="0"/>
              </a:spcBef>
              <a:spcAft>
                <a:spcPts val="0"/>
              </a:spcAft>
              <a:buSzPts val="800"/>
              <a:buNone/>
              <a:defRPr sz="800"/>
            </a:lvl6pPr>
            <a:lvl7pPr lvl="6" algn="ctr">
              <a:spcBef>
                <a:spcPts val="0"/>
              </a:spcBef>
              <a:spcAft>
                <a:spcPts val="0"/>
              </a:spcAft>
              <a:buSzPts val="800"/>
              <a:buNone/>
              <a:defRPr sz="800"/>
            </a:lvl7pPr>
            <a:lvl8pPr lvl="7" algn="ctr">
              <a:spcBef>
                <a:spcPts val="0"/>
              </a:spcBef>
              <a:spcAft>
                <a:spcPts val="0"/>
              </a:spcAft>
              <a:buSzPts val="800"/>
              <a:buNone/>
              <a:defRPr sz="800"/>
            </a:lvl8pPr>
            <a:lvl9pPr lvl="8" algn="ctr">
              <a:spcBef>
                <a:spcPts val="0"/>
              </a:spcBef>
              <a:spcAft>
                <a:spcPts val="0"/>
              </a:spcAft>
              <a:buSzPts val="800"/>
              <a:buNone/>
              <a:defRPr sz="800"/>
            </a:lvl9pPr>
          </a:lstStyle>
          <a:p/>
        </p:txBody>
      </p:sp>
      <p:sp>
        <p:nvSpPr>
          <p:cNvPr id="691" name="Google Shape;691;p57"/>
          <p:cNvSpPr txBox="1"/>
          <p:nvPr>
            <p:ph idx="2" type="body"/>
          </p:nvPr>
        </p:nvSpPr>
        <p:spPr>
          <a:xfrm>
            <a:off x="4223075" y="3141232"/>
            <a:ext cx="2787600" cy="1223700"/>
          </a:xfrm>
          <a:prstGeom prst="rect">
            <a:avLst/>
          </a:prstGeom>
        </p:spPr>
        <p:txBody>
          <a:bodyPr anchorCtr="0" anchor="t" bIns="182875" lIns="164575" spcFirstLastPara="1" rIns="1645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692" name="Google Shape;692;p57"/>
          <p:cNvSpPr txBox="1"/>
          <p:nvPr>
            <p:ph type="title"/>
          </p:nvPr>
        </p:nvSpPr>
        <p:spPr>
          <a:xfrm>
            <a:off x="4223075" y="2623350"/>
            <a:ext cx="2443500" cy="409500"/>
          </a:xfrm>
          <a:prstGeom prst="rect">
            <a:avLst/>
          </a:prstGeom>
        </p:spPr>
        <p:txBody>
          <a:bodyPr anchorCtr="0" anchor="t" bIns="0" lIns="164575" spcFirstLastPara="1" rIns="0" wrap="square" tIns="164575">
            <a:noAutofit/>
          </a:bodyPr>
          <a:lstStyle>
            <a:lvl1pPr lvl="0">
              <a:lnSpc>
                <a:spcPct val="115000"/>
              </a:lnSpc>
              <a:spcBef>
                <a:spcPts val="0"/>
              </a:spcBef>
              <a:spcAft>
                <a:spcPts val="0"/>
              </a:spcAft>
              <a:buNone/>
              <a:defRPr sz="1000">
                <a:latin typeface="Instrument Sans SemiBold"/>
                <a:ea typeface="Instrument Sans SemiBold"/>
                <a:cs typeface="Instrument Sans SemiBold"/>
                <a:sym typeface="Instrument Sans SemiBold"/>
              </a:defRPr>
            </a:lvl1pPr>
            <a:lvl2pPr lvl="1">
              <a:lnSpc>
                <a:spcPct val="115000"/>
              </a:lnSpc>
              <a:spcBef>
                <a:spcPts val="0"/>
              </a:spcBef>
              <a:spcAft>
                <a:spcPts val="0"/>
              </a:spcAft>
              <a:buNone/>
              <a:defRPr b="1" sz="1200">
                <a:solidFill>
                  <a:schemeClr val="lt2"/>
                </a:solidFill>
              </a:defRPr>
            </a:lvl2pPr>
            <a:lvl3pPr lvl="2">
              <a:lnSpc>
                <a:spcPct val="115000"/>
              </a:lnSpc>
              <a:spcBef>
                <a:spcPts val="0"/>
              </a:spcBef>
              <a:spcAft>
                <a:spcPts val="0"/>
              </a:spcAft>
              <a:buNone/>
              <a:defRPr b="1" sz="1200">
                <a:solidFill>
                  <a:schemeClr val="lt2"/>
                </a:solidFill>
              </a:defRPr>
            </a:lvl3pPr>
            <a:lvl4pPr lvl="3">
              <a:lnSpc>
                <a:spcPct val="115000"/>
              </a:lnSpc>
              <a:spcBef>
                <a:spcPts val="0"/>
              </a:spcBef>
              <a:spcAft>
                <a:spcPts val="0"/>
              </a:spcAft>
              <a:buNone/>
              <a:defRPr b="1" sz="1200">
                <a:solidFill>
                  <a:schemeClr val="lt2"/>
                </a:solidFill>
              </a:defRPr>
            </a:lvl4pPr>
            <a:lvl5pPr lvl="4">
              <a:lnSpc>
                <a:spcPct val="115000"/>
              </a:lnSpc>
              <a:spcBef>
                <a:spcPts val="0"/>
              </a:spcBef>
              <a:spcAft>
                <a:spcPts val="0"/>
              </a:spcAft>
              <a:buNone/>
              <a:defRPr b="1" sz="1200">
                <a:solidFill>
                  <a:schemeClr val="lt2"/>
                </a:solidFill>
              </a:defRPr>
            </a:lvl5pPr>
            <a:lvl6pPr lvl="5">
              <a:lnSpc>
                <a:spcPct val="115000"/>
              </a:lnSpc>
              <a:spcBef>
                <a:spcPts val="0"/>
              </a:spcBef>
              <a:spcAft>
                <a:spcPts val="0"/>
              </a:spcAft>
              <a:buNone/>
              <a:defRPr b="1" sz="1200">
                <a:solidFill>
                  <a:schemeClr val="lt2"/>
                </a:solidFill>
              </a:defRPr>
            </a:lvl6pPr>
            <a:lvl7pPr lvl="6">
              <a:lnSpc>
                <a:spcPct val="115000"/>
              </a:lnSpc>
              <a:spcBef>
                <a:spcPts val="0"/>
              </a:spcBef>
              <a:spcAft>
                <a:spcPts val="0"/>
              </a:spcAft>
              <a:buNone/>
              <a:defRPr b="1" sz="1200">
                <a:solidFill>
                  <a:schemeClr val="lt2"/>
                </a:solidFill>
              </a:defRPr>
            </a:lvl7pPr>
            <a:lvl8pPr lvl="7">
              <a:lnSpc>
                <a:spcPct val="115000"/>
              </a:lnSpc>
              <a:spcBef>
                <a:spcPts val="0"/>
              </a:spcBef>
              <a:spcAft>
                <a:spcPts val="0"/>
              </a:spcAft>
              <a:buNone/>
              <a:defRPr b="1" sz="1200">
                <a:solidFill>
                  <a:schemeClr val="lt2"/>
                </a:solidFill>
              </a:defRPr>
            </a:lvl8pPr>
            <a:lvl9pPr lvl="8">
              <a:lnSpc>
                <a:spcPct val="115000"/>
              </a:lnSpc>
              <a:spcBef>
                <a:spcPts val="0"/>
              </a:spcBef>
              <a:spcAft>
                <a:spcPts val="0"/>
              </a:spcAft>
              <a:buNone/>
              <a:defRPr b="1" sz="1200">
                <a:solidFill>
                  <a:schemeClr val="lt2"/>
                </a:solidFill>
              </a:defRPr>
            </a:lvl9pPr>
          </a:lstStyle>
          <a:p/>
        </p:txBody>
      </p:sp>
      <p:sp>
        <p:nvSpPr>
          <p:cNvPr id="693" name="Google Shape;693;p57"/>
          <p:cNvSpPr/>
          <p:nvPr>
            <p:ph idx="3" type="pic"/>
          </p:nvPr>
        </p:nvSpPr>
        <p:spPr>
          <a:xfrm>
            <a:off x="1901125" y="476725"/>
            <a:ext cx="383700" cy="398100"/>
          </a:xfrm>
          <a:prstGeom prst="roundRect">
            <a:avLst>
              <a:gd fmla="val 16667" name="adj"/>
            </a:avLst>
          </a:prstGeom>
          <a:noFill/>
          <a:ln>
            <a:noFill/>
          </a:ln>
        </p:spPr>
      </p:sp>
      <p:sp>
        <p:nvSpPr>
          <p:cNvPr id="694" name="Google Shape;694;p57"/>
          <p:cNvSpPr txBox="1"/>
          <p:nvPr>
            <p:ph idx="4" type="title"/>
          </p:nvPr>
        </p:nvSpPr>
        <p:spPr>
          <a:xfrm>
            <a:off x="3072075" y="282900"/>
            <a:ext cx="5787300" cy="2112300"/>
          </a:xfrm>
          <a:prstGeom prst="rect">
            <a:avLst/>
          </a:prstGeom>
        </p:spPr>
        <p:txBody>
          <a:bodyPr anchorCtr="0" anchor="t" bIns="0" lIns="182875" spcFirstLastPara="1" rIns="182875" wrap="square" tIns="182875">
            <a:spAutoFit/>
          </a:bodyPr>
          <a:lstStyle>
            <a:lvl1pPr lvl="0">
              <a:lnSpc>
                <a:spcPct val="90000"/>
              </a:lnSpc>
              <a:spcBef>
                <a:spcPts val="0"/>
              </a:spcBef>
              <a:spcAft>
                <a:spcPts val="0"/>
              </a:spcAft>
              <a:buNone/>
              <a:defRPr sz="2400"/>
            </a:lvl1pPr>
            <a:lvl2pPr lvl="1">
              <a:lnSpc>
                <a:spcPct val="115000"/>
              </a:lnSpc>
              <a:spcBef>
                <a:spcPts val="0"/>
              </a:spcBef>
              <a:spcAft>
                <a:spcPts val="0"/>
              </a:spcAft>
              <a:buNone/>
              <a:defRPr sz="2400"/>
            </a:lvl2pPr>
            <a:lvl3pPr lvl="2">
              <a:lnSpc>
                <a:spcPct val="115000"/>
              </a:lnSpc>
              <a:spcBef>
                <a:spcPts val="0"/>
              </a:spcBef>
              <a:spcAft>
                <a:spcPts val="0"/>
              </a:spcAft>
              <a:buNone/>
              <a:defRPr sz="2400"/>
            </a:lvl3pPr>
            <a:lvl4pPr lvl="3">
              <a:lnSpc>
                <a:spcPct val="115000"/>
              </a:lnSpc>
              <a:spcBef>
                <a:spcPts val="0"/>
              </a:spcBef>
              <a:spcAft>
                <a:spcPts val="0"/>
              </a:spcAft>
              <a:buNone/>
              <a:defRPr sz="2400"/>
            </a:lvl4pPr>
            <a:lvl5pPr lvl="4">
              <a:lnSpc>
                <a:spcPct val="115000"/>
              </a:lnSpc>
              <a:spcBef>
                <a:spcPts val="0"/>
              </a:spcBef>
              <a:spcAft>
                <a:spcPts val="0"/>
              </a:spcAft>
              <a:buNone/>
              <a:defRPr sz="2400"/>
            </a:lvl5pPr>
            <a:lvl6pPr lvl="5">
              <a:lnSpc>
                <a:spcPct val="115000"/>
              </a:lnSpc>
              <a:spcBef>
                <a:spcPts val="0"/>
              </a:spcBef>
              <a:spcAft>
                <a:spcPts val="0"/>
              </a:spcAft>
              <a:buNone/>
              <a:defRPr sz="2400"/>
            </a:lvl6pPr>
            <a:lvl7pPr lvl="6">
              <a:lnSpc>
                <a:spcPct val="115000"/>
              </a:lnSpc>
              <a:spcBef>
                <a:spcPts val="0"/>
              </a:spcBef>
              <a:spcAft>
                <a:spcPts val="0"/>
              </a:spcAft>
              <a:buNone/>
              <a:defRPr sz="2400"/>
            </a:lvl7pPr>
            <a:lvl8pPr lvl="7">
              <a:lnSpc>
                <a:spcPct val="115000"/>
              </a:lnSpc>
              <a:spcBef>
                <a:spcPts val="0"/>
              </a:spcBef>
              <a:spcAft>
                <a:spcPts val="0"/>
              </a:spcAft>
              <a:buNone/>
              <a:defRPr sz="2400"/>
            </a:lvl8pPr>
            <a:lvl9pPr lvl="8">
              <a:lnSpc>
                <a:spcPct val="115000"/>
              </a:lnSpc>
              <a:spcBef>
                <a:spcPts val="0"/>
              </a:spcBef>
              <a:spcAft>
                <a:spcPts val="0"/>
              </a:spcAft>
              <a:buNone/>
              <a:defRPr sz="2400"/>
            </a:lvl9pPr>
          </a:lstStyle>
          <a:p/>
        </p:txBody>
      </p:sp>
      <p:sp>
        <p:nvSpPr>
          <p:cNvPr id="695" name="Google Shape;695;p57"/>
          <p:cNvSpPr txBox="1"/>
          <p:nvPr>
            <p:ph idx="5" type="title"/>
          </p:nvPr>
        </p:nvSpPr>
        <p:spPr>
          <a:xfrm>
            <a:off x="1731400" y="3108325"/>
            <a:ext cx="2337000" cy="15267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1000">
                <a:latin typeface="Instrument Sans SemiBold"/>
                <a:ea typeface="Instrument Sans SemiBold"/>
                <a:cs typeface="Instrument Sans SemiBold"/>
                <a:sym typeface="Instrument Sans SemiBold"/>
              </a:defRPr>
            </a:lvl1pPr>
            <a:lvl2pPr lvl="1">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2pPr>
            <a:lvl3pPr lvl="2">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3pPr>
            <a:lvl4pPr lvl="3">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4pPr>
            <a:lvl5pPr lvl="4">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5pPr>
            <a:lvl6pPr lvl="5">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6pPr>
            <a:lvl7pPr lvl="6">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7pPr>
            <a:lvl8pPr lvl="7">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8pPr>
            <a:lvl9pPr lvl="8">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9pPr>
          </a:lstStyle>
          <a:p/>
        </p:txBody>
      </p:sp>
      <p:sp>
        <p:nvSpPr>
          <p:cNvPr id="696" name="Google Shape;696;p57"/>
          <p:cNvSpPr txBox="1"/>
          <p:nvPr>
            <p:ph idx="6" type="title"/>
          </p:nvPr>
        </p:nvSpPr>
        <p:spPr>
          <a:xfrm>
            <a:off x="7116525" y="2623350"/>
            <a:ext cx="1742400" cy="409500"/>
          </a:xfrm>
          <a:prstGeom prst="rect">
            <a:avLst/>
          </a:prstGeom>
        </p:spPr>
        <p:txBody>
          <a:bodyPr anchorCtr="0" anchor="t" bIns="0" lIns="164575" spcFirstLastPara="1" rIns="0" wrap="square" tIns="164575">
            <a:noAutofit/>
          </a:bodyPr>
          <a:lstStyle>
            <a:lvl1pPr lvl="0">
              <a:lnSpc>
                <a:spcPct val="115000"/>
              </a:lnSpc>
              <a:spcBef>
                <a:spcPts val="0"/>
              </a:spcBef>
              <a:spcAft>
                <a:spcPts val="0"/>
              </a:spcAft>
              <a:buNone/>
              <a:defRPr sz="1000">
                <a:latin typeface="Instrument Sans SemiBold"/>
                <a:ea typeface="Instrument Sans SemiBold"/>
                <a:cs typeface="Instrument Sans SemiBold"/>
                <a:sym typeface="Instrument Sans SemiBold"/>
              </a:defRPr>
            </a:lvl1pPr>
            <a:lvl2pPr lvl="1">
              <a:lnSpc>
                <a:spcPct val="115000"/>
              </a:lnSpc>
              <a:spcBef>
                <a:spcPts val="0"/>
              </a:spcBef>
              <a:spcAft>
                <a:spcPts val="0"/>
              </a:spcAft>
              <a:buNone/>
              <a:defRPr b="1" sz="1200">
                <a:solidFill>
                  <a:schemeClr val="lt2"/>
                </a:solidFill>
              </a:defRPr>
            </a:lvl2pPr>
            <a:lvl3pPr lvl="2">
              <a:lnSpc>
                <a:spcPct val="115000"/>
              </a:lnSpc>
              <a:spcBef>
                <a:spcPts val="0"/>
              </a:spcBef>
              <a:spcAft>
                <a:spcPts val="0"/>
              </a:spcAft>
              <a:buNone/>
              <a:defRPr b="1" sz="1200">
                <a:solidFill>
                  <a:schemeClr val="lt2"/>
                </a:solidFill>
              </a:defRPr>
            </a:lvl3pPr>
            <a:lvl4pPr lvl="3">
              <a:lnSpc>
                <a:spcPct val="115000"/>
              </a:lnSpc>
              <a:spcBef>
                <a:spcPts val="0"/>
              </a:spcBef>
              <a:spcAft>
                <a:spcPts val="0"/>
              </a:spcAft>
              <a:buNone/>
              <a:defRPr b="1" sz="1200">
                <a:solidFill>
                  <a:schemeClr val="lt2"/>
                </a:solidFill>
              </a:defRPr>
            </a:lvl4pPr>
            <a:lvl5pPr lvl="4">
              <a:lnSpc>
                <a:spcPct val="115000"/>
              </a:lnSpc>
              <a:spcBef>
                <a:spcPts val="0"/>
              </a:spcBef>
              <a:spcAft>
                <a:spcPts val="0"/>
              </a:spcAft>
              <a:buNone/>
              <a:defRPr b="1" sz="1200">
                <a:solidFill>
                  <a:schemeClr val="lt2"/>
                </a:solidFill>
              </a:defRPr>
            </a:lvl5pPr>
            <a:lvl6pPr lvl="5">
              <a:lnSpc>
                <a:spcPct val="115000"/>
              </a:lnSpc>
              <a:spcBef>
                <a:spcPts val="0"/>
              </a:spcBef>
              <a:spcAft>
                <a:spcPts val="0"/>
              </a:spcAft>
              <a:buNone/>
              <a:defRPr b="1" sz="1200">
                <a:solidFill>
                  <a:schemeClr val="lt2"/>
                </a:solidFill>
              </a:defRPr>
            </a:lvl6pPr>
            <a:lvl7pPr lvl="6">
              <a:lnSpc>
                <a:spcPct val="115000"/>
              </a:lnSpc>
              <a:spcBef>
                <a:spcPts val="0"/>
              </a:spcBef>
              <a:spcAft>
                <a:spcPts val="0"/>
              </a:spcAft>
              <a:buNone/>
              <a:defRPr b="1" sz="1200">
                <a:solidFill>
                  <a:schemeClr val="lt2"/>
                </a:solidFill>
              </a:defRPr>
            </a:lvl7pPr>
            <a:lvl8pPr lvl="7">
              <a:lnSpc>
                <a:spcPct val="115000"/>
              </a:lnSpc>
              <a:spcBef>
                <a:spcPts val="0"/>
              </a:spcBef>
              <a:spcAft>
                <a:spcPts val="0"/>
              </a:spcAft>
              <a:buNone/>
              <a:defRPr b="1" sz="1200">
                <a:solidFill>
                  <a:schemeClr val="lt2"/>
                </a:solidFill>
              </a:defRPr>
            </a:lvl8pPr>
            <a:lvl9pPr lvl="8">
              <a:lnSpc>
                <a:spcPct val="115000"/>
              </a:lnSpc>
              <a:spcBef>
                <a:spcPts val="0"/>
              </a:spcBef>
              <a:spcAft>
                <a:spcPts val="0"/>
              </a:spcAft>
              <a:buNone/>
              <a:defRPr b="1" sz="1200">
                <a:solidFill>
                  <a:schemeClr val="lt2"/>
                </a:solidFill>
              </a:defRPr>
            </a:lvl9pPr>
          </a:lstStyle>
          <a:p/>
        </p:txBody>
      </p:sp>
      <p:sp>
        <p:nvSpPr>
          <p:cNvPr id="697" name="Google Shape;697;p57"/>
          <p:cNvSpPr txBox="1"/>
          <p:nvPr>
            <p:ph idx="7" type="body"/>
          </p:nvPr>
        </p:nvSpPr>
        <p:spPr>
          <a:xfrm>
            <a:off x="7116525" y="3141225"/>
            <a:ext cx="1742400" cy="1223700"/>
          </a:xfrm>
          <a:prstGeom prst="rect">
            <a:avLst/>
          </a:prstGeom>
        </p:spPr>
        <p:txBody>
          <a:bodyPr anchorCtr="0" anchor="t" bIns="182875" lIns="164575" spcFirstLastPara="1" rIns="1645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698" name="Google Shape;698;p57"/>
          <p:cNvSpPr txBox="1"/>
          <p:nvPr>
            <p:ph idx="8"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699" name="Google Shape;699;p57"/>
          <p:cNvSpPr txBox="1"/>
          <p:nvPr>
            <p:ph idx="9"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3">
  <p:cSld name="BLANK_1_1_1_1_1_1_1_1_1_1_1_1_1_1_3">
    <p:spTree>
      <p:nvGrpSpPr>
        <p:cNvPr id="700" name="Shape 700"/>
        <p:cNvGrpSpPr/>
        <p:nvPr/>
      </p:nvGrpSpPr>
      <p:grpSpPr>
        <a:xfrm>
          <a:off x="0" y="0"/>
          <a:ext cx="0" cy="0"/>
          <a:chOff x="0" y="0"/>
          <a:chExt cx="0" cy="0"/>
        </a:xfrm>
      </p:grpSpPr>
      <p:sp>
        <p:nvSpPr>
          <p:cNvPr id="701" name="Google Shape;701;p58"/>
          <p:cNvSpPr txBox="1"/>
          <p:nvPr>
            <p:ph type="title"/>
          </p:nvPr>
        </p:nvSpPr>
        <p:spPr>
          <a:xfrm>
            <a:off x="1731400" y="435300"/>
            <a:ext cx="3510600" cy="11169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702" name="Google Shape;702;p58"/>
          <p:cNvSpPr txBox="1"/>
          <p:nvPr>
            <p:ph idx="1" type="body"/>
          </p:nvPr>
        </p:nvSpPr>
        <p:spPr>
          <a:xfrm>
            <a:off x="5348925" y="779548"/>
            <a:ext cx="3510600" cy="783300"/>
          </a:xfrm>
          <a:prstGeom prst="rect">
            <a:avLst/>
          </a:prstGeom>
        </p:spPr>
        <p:txBody>
          <a:bodyPr anchorCtr="0" anchor="t" bIns="0"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703" name="Google Shape;703;p58"/>
          <p:cNvSpPr txBox="1"/>
          <p:nvPr>
            <p:ph idx="2" type="title"/>
          </p:nvPr>
        </p:nvSpPr>
        <p:spPr>
          <a:xfrm>
            <a:off x="5348925" y="286031"/>
            <a:ext cx="3378900" cy="430800"/>
          </a:xfrm>
          <a:prstGeom prst="rect">
            <a:avLst/>
          </a:prstGeom>
        </p:spPr>
        <p:txBody>
          <a:bodyPr anchorCtr="0" anchor="t" bIns="0" lIns="182875" spcFirstLastPara="1" rIns="0" wrap="square" tIns="182875">
            <a:spAutoFit/>
          </a:bodyPr>
          <a:lstStyle>
            <a:lvl1pPr lvl="0">
              <a:lnSpc>
                <a:spcPct val="90000"/>
              </a:lnSpc>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sz="1800">
                <a:latin typeface="Outfit SemiBold"/>
                <a:ea typeface="Outfit SemiBold"/>
                <a:cs typeface="Outfit SemiBold"/>
                <a:sym typeface="Outfit SemiBold"/>
              </a:defRPr>
            </a:lvl2pPr>
            <a:lvl3pPr lvl="2">
              <a:lnSpc>
                <a:spcPct val="115000"/>
              </a:lnSpc>
              <a:spcBef>
                <a:spcPts val="0"/>
              </a:spcBef>
              <a:spcAft>
                <a:spcPts val="0"/>
              </a:spcAft>
              <a:buNone/>
              <a:defRPr sz="1800">
                <a:latin typeface="Outfit SemiBold"/>
                <a:ea typeface="Outfit SemiBold"/>
                <a:cs typeface="Outfit SemiBold"/>
                <a:sym typeface="Outfit SemiBold"/>
              </a:defRPr>
            </a:lvl3pPr>
            <a:lvl4pPr lvl="3">
              <a:lnSpc>
                <a:spcPct val="115000"/>
              </a:lnSpc>
              <a:spcBef>
                <a:spcPts val="0"/>
              </a:spcBef>
              <a:spcAft>
                <a:spcPts val="0"/>
              </a:spcAft>
              <a:buNone/>
              <a:defRPr sz="1800">
                <a:latin typeface="Outfit SemiBold"/>
                <a:ea typeface="Outfit SemiBold"/>
                <a:cs typeface="Outfit SemiBold"/>
                <a:sym typeface="Outfit SemiBold"/>
              </a:defRPr>
            </a:lvl4pPr>
            <a:lvl5pPr lvl="4">
              <a:lnSpc>
                <a:spcPct val="115000"/>
              </a:lnSpc>
              <a:spcBef>
                <a:spcPts val="0"/>
              </a:spcBef>
              <a:spcAft>
                <a:spcPts val="0"/>
              </a:spcAft>
              <a:buNone/>
              <a:defRPr sz="1800">
                <a:latin typeface="Outfit SemiBold"/>
                <a:ea typeface="Outfit SemiBold"/>
                <a:cs typeface="Outfit SemiBold"/>
                <a:sym typeface="Outfit SemiBold"/>
              </a:defRPr>
            </a:lvl5pPr>
            <a:lvl6pPr lvl="5">
              <a:lnSpc>
                <a:spcPct val="115000"/>
              </a:lnSpc>
              <a:spcBef>
                <a:spcPts val="0"/>
              </a:spcBef>
              <a:spcAft>
                <a:spcPts val="0"/>
              </a:spcAft>
              <a:buNone/>
              <a:defRPr sz="1800">
                <a:latin typeface="Outfit SemiBold"/>
                <a:ea typeface="Outfit SemiBold"/>
                <a:cs typeface="Outfit SemiBold"/>
                <a:sym typeface="Outfit SemiBold"/>
              </a:defRPr>
            </a:lvl6pPr>
            <a:lvl7pPr lvl="6">
              <a:lnSpc>
                <a:spcPct val="115000"/>
              </a:lnSpc>
              <a:spcBef>
                <a:spcPts val="0"/>
              </a:spcBef>
              <a:spcAft>
                <a:spcPts val="0"/>
              </a:spcAft>
              <a:buNone/>
              <a:defRPr sz="1800">
                <a:latin typeface="Outfit SemiBold"/>
                <a:ea typeface="Outfit SemiBold"/>
                <a:cs typeface="Outfit SemiBold"/>
                <a:sym typeface="Outfit SemiBold"/>
              </a:defRPr>
            </a:lvl7pPr>
            <a:lvl8pPr lvl="7">
              <a:lnSpc>
                <a:spcPct val="115000"/>
              </a:lnSpc>
              <a:spcBef>
                <a:spcPts val="0"/>
              </a:spcBef>
              <a:spcAft>
                <a:spcPts val="0"/>
              </a:spcAft>
              <a:buNone/>
              <a:defRPr sz="1800">
                <a:latin typeface="Outfit SemiBold"/>
                <a:ea typeface="Outfit SemiBold"/>
                <a:cs typeface="Outfit SemiBold"/>
                <a:sym typeface="Outfit SemiBold"/>
              </a:defRPr>
            </a:lvl8pPr>
            <a:lvl9pPr lvl="8">
              <a:lnSpc>
                <a:spcPct val="115000"/>
              </a:lnSpc>
              <a:spcBef>
                <a:spcPts val="0"/>
              </a:spcBef>
              <a:spcAft>
                <a:spcPts val="0"/>
              </a:spcAft>
              <a:buNone/>
              <a:defRPr sz="1800">
                <a:latin typeface="Outfit SemiBold"/>
                <a:ea typeface="Outfit SemiBold"/>
                <a:cs typeface="Outfit SemiBold"/>
                <a:sym typeface="Outfit SemiBold"/>
              </a:defRPr>
            </a:lvl9pPr>
          </a:lstStyle>
          <a:p/>
        </p:txBody>
      </p:sp>
      <p:sp>
        <p:nvSpPr>
          <p:cNvPr id="704" name="Google Shape;704;p58"/>
          <p:cNvSpPr txBox="1"/>
          <p:nvPr>
            <p:ph idx="3" type="body"/>
          </p:nvPr>
        </p:nvSpPr>
        <p:spPr>
          <a:xfrm>
            <a:off x="5348925" y="2225851"/>
            <a:ext cx="3510600" cy="783300"/>
          </a:xfrm>
          <a:prstGeom prst="rect">
            <a:avLst/>
          </a:prstGeom>
        </p:spPr>
        <p:txBody>
          <a:bodyPr anchorCtr="0" anchor="t" bIns="0"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705" name="Google Shape;705;p58"/>
          <p:cNvSpPr txBox="1"/>
          <p:nvPr>
            <p:ph idx="4" type="title"/>
          </p:nvPr>
        </p:nvSpPr>
        <p:spPr>
          <a:xfrm>
            <a:off x="5348925" y="1767224"/>
            <a:ext cx="3378900" cy="395700"/>
          </a:xfrm>
          <a:prstGeom prst="rect">
            <a:avLst/>
          </a:prstGeom>
        </p:spPr>
        <p:txBody>
          <a:bodyPr anchorCtr="0" anchor="t" bIns="0" lIns="182875" spcFirstLastPara="1" rIns="0" wrap="square" tIns="182875">
            <a:spAutoFit/>
          </a:bodyPr>
          <a:lstStyle>
            <a:lvl1pPr lvl="0">
              <a:lnSpc>
                <a:spcPct val="90000"/>
              </a:lnSpc>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sz="1800">
                <a:latin typeface="Outfit SemiBold"/>
                <a:ea typeface="Outfit SemiBold"/>
                <a:cs typeface="Outfit SemiBold"/>
                <a:sym typeface="Outfit SemiBold"/>
              </a:defRPr>
            </a:lvl2pPr>
            <a:lvl3pPr lvl="2">
              <a:lnSpc>
                <a:spcPct val="115000"/>
              </a:lnSpc>
              <a:spcBef>
                <a:spcPts val="0"/>
              </a:spcBef>
              <a:spcAft>
                <a:spcPts val="0"/>
              </a:spcAft>
              <a:buNone/>
              <a:defRPr sz="1800">
                <a:latin typeface="Outfit SemiBold"/>
                <a:ea typeface="Outfit SemiBold"/>
                <a:cs typeface="Outfit SemiBold"/>
                <a:sym typeface="Outfit SemiBold"/>
              </a:defRPr>
            </a:lvl3pPr>
            <a:lvl4pPr lvl="3">
              <a:lnSpc>
                <a:spcPct val="115000"/>
              </a:lnSpc>
              <a:spcBef>
                <a:spcPts val="0"/>
              </a:spcBef>
              <a:spcAft>
                <a:spcPts val="0"/>
              </a:spcAft>
              <a:buNone/>
              <a:defRPr sz="1800">
                <a:latin typeface="Outfit SemiBold"/>
                <a:ea typeface="Outfit SemiBold"/>
                <a:cs typeface="Outfit SemiBold"/>
                <a:sym typeface="Outfit SemiBold"/>
              </a:defRPr>
            </a:lvl4pPr>
            <a:lvl5pPr lvl="4">
              <a:lnSpc>
                <a:spcPct val="115000"/>
              </a:lnSpc>
              <a:spcBef>
                <a:spcPts val="0"/>
              </a:spcBef>
              <a:spcAft>
                <a:spcPts val="0"/>
              </a:spcAft>
              <a:buNone/>
              <a:defRPr sz="1800">
                <a:latin typeface="Outfit SemiBold"/>
                <a:ea typeface="Outfit SemiBold"/>
                <a:cs typeface="Outfit SemiBold"/>
                <a:sym typeface="Outfit SemiBold"/>
              </a:defRPr>
            </a:lvl5pPr>
            <a:lvl6pPr lvl="5">
              <a:lnSpc>
                <a:spcPct val="115000"/>
              </a:lnSpc>
              <a:spcBef>
                <a:spcPts val="0"/>
              </a:spcBef>
              <a:spcAft>
                <a:spcPts val="0"/>
              </a:spcAft>
              <a:buNone/>
              <a:defRPr sz="1800">
                <a:latin typeface="Outfit SemiBold"/>
                <a:ea typeface="Outfit SemiBold"/>
                <a:cs typeface="Outfit SemiBold"/>
                <a:sym typeface="Outfit SemiBold"/>
              </a:defRPr>
            </a:lvl6pPr>
            <a:lvl7pPr lvl="6">
              <a:lnSpc>
                <a:spcPct val="115000"/>
              </a:lnSpc>
              <a:spcBef>
                <a:spcPts val="0"/>
              </a:spcBef>
              <a:spcAft>
                <a:spcPts val="0"/>
              </a:spcAft>
              <a:buNone/>
              <a:defRPr sz="1800">
                <a:latin typeface="Outfit SemiBold"/>
                <a:ea typeface="Outfit SemiBold"/>
                <a:cs typeface="Outfit SemiBold"/>
                <a:sym typeface="Outfit SemiBold"/>
              </a:defRPr>
            </a:lvl7pPr>
            <a:lvl8pPr lvl="7">
              <a:lnSpc>
                <a:spcPct val="115000"/>
              </a:lnSpc>
              <a:spcBef>
                <a:spcPts val="0"/>
              </a:spcBef>
              <a:spcAft>
                <a:spcPts val="0"/>
              </a:spcAft>
              <a:buNone/>
              <a:defRPr sz="1800">
                <a:latin typeface="Outfit SemiBold"/>
                <a:ea typeface="Outfit SemiBold"/>
                <a:cs typeface="Outfit SemiBold"/>
                <a:sym typeface="Outfit SemiBold"/>
              </a:defRPr>
            </a:lvl8pPr>
            <a:lvl9pPr lvl="8">
              <a:lnSpc>
                <a:spcPct val="115000"/>
              </a:lnSpc>
              <a:spcBef>
                <a:spcPts val="0"/>
              </a:spcBef>
              <a:spcAft>
                <a:spcPts val="0"/>
              </a:spcAft>
              <a:buNone/>
              <a:defRPr sz="1800">
                <a:latin typeface="Outfit SemiBold"/>
                <a:ea typeface="Outfit SemiBold"/>
                <a:cs typeface="Outfit SemiBold"/>
                <a:sym typeface="Outfit SemiBold"/>
              </a:defRPr>
            </a:lvl9pPr>
          </a:lstStyle>
          <a:p/>
        </p:txBody>
      </p:sp>
      <p:sp>
        <p:nvSpPr>
          <p:cNvPr id="706" name="Google Shape;706;p58"/>
          <p:cNvSpPr txBox="1"/>
          <p:nvPr>
            <p:ph idx="5" type="body"/>
          </p:nvPr>
        </p:nvSpPr>
        <p:spPr>
          <a:xfrm>
            <a:off x="5348925" y="3672155"/>
            <a:ext cx="3510600" cy="783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lt2"/>
              </a:buClr>
              <a:buSzPts val="1000"/>
              <a:buChar char="●"/>
              <a:defRPr sz="1000">
                <a:solidFill>
                  <a:schemeClr val="lt2"/>
                </a:solidFill>
              </a:defRPr>
            </a:lvl1pPr>
            <a:lvl2pPr indent="-292100" lvl="1" marL="914400">
              <a:spcBef>
                <a:spcPts val="0"/>
              </a:spcBef>
              <a:spcAft>
                <a:spcPts val="0"/>
              </a:spcAft>
              <a:buClr>
                <a:schemeClr val="lt2"/>
              </a:buClr>
              <a:buSzPts val="1000"/>
              <a:buChar char="○"/>
              <a:defRPr sz="1000">
                <a:solidFill>
                  <a:schemeClr val="lt2"/>
                </a:solidFill>
              </a:defRPr>
            </a:lvl2pPr>
            <a:lvl3pPr indent="-292100" lvl="2" marL="1371600">
              <a:spcBef>
                <a:spcPts val="0"/>
              </a:spcBef>
              <a:spcAft>
                <a:spcPts val="0"/>
              </a:spcAft>
              <a:buClr>
                <a:schemeClr val="lt2"/>
              </a:buClr>
              <a:buSzPts val="1000"/>
              <a:buChar char="■"/>
              <a:defRPr sz="1000">
                <a:solidFill>
                  <a:schemeClr val="lt2"/>
                </a:solidFill>
              </a:defRPr>
            </a:lvl3pPr>
            <a:lvl4pPr indent="-292100" lvl="3" marL="1828800">
              <a:spcBef>
                <a:spcPts val="0"/>
              </a:spcBef>
              <a:spcAft>
                <a:spcPts val="0"/>
              </a:spcAft>
              <a:buClr>
                <a:schemeClr val="lt2"/>
              </a:buClr>
              <a:buSzPts val="1000"/>
              <a:buChar char="●"/>
              <a:defRPr sz="1000">
                <a:solidFill>
                  <a:schemeClr val="lt2"/>
                </a:solidFill>
              </a:defRPr>
            </a:lvl4pPr>
            <a:lvl5pPr indent="-292100" lvl="4" marL="2286000">
              <a:spcBef>
                <a:spcPts val="0"/>
              </a:spcBef>
              <a:spcAft>
                <a:spcPts val="0"/>
              </a:spcAft>
              <a:buClr>
                <a:schemeClr val="lt2"/>
              </a:buClr>
              <a:buSzPts val="1000"/>
              <a:buChar char="○"/>
              <a:defRPr sz="1000">
                <a:solidFill>
                  <a:schemeClr val="lt2"/>
                </a:solidFill>
              </a:defRPr>
            </a:lvl5pPr>
            <a:lvl6pPr indent="-292100" lvl="5" marL="2743200">
              <a:spcBef>
                <a:spcPts val="0"/>
              </a:spcBef>
              <a:spcAft>
                <a:spcPts val="0"/>
              </a:spcAft>
              <a:buClr>
                <a:schemeClr val="lt2"/>
              </a:buClr>
              <a:buSzPts val="1000"/>
              <a:buChar char="■"/>
              <a:defRPr sz="1000">
                <a:solidFill>
                  <a:schemeClr val="lt2"/>
                </a:solidFill>
              </a:defRPr>
            </a:lvl6pPr>
            <a:lvl7pPr indent="-292100" lvl="6" marL="3200400">
              <a:spcBef>
                <a:spcPts val="0"/>
              </a:spcBef>
              <a:spcAft>
                <a:spcPts val="0"/>
              </a:spcAft>
              <a:buClr>
                <a:schemeClr val="lt2"/>
              </a:buClr>
              <a:buSzPts val="1000"/>
              <a:buChar char="●"/>
              <a:defRPr sz="1000">
                <a:solidFill>
                  <a:schemeClr val="lt2"/>
                </a:solidFill>
              </a:defRPr>
            </a:lvl7pPr>
            <a:lvl8pPr indent="-292100" lvl="7" marL="3657600">
              <a:spcBef>
                <a:spcPts val="0"/>
              </a:spcBef>
              <a:spcAft>
                <a:spcPts val="0"/>
              </a:spcAft>
              <a:buClr>
                <a:schemeClr val="lt2"/>
              </a:buClr>
              <a:buSzPts val="1000"/>
              <a:buChar char="○"/>
              <a:defRPr sz="1000">
                <a:solidFill>
                  <a:schemeClr val="lt2"/>
                </a:solidFill>
              </a:defRPr>
            </a:lvl8pPr>
            <a:lvl9pPr indent="-292100" lvl="8" marL="4114800">
              <a:spcBef>
                <a:spcPts val="0"/>
              </a:spcBef>
              <a:spcAft>
                <a:spcPts val="0"/>
              </a:spcAft>
              <a:buClr>
                <a:schemeClr val="lt2"/>
              </a:buClr>
              <a:buSzPts val="1000"/>
              <a:buChar char="■"/>
              <a:defRPr sz="1000">
                <a:solidFill>
                  <a:schemeClr val="lt2"/>
                </a:solidFill>
              </a:defRPr>
            </a:lvl9pPr>
          </a:lstStyle>
          <a:p/>
        </p:txBody>
      </p:sp>
      <p:sp>
        <p:nvSpPr>
          <p:cNvPr id="707" name="Google Shape;707;p58"/>
          <p:cNvSpPr txBox="1"/>
          <p:nvPr>
            <p:ph idx="6" type="title"/>
          </p:nvPr>
        </p:nvSpPr>
        <p:spPr>
          <a:xfrm>
            <a:off x="5348925" y="3251722"/>
            <a:ext cx="3378900" cy="357600"/>
          </a:xfrm>
          <a:prstGeom prst="rect">
            <a:avLst/>
          </a:prstGeom>
        </p:spPr>
        <p:txBody>
          <a:bodyPr anchorCtr="0" anchor="t" bIns="0" lIns="182875" spcFirstLastPara="1" rIns="0" wrap="square" tIns="182875">
            <a:spAutoFit/>
          </a:bodyPr>
          <a:lstStyle>
            <a:lvl1pPr lvl="0">
              <a:lnSpc>
                <a:spcPct val="90000"/>
              </a:lnSpc>
              <a:spcBef>
                <a:spcPts val="0"/>
              </a:spcBef>
              <a:spcAft>
                <a:spcPts val="0"/>
              </a:spcAft>
              <a:buNone/>
              <a:defRPr sz="1200">
                <a:solidFill>
                  <a:schemeClr val="lt2"/>
                </a:solidFill>
                <a:latin typeface="Outfit SemiBold"/>
                <a:ea typeface="Outfit SemiBold"/>
                <a:cs typeface="Outfit SemiBold"/>
                <a:sym typeface="Outfit SemiBold"/>
              </a:defRPr>
            </a:lvl1pPr>
            <a:lvl2pPr lvl="1">
              <a:lnSpc>
                <a:spcPct val="115000"/>
              </a:lnSpc>
              <a:spcBef>
                <a:spcPts val="0"/>
              </a:spcBef>
              <a:spcAft>
                <a:spcPts val="0"/>
              </a:spcAft>
              <a:buNone/>
              <a:defRPr sz="1800">
                <a:solidFill>
                  <a:schemeClr val="lt2"/>
                </a:solidFill>
                <a:latin typeface="Outfit SemiBold"/>
                <a:ea typeface="Outfit SemiBold"/>
                <a:cs typeface="Outfit SemiBold"/>
                <a:sym typeface="Outfit SemiBold"/>
              </a:defRPr>
            </a:lvl2pPr>
            <a:lvl3pPr lvl="2">
              <a:lnSpc>
                <a:spcPct val="115000"/>
              </a:lnSpc>
              <a:spcBef>
                <a:spcPts val="0"/>
              </a:spcBef>
              <a:spcAft>
                <a:spcPts val="0"/>
              </a:spcAft>
              <a:buNone/>
              <a:defRPr sz="1800">
                <a:solidFill>
                  <a:schemeClr val="lt2"/>
                </a:solidFill>
                <a:latin typeface="Outfit SemiBold"/>
                <a:ea typeface="Outfit SemiBold"/>
                <a:cs typeface="Outfit SemiBold"/>
                <a:sym typeface="Outfit SemiBold"/>
              </a:defRPr>
            </a:lvl3pPr>
            <a:lvl4pPr lvl="3">
              <a:lnSpc>
                <a:spcPct val="115000"/>
              </a:lnSpc>
              <a:spcBef>
                <a:spcPts val="0"/>
              </a:spcBef>
              <a:spcAft>
                <a:spcPts val="0"/>
              </a:spcAft>
              <a:buNone/>
              <a:defRPr sz="1800">
                <a:solidFill>
                  <a:schemeClr val="lt2"/>
                </a:solidFill>
                <a:latin typeface="Outfit SemiBold"/>
                <a:ea typeface="Outfit SemiBold"/>
                <a:cs typeface="Outfit SemiBold"/>
                <a:sym typeface="Outfit SemiBold"/>
              </a:defRPr>
            </a:lvl4pPr>
            <a:lvl5pPr lvl="4">
              <a:lnSpc>
                <a:spcPct val="115000"/>
              </a:lnSpc>
              <a:spcBef>
                <a:spcPts val="0"/>
              </a:spcBef>
              <a:spcAft>
                <a:spcPts val="0"/>
              </a:spcAft>
              <a:buNone/>
              <a:defRPr sz="1800">
                <a:solidFill>
                  <a:schemeClr val="lt2"/>
                </a:solidFill>
                <a:latin typeface="Outfit SemiBold"/>
                <a:ea typeface="Outfit SemiBold"/>
                <a:cs typeface="Outfit SemiBold"/>
                <a:sym typeface="Outfit SemiBold"/>
              </a:defRPr>
            </a:lvl5pPr>
            <a:lvl6pPr lvl="5">
              <a:lnSpc>
                <a:spcPct val="115000"/>
              </a:lnSpc>
              <a:spcBef>
                <a:spcPts val="0"/>
              </a:spcBef>
              <a:spcAft>
                <a:spcPts val="0"/>
              </a:spcAft>
              <a:buNone/>
              <a:defRPr sz="1800">
                <a:solidFill>
                  <a:schemeClr val="lt2"/>
                </a:solidFill>
                <a:latin typeface="Outfit SemiBold"/>
                <a:ea typeface="Outfit SemiBold"/>
                <a:cs typeface="Outfit SemiBold"/>
                <a:sym typeface="Outfit SemiBold"/>
              </a:defRPr>
            </a:lvl6pPr>
            <a:lvl7pPr lvl="6">
              <a:lnSpc>
                <a:spcPct val="115000"/>
              </a:lnSpc>
              <a:spcBef>
                <a:spcPts val="0"/>
              </a:spcBef>
              <a:spcAft>
                <a:spcPts val="0"/>
              </a:spcAft>
              <a:buNone/>
              <a:defRPr sz="1800">
                <a:solidFill>
                  <a:schemeClr val="lt2"/>
                </a:solidFill>
                <a:latin typeface="Outfit SemiBold"/>
                <a:ea typeface="Outfit SemiBold"/>
                <a:cs typeface="Outfit SemiBold"/>
                <a:sym typeface="Outfit SemiBold"/>
              </a:defRPr>
            </a:lvl7pPr>
            <a:lvl8pPr lvl="7">
              <a:lnSpc>
                <a:spcPct val="115000"/>
              </a:lnSpc>
              <a:spcBef>
                <a:spcPts val="0"/>
              </a:spcBef>
              <a:spcAft>
                <a:spcPts val="0"/>
              </a:spcAft>
              <a:buNone/>
              <a:defRPr sz="1800">
                <a:solidFill>
                  <a:schemeClr val="lt2"/>
                </a:solidFill>
                <a:latin typeface="Outfit SemiBold"/>
                <a:ea typeface="Outfit SemiBold"/>
                <a:cs typeface="Outfit SemiBold"/>
                <a:sym typeface="Outfit SemiBold"/>
              </a:defRPr>
            </a:lvl8pPr>
            <a:lvl9pPr lvl="8">
              <a:lnSpc>
                <a:spcPct val="115000"/>
              </a:lnSpc>
              <a:spcBef>
                <a:spcPts val="0"/>
              </a:spcBef>
              <a:spcAft>
                <a:spcPts val="0"/>
              </a:spcAft>
              <a:buNone/>
              <a:defRPr sz="1800">
                <a:solidFill>
                  <a:schemeClr val="lt2"/>
                </a:solidFill>
                <a:latin typeface="Outfit SemiBold"/>
                <a:ea typeface="Outfit SemiBold"/>
                <a:cs typeface="Outfit SemiBold"/>
                <a:sym typeface="Outfit SemiBold"/>
              </a:defRPr>
            </a:lvl9pPr>
          </a:lstStyle>
          <a:p/>
        </p:txBody>
      </p:sp>
      <p:sp>
        <p:nvSpPr>
          <p:cNvPr id="708" name="Google Shape;708;p58"/>
          <p:cNvSpPr txBox="1"/>
          <p:nvPr>
            <p:ph idx="7" type="subTitle"/>
          </p:nvPr>
        </p:nvSpPr>
        <p:spPr>
          <a:xfrm>
            <a:off x="284798" y="282900"/>
            <a:ext cx="1207200" cy="368100"/>
          </a:xfrm>
          <a:prstGeom prst="rect">
            <a:avLst/>
          </a:prstGeom>
        </p:spPr>
        <p:txBody>
          <a:bodyPr anchorCtr="0" anchor="ctr" bIns="0" lIns="0" spcFirstLastPara="1" rIns="0" wrap="square" tIns="0">
            <a:noAutofit/>
          </a:bodyPr>
          <a:lstStyle>
            <a:lvl1pPr lvl="0" algn="ctr">
              <a:lnSpc>
                <a:spcPct val="115000"/>
              </a:lnSpc>
              <a:spcBef>
                <a:spcPts val="0"/>
              </a:spcBef>
              <a:spcAft>
                <a:spcPts val="0"/>
              </a:spcAft>
              <a:buNone/>
              <a:defRPr sz="800"/>
            </a:lvl1pPr>
            <a:lvl2pPr lvl="1" algn="ctr">
              <a:spcBef>
                <a:spcPts val="0"/>
              </a:spcBef>
              <a:spcAft>
                <a:spcPts val="0"/>
              </a:spcAft>
              <a:buClr>
                <a:schemeClr val="lt1"/>
              </a:buClr>
              <a:buSzPts val="800"/>
              <a:buNone/>
              <a:defRPr sz="800"/>
            </a:lvl2pPr>
            <a:lvl3pPr lvl="2" algn="ctr">
              <a:spcBef>
                <a:spcPts val="0"/>
              </a:spcBef>
              <a:spcAft>
                <a:spcPts val="0"/>
              </a:spcAft>
              <a:buClr>
                <a:schemeClr val="lt1"/>
              </a:buClr>
              <a:buSzPts val="800"/>
              <a:buNone/>
              <a:defRPr sz="800"/>
            </a:lvl3pPr>
            <a:lvl4pPr lvl="3" algn="ctr">
              <a:spcBef>
                <a:spcPts val="0"/>
              </a:spcBef>
              <a:spcAft>
                <a:spcPts val="0"/>
              </a:spcAft>
              <a:buClr>
                <a:schemeClr val="lt1"/>
              </a:buClr>
              <a:buSzPts val="800"/>
              <a:buNone/>
              <a:defRPr sz="800"/>
            </a:lvl4pPr>
            <a:lvl5pPr lvl="4" algn="ctr">
              <a:spcBef>
                <a:spcPts val="0"/>
              </a:spcBef>
              <a:spcAft>
                <a:spcPts val="0"/>
              </a:spcAft>
              <a:buClr>
                <a:schemeClr val="lt1"/>
              </a:buClr>
              <a:buSzPts val="800"/>
              <a:buNone/>
              <a:defRPr sz="800"/>
            </a:lvl5pPr>
            <a:lvl6pPr lvl="5" algn="ctr">
              <a:spcBef>
                <a:spcPts val="0"/>
              </a:spcBef>
              <a:spcAft>
                <a:spcPts val="0"/>
              </a:spcAft>
              <a:buClr>
                <a:schemeClr val="lt1"/>
              </a:buClr>
              <a:buSzPts val="800"/>
              <a:buNone/>
              <a:defRPr sz="800"/>
            </a:lvl6pPr>
            <a:lvl7pPr lvl="6" algn="ctr">
              <a:spcBef>
                <a:spcPts val="0"/>
              </a:spcBef>
              <a:spcAft>
                <a:spcPts val="0"/>
              </a:spcAft>
              <a:buClr>
                <a:schemeClr val="lt1"/>
              </a:buClr>
              <a:buSzPts val="800"/>
              <a:buNone/>
              <a:defRPr sz="800"/>
            </a:lvl7pPr>
            <a:lvl8pPr lvl="7" algn="ctr">
              <a:spcBef>
                <a:spcPts val="0"/>
              </a:spcBef>
              <a:spcAft>
                <a:spcPts val="0"/>
              </a:spcAft>
              <a:buClr>
                <a:schemeClr val="lt1"/>
              </a:buClr>
              <a:buSzPts val="800"/>
              <a:buNone/>
              <a:defRPr sz="800"/>
            </a:lvl8pPr>
            <a:lvl9pPr lvl="8" algn="ctr">
              <a:spcBef>
                <a:spcPts val="0"/>
              </a:spcBef>
              <a:spcAft>
                <a:spcPts val="0"/>
              </a:spcAft>
              <a:buClr>
                <a:schemeClr val="lt1"/>
              </a:buClr>
              <a:buSzPts val="800"/>
              <a:buNone/>
              <a:defRPr sz="800"/>
            </a:lvl9pPr>
          </a:lstStyle>
          <a:p/>
        </p:txBody>
      </p:sp>
      <p:sp>
        <p:nvSpPr>
          <p:cNvPr id="709" name="Google Shape;709;p58"/>
          <p:cNvSpPr txBox="1"/>
          <p:nvPr>
            <p:ph idx="8"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710" name="Google Shape;710;p58"/>
          <p:cNvSpPr txBox="1"/>
          <p:nvPr>
            <p:ph idx="9"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4">
  <p:cSld name="BLANK_1_1_1_1_1_1_1_1_1_1_1_1_1_1_4">
    <p:spTree>
      <p:nvGrpSpPr>
        <p:cNvPr id="711" name="Shape 711"/>
        <p:cNvGrpSpPr/>
        <p:nvPr/>
      </p:nvGrpSpPr>
      <p:grpSpPr>
        <a:xfrm>
          <a:off x="0" y="0"/>
          <a:ext cx="0" cy="0"/>
          <a:chOff x="0" y="0"/>
          <a:chExt cx="0" cy="0"/>
        </a:xfrm>
      </p:grpSpPr>
      <p:sp>
        <p:nvSpPr>
          <p:cNvPr id="712" name="Google Shape;712;p59"/>
          <p:cNvSpPr txBox="1"/>
          <p:nvPr>
            <p:ph idx="1" type="body"/>
          </p:nvPr>
        </p:nvSpPr>
        <p:spPr>
          <a:xfrm>
            <a:off x="6554750" y="2509703"/>
            <a:ext cx="2304900" cy="2125200"/>
          </a:xfrm>
          <a:prstGeom prst="rect">
            <a:avLst/>
          </a:prstGeom>
        </p:spPr>
        <p:txBody>
          <a:bodyPr anchorCtr="0" anchor="b" bIns="274300"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713" name="Google Shape;713;p59"/>
          <p:cNvSpPr txBox="1"/>
          <p:nvPr>
            <p:ph idx="2" type="body"/>
          </p:nvPr>
        </p:nvSpPr>
        <p:spPr>
          <a:xfrm>
            <a:off x="1731400" y="2509703"/>
            <a:ext cx="2304900" cy="2125200"/>
          </a:xfrm>
          <a:prstGeom prst="rect">
            <a:avLst/>
          </a:prstGeom>
        </p:spPr>
        <p:txBody>
          <a:bodyPr anchorCtr="0" anchor="b" bIns="274300"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714" name="Google Shape;714;p59"/>
          <p:cNvSpPr txBox="1"/>
          <p:nvPr>
            <p:ph idx="3" type="body"/>
          </p:nvPr>
        </p:nvSpPr>
        <p:spPr>
          <a:xfrm>
            <a:off x="4143075" y="2509703"/>
            <a:ext cx="2304900" cy="2125200"/>
          </a:xfrm>
          <a:prstGeom prst="rect">
            <a:avLst/>
          </a:prstGeom>
        </p:spPr>
        <p:txBody>
          <a:bodyPr anchorCtr="0" anchor="b" bIns="274300"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715" name="Google Shape;715;p59"/>
          <p:cNvSpPr txBox="1"/>
          <p:nvPr>
            <p:ph type="title"/>
          </p:nvPr>
        </p:nvSpPr>
        <p:spPr>
          <a:xfrm>
            <a:off x="1731400" y="806900"/>
            <a:ext cx="2064000" cy="267600"/>
          </a:xfrm>
          <a:prstGeom prst="rect">
            <a:avLst/>
          </a:prstGeom>
        </p:spPr>
        <p:txBody>
          <a:bodyPr anchorCtr="0" anchor="t" bIns="0" lIns="182875" spcFirstLastPara="1" rIns="182875" wrap="square" tIns="0">
            <a:spAutoFit/>
          </a:bodyPr>
          <a:lstStyle>
            <a:lvl1pPr lvl="0">
              <a:lnSpc>
                <a:spcPct val="90000"/>
              </a:lnSpc>
              <a:spcBef>
                <a:spcPts val="0"/>
              </a:spcBef>
              <a:spcAft>
                <a:spcPts val="0"/>
              </a:spcAft>
              <a:buNone/>
              <a:defRPr sz="1800"/>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716" name="Google Shape;716;p59"/>
          <p:cNvSpPr txBox="1"/>
          <p:nvPr>
            <p:ph idx="4" type="subTitle"/>
          </p:nvPr>
        </p:nvSpPr>
        <p:spPr>
          <a:xfrm>
            <a:off x="1731400" y="400075"/>
            <a:ext cx="1340700" cy="153900"/>
          </a:xfrm>
          <a:prstGeom prst="rect">
            <a:avLst/>
          </a:prstGeom>
        </p:spPr>
        <p:txBody>
          <a:bodyPr anchorCtr="0" anchor="t" bIns="0" lIns="182875" spcFirstLastPara="1" rIns="91425" wrap="square" tIns="0">
            <a:noAutofit/>
          </a:bodyPr>
          <a:lstStyle>
            <a:lvl1pPr lvl="0">
              <a:spcBef>
                <a:spcPts val="0"/>
              </a:spcBef>
              <a:spcAft>
                <a:spcPts val="0"/>
              </a:spcAft>
              <a:buNone/>
              <a:defRPr b="1" sz="1000">
                <a:latin typeface="Outfit"/>
                <a:ea typeface="Outfit"/>
                <a:cs typeface="Outfit"/>
                <a:sym typeface="Outfit"/>
              </a:defRPr>
            </a:lvl1pPr>
            <a:lvl2pPr lvl="1">
              <a:spcBef>
                <a:spcPts val="0"/>
              </a:spcBef>
              <a:spcAft>
                <a:spcPts val="0"/>
              </a:spcAft>
              <a:buSzPts val="1000"/>
              <a:buFont typeface="Outfit"/>
              <a:buNone/>
              <a:defRPr sz="1000">
                <a:latin typeface="Outfit"/>
                <a:ea typeface="Outfit"/>
                <a:cs typeface="Outfit"/>
                <a:sym typeface="Outfit"/>
              </a:defRPr>
            </a:lvl2pPr>
            <a:lvl3pPr lvl="2">
              <a:spcBef>
                <a:spcPts val="0"/>
              </a:spcBef>
              <a:spcAft>
                <a:spcPts val="0"/>
              </a:spcAft>
              <a:buSzPts val="1000"/>
              <a:buFont typeface="Outfit"/>
              <a:buNone/>
              <a:defRPr sz="1000">
                <a:latin typeface="Outfit"/>
                <a:ea typeface="Outfit"/>
                <a:cs typeface="Outfit"/>
                <a:sym typeface="Outfit"/>
              </a:defRPr>
            </a:lvl3pPr>
            <a:lvl4pPr lvl="3">
              <a:spcBef>
                <a:spcPts val="0"/>
              </a:spcBef>
              <a:spcAft>
                <a:spcPts val="0"/>
              </a:spcAft>
              <a:buSzPts val="1000"/>
              <a:buFont typeface="Outfit"/>
              <a:buNone/>
              <a:defRPr sz="1000">
                <a:latin typeface="Outfit"/>
                <a:ea typeface="Outfit"/>
                <a:cs typeface="Outfit"/>
                <a:sym typeface="Outfit"/>
              </a:defRPr>
            </a:lvl4pPr>
            <a:lvl5pPr lvl="4">
              <a:spcBef>
                <a:spcPts val="0"/>
              </a:spcBef>
              <a:spcAft>
                <a:spcPts val="0"/>
              </a:spcAft>
              <a:buSzPts val="1000"/>
              <a:buFont typeface="Outfit"/>
              <a:buNone/>
              <a:defRPr sz="1000">
                <a:latin typeface="Outfit"/>
                <a:ea typeface="Outfit"/>
                <a:cs typeface="Outfit"/>
                <a:sym typeface="Outfit"/>
              </a:defRPr>
            </a:lvl5pPr>
            <a:lvl6pPr lvl="5">
              <a:spcBef>
                <a:spcPts val="0"/>
              </a:spcBef>
              <a:spcAft>
                <a:spcPts val="0"/>
              </a:spcAft>
              <a:buSzPts val="1000"/>
              <a:buFont typeface="Outfit"/>
              <a:buNone/>
              <a:defRPr sz="1000">
                <a:latin typeface="Outfit"/>
                <a:ea typeface="Outfit"/>
                <a:cs typeface="Outfit"/>
                <a:sym typeface="Outfit"/>
              </a:defRPr>
            </a:lvl6pPr>
            <a:lvl7pPr lvl="6">
              <a:spcBef>
                <a:spcPts val="0"/>
              </a:spcBef>
              <a:spcAft>
                <a:spcPts val="0"/>
              </a:spcAft>
              <a:buSzPts val="1000"/>
              <a:buFont typeface="Outfit"/>
              <a:buNone/>
              <a:defRPr sz="1000">
                <a:latin typeface="Outfit"/>
                <a:ea typeface="Outfit"/>
                <a:cs typeface="Outfit"/>
                <a:sym typeface="Outfit"/>
              </a:defRPr>
            </a:lvl7pPr>
            <a:lvl8pPr lvl="7">
              <a:spcBef>
                <a:spcPts val="0"/>
              </a:spcBef>
              <a:spcAft>
                <a:spcPts val="0"/>
              </a:spcAft>
              <a:buSzPts val="1000"/>
              <a:buFont typeface="Outfit"/>
              <a:buNone/>
              <a:defRPr sz="1000">
                <a:latin typeface="Outfit"/>
                <a:ea typeface="Outfit"/>
                <a:cs typeface="Outfit"/>
                <a:sym typeface="Outfit"/>
              </a:defRPr>
            </a:lvl8pPr>
            <a:lvl9pPr lvl="8">
              <a:spcBef>
                <a:spcPts val="0"/>
              </a:spcBef>
              <a:spcAft>
                <a:spcPts val="0"/>
              </a:spcAft>
              <a:buSzPts val="1000"/>
              <a:buFont typeface="Outfit"/>
              <a:buNone/>
              <a:defRPr sz="1000">
                <a:latin typeface="Outfit"/>
                <a:ea typeface="Outfit"/>
                <a:cs typeface="Outfit"/>
                <a:sym typeface="Outfit"/>
              </a:defRPr>
            </a:lvl9pPr>
          </a:lstStyle>
          <a:p/>
        </p:txBody>
      </p:sp>
      <p:sp>
        <p:nvSpPr>
          <p:cNvPr id="717" name="Google Shape;717;p59"/>
          <p:cNvSpPr txBox="1"/>
          <p:nvPr>
            <p:ph idx="5" type="title"/>
          </p:nvPr>
        </p:nvSpPr>
        <p:spPr>
          <a:xfrm>
            <a:off x="4143075" y="806900"/>
            <a:ext cx="2064000" cy="267600"/>
          </a:xfrm>
          <a:prstGeom prst="rect">
            <a:avLst/>
          </a:prstGeom>
        </p:spPr>
        <p:txBody>
          <a:bodyPr anchorCtr="0" anchor="t" bIns="0" lIns="182875" spcFirstLastPara="1" rIns="182875" wrap="square" tIns="0">
            <a:spAutoFit/>
          </a:bodyPr>
          <a:lstStyle>
            <a:lvl1pPr lvl="0">
              <a:lnSpc>
                <a:spcPct val="90000"/>
              </a:lnSpc>
              <a:spcBef>
                <a:spcPts val="0"/>
              </a:spcBef>
              <a:spcAft>
                <a:spcPts val="0"/>
              </a:spcAft>
              <a:buNone/>
              <a:defRPr sz="1800"/>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718" name="Google Shape;718;p59"/>
          <p:cNvSpPr txBox="1"/>
          <p:nvPr>
            <p:ph idx="6" type="subTitle"/>
          </p:nvPr>
        </p:nvSpPr>
        <p:spPr>
          <a:xfrm>
            <a:off x="4143075" y="400075"/>
            <a:ext cx="1340700" cy="153900"/>
          </a:xfrm>
          <a:prstGeom prst="rect">
            <a:avLst/>
          </a:prstGeom>
        </p:spPr>
        <p:txBody>
          <a:bodyPr anchorCtr="0" anchor="t" bIns="0" lIns="182875" spcFirstLastPara="1" rIns="91425" wrap="square" tIns="0">
            <a:noAutofit/>
          </a:bodyPr>
          <a:lstStyle>
            <a:lvl1pPr lvl="0">
              <a:spcBef>
                <a:spcPts val="0"/>
              </a:spcBef>
              <a:spcAft>
                <a:spcPts val="0"/>
              </a:spcAft>
              <a:buNone/>
              <a:defRPr b="1" sz="1000">
                <a:latin typeface="Outfit"/>
                <a:ea typeface="Outfit"/>
                <a:cs typeface="Outfit"/>
                <a:sym typeface="Outfit"/>
              </a:defRPr>
            </a:lvl1pPr>
            <a:lvl2pPr lvl="1">
              <a:spcBef>
                <a:spcPts val="0"/>
              </a:spcBef>
              <a:spcAft>
                <a:spcPts val="0"/>
              </a:spcAft>
              <a:buSzPts val="1000"/>
              <a:buFont typeface="Outfit"/>
              <a:buNone/>
              <a:defRPr sz="1000">
                <a:latin typeface="Outfit"/>
                <a:ea typeface="Outfit"/>
                <a:cs typeface="Outfit"/>
                <a:sym typeface="Outfit"/>
              </a:defRPr>
            </a:lvl2pPr>
            <a:lvl3pPr lvl="2">
              <a:spcBef>
                <a:spcPts val="0"/>
              </a:spcBef>
              <a:spcAft>
                <a:spcPts val="0"/>
              </a:spcAft>
              <a:buSzPts val="1000"/>
              <a:buFont typeface="Outfit"/>
              <a:buNone/>
              <a:defRPr sz="1000">
                <a:latin typeface="Outfit"/>
                <a:ea typeface="Outfit"/>
                <a:cs typeface="Outfit"/>
                <a:sym typeface="Outfit"/>
              </a:defRPr>
            </a:lvl3pPr>
            <a:lvl4pPr lvl="3">
              <a:spcBef>
                <a:spcPts val="0"/>
              </a:spcBef>
              <a:spcAft>
                <a:spcPts val="0"/>
              </a:spcAft>
              <a:buSzPts val="1000"/>
              <a:buFont typeface="Outfit"/>
              <a:buNone/>
              <a:defRPr sz="1000">
                <a:latin typeface="Outfit"/>
                <a:ea typeface="Outfit"/>
                <a:cs typeface="Outfit"/>
                <a:sym typeface="Outfit"/>
              </a:defRPr>
            </a:lvl4pPr>
            <a:lvl5pPr lvl="4">
              <a:spcBef>
                <a:spcPts val="0"/>
              </a:spcBef>
              <a:spcAft>
                <a:spcPts val="0"/>
              </a:spcAft>
              <a:buSzPts val="1000"/>
              <a:buFont typeface="Outfit"/>
              <a:buNone/>
              <a:defRPr sz="1000">
                <a:latin typeface="Outfit"/>
                <a:ea typeface="Outfit"/>
                <a:cs typeface="Outfit"/>
                <a:sym typeface="Outfit"/>
              </a:defRPr>
            </a:lvl5pPr>
            <a:lvl6pPr lvl="5">
              <a:spcBef>
                <a:spcPts val="0"/>
              </a:spcBef>
              <a:spcAft>
                <a:spcPts val="0"/>
              </a:spcAft>
              <a:buSzPts val="1000"/>
              <a:buFont typeface="Outfit"/>
              <a:buNone/>
              <a:defRPr sz="1000">
                <a:latin typeface="Outfit"/>
                <a:ea typeface="Outfit"/>
                <a:cs typeface="Outfit"/>
                <a:sym typeface="Outfit"/>
              </a:defRPr>
            </a:lvl6pPr>
            <a:lvl7pPr lvl="6">
              <a:spcBef>
                <a:spcPts val="0"/>
              </a:spcBef>
              <a:spcAft>
                <a:spcPts val="0"/>
              </a:spcAft>
              <a:buSzPts val="1000"/>
              <a:buFont typeface="Outfit"/>
              <a:buNone/>
              <a:defRPr sz="1000">
                <a:latin typeface="Outfit"/>
                <a:ea typeface="Outfit"/>
                <a:cs typeface="Outfit"/>
                <a:sym typeface="Outfit"/>
              </a:defRPr>
            </a:lvl7pPr>
            <a:lvl8pPr lvl="7">
              <a:spcBef>
                <a:spcPts val="0"/>
              </a:spcBef>
              <a:spcAft>
                <a:spcPts val="0"/>
              </a:spcAft>
              <a:buSzPts val="1000"/>
              <a:buFont typeface="Outfit"/>
              <a:buNone/>
              <a:defRPr sz="1000">
                <a:latin typeface="Outfit"/>
                <a:ea typeface="Outfit"/>
                <a:cs typeface="Outfit"/>
                <a:sym typeface="Outfit"/>
              </a:defRPr>
            </a:lvl8pPr>
            <a:lvl9pPr lvl="8">
              <a:spcBef>
                <a:spcPts val="0"/>
              </a:spcBef>
              <a:spcAft>
                <a:spcPts val="0"/>
              </a:spcAft>
              <a:buSzPts val="1000"/>
              <a:buFont typeface="Outfit"/>
              <a:buNone/>
              <a:defRPr sz="1000">
                <a:latin typeface="Outfit"/>
                <a:ea typeface="Outfit"/>
                <a:cs typeface="Outfit"/>
                <a:sym typeface="Outfit"/>
              </a:defRPr>
            </a:lvl9pPr>
          </a:lstStyle>
          <a:p/>
        </p:txBody>
      </p:sp>
      <p:sp>
        <p:nvSpPr>
          <p:cNvPr id="719" name="Google Shape;719;p59"/>
          <p:cNvSpPr txBox="1"/>
          <p:nvPr>
            <p:ph idx="7" type="title"/>
          </p:nvPr>
        </p:nvSpPr>
        <p:spPr>
          <a:xfrm>
            <a:off x="6554750" y="806900"/>
            <a:ext cx="2064000" cy="267600"/>
          </a:xfrm>
          <a:prstGeom prst="rect">
            <a:avLst/>
          </a:prstGeom>
        </p:spPr>
        <p:txBody>
          <a:bodyPr anchorCtr="0" anchor="t" bIns="0" lIns="182875" spcFirstLastPara="1" rIns="182875" wrap="square" tIns="0">
            <a:spAutoFit/>
          </a:bodyPr>
          <a:lstStyle>
            <a:lvl1pPr lvl="0">
              <a:lnSpc>
                <a:spcPct val="90000"/>
              </a:lnSpc>
              <a:spcBef>
                <a:spcPts val="0"/>
              </a:spcBef>
              <a:spcAft>
                <a:spcPts val="0"/>
              </a:spcAft>
              <a:buNone/>
              <a:defRPr sz="1800"/>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720" name="Google Shape;720;p59"/>
          <p:cNvSpPr txBox="1"/>
          <p:nvPr>
            <p:ph idx="8" type="subTitle"/>
          </p:nvPr>
        </p:nvSpPr>
        <p:spPr>
          <a:xfrm>
            <a:off x="6554750" y="400075"/>
            <a:ext cx="1340700" cy="153900"/>
          </a:xfrm>
          <a:prstGeom prst="rect">
            <a:avLst/>
          </a:prstGeom>
        </p:spPr>
        <p:txBody>
          <a:bodyPr anchorCtr="0" anchor="t" bIns="0" lIns="182875" spcFirstLastPara="1" rIns="91425" wrap="square" tIns="0">
            <a:noAutofit/>
          </a:bodyPr>
          <a:lstStyle>
            <a:lvl1pPr lvl="0">
              <a:spcBef>
                <a:spcPts val="0"/>
              </a:spcBef>
              <a:spcAft>
                <a:spcPts val="0"/>
              </a:spcAft>
              <a:buNone/>
              <a:defRPr b="1" sz="1000">
                <a:latin typeface="Outfit"/>
                <a:ea typeface="Outfit"/>
                <a:cs typeface="Outfit"/>
                <a:sym typeface="Outfit"/>
              </a:defRPr>
            </a:lvl1pPr>
            <a:lvl2pPr lvl="1">
              <a:spcBef>
                <a:spcPts val="0"/>
              </a:spcBef>
              <a:spcAft>
                <a:spcPts val="0"/>
              </a:spcAft>
              <a:buSzPts val="1000"/>
              <a:buFont typeface="Outfit"/>
              <a:buNone/>
              <a:defRPr sz="1000">
                <a:latin typeface="Outfit"/>
                <a:ea typeface="Outfit"/>
                <a:cs typeface="Outfit"/>
                <a:sym typeface="Outfit"/>
              </a:defRPr>
            </a:lvl2pPr>
            <a:lvl3pPr lvl="2">
              <a:spcBef>
                <a:spcPts val="0"/>
              </a:spcBef>
              <a:spcAft>
                <a:spcPts val="0"/>
              </a:spcAft>
              <a:buSzPts val="1000"/>
              <a:buFont typeface="Outfit"/>
              <a:buNone/>
              <a:defRPr sz="1000">
                <a:latin typeface="Outfit"/>
                <a:ea typeface="Outfit"/>
                <a:cs typeface="Outfit"/>
                <a:sym typeface="Outfit"/>
              </a:defRPr>
            </a:lvl3pPr>
            <a:lvl4pPr lvl="3">
              <a:spcBef>
                <a:spcPts val="0"/>
              </a:spcBef>
              <a:spcAft>
                <a:spcPts val="0"/>
              </a:spcAft>
              <a:buSzPts val="1000"/>
              <a:buFont typeface="Outfit"/>
              <a:buNone/>
              <a:defRPr sz="1000">
                <a:latin typeface="Outfit"/>
                <a:ea typeface="Outfit"/>
                <a:cs typeface="Outfit"/>
                <a:sym typeface="Outfit"/>
              </a:defRPr>
            </a:lvl4pPr>
            <a:lvl5pPr lvl="4">
              <a:spcBef>
                <a:spcPts val="0"/>
              </a:spcBef>
              <a:spcAft>
                <a:spcPts val="0"/>
              </a:spcAft>
              <a:buSzPts val="1000"/>
              <a:buFont typeface="Outfit"/>
              <a:buNone/>
              <a:defRPr sz="1000">
                <a:latin typeface="Outfit"/>
                <a:ea typeface="Outfit"/>
                <a:cs typeface="Outfit"/>
                <a:sym typeface="Outfit"/>
              </a:defRPr>
            </a:lvl5pPr>
            <a:lvl6pPr lvl="5">
              <a:spcBef>
                <a:spcPts val="0"/>
              </a:spcBef>
              <a:spcAft>
                <a:spcPts val="0"/>
              </a:spcAft>
              <a:buSzPts val="1000"/>
              <a:buFont typeface="Outfit"/>
              <a:buNone/>
              <a:defRPr sz="1000">
                <a:latin typeface="Outfit"/>
                <a:ea typeface="Outfit"/>
                <a:cs typeface="Outfit"/>
                <a:sym typeface="Outfit"/>
              </a:defRPr>
            </a:lvl6pPr>
            <a:lvl7pPr lvl="6">
              <a:spcBef>
                <a:spcPts val="0"/>
              </a:spcBef>
              <a:spcAft>
                <a:spcPts val="0"/>
              </a:spcAft>
              <a:buSzPts val="1000"/>
              <a:buFont typeface="Outfit"/>
              <a:buNone/>
              <a:defRPr sz="1000">
                <a:latin typeface="Outfit"/>
                <a:ea typeface="Outfit"/>
                <a:cs typeface="Outfit"/>
                <a:sym typeface="Outfit"/>
              </a:defRPr>
            </a:lvl7pPr>
            <a:lvl8pPr lvl="7">
              <a:spcBef>
                <a:spcPts val="0"/>
              </a:spcBef>
              <a:spcAft>
                <a:spcPts val="0"/>
              </a:spcAft>
              <a:buSzPts val="1000"/>
              <a:buFont typeface="Outfit"/>
              <a:buNone/>
              <a:defRPr sz="1000">
                <a:latin typeface="Outfit"/>
                <a:ea typeface="Outfit"/>
                <a:cs typeface="Outfit"/>
                <a:sym typeface="Outfit"/>
              </a:defRPr>
            </a:lvl8pPr>
            <a:lvl9pPr lvl="8">
              <a:spcBef>
                <a:spcPts val="0"/>
              </a:spcBef>
              <a:spcAft>
                <a:spcPts val="0"/>
              </a:spcAft>
              <a:buSzPts val="1000"/>
              <a:buFont typeface="Outfit"/>
              <a:buNone/>
              <a:defRPr sz="1000">
                <a:latin typeface="Outfit"/>
                <a:ea typeface="Outfit"/>
                <a:cs typeface="Outfit"/>
                <a:sym typeface="Outfit"/>
              </a:defRPr>
            </a:lvl9pPr>
          </a:lstStyle>
          <a:p/>
        </p:txBody>
      </p:sp>
      <p:sp>
        <p:nvSpPr>
          <p:cNvPr id="721" name="Google Shape;721;p59"/>
          <p:cNvSpPr txBox="1"/>
          <p:nvPr>
            <p:ph idx="9" type="subTitle"/>
          </p:nvPr>
        </p:nvSpPr>
        <p:spPr>
          <a:xfrm>
            <a:off x="284798" y="282900"/>
            <a:ext cx="1207200" cy="368100"/>
          </a:xfrm>
          <a:prstGeom prst="rect">
            <a:avLst/>
          </a:prstGeom>
        </p:spPr>
        <p:txBody>
          <a:bodyPr anchorCtr="0" anchor="ctr" bIns="0" lIns="0" spcFirstLastPara="1" rIns="0" wrap="square" tIns="0">
            <a:noAutofit/>
          </a:bodyPr>
          <a:lstStyle>
            <a:lvl1pPr lvl="0" algn="ctr">
              <a:lnSpc>
                <a:spcPct val="115000"/>
              </a:lnSpc>
              <a:spcBef>
                <a:spcPts val="0"/>
              </a:spcBef>
              <a:spcAft>
                <a:spcPts val="0"/>
              </a:spcAft>
              <a:buNone/>
              <a:defRPr sz="800"/>
            </a:lvl1pPr>
            <a:lvl2pPr lvl="1" algn="ctr">
              <a:spcBef>
                <a:spcPts val="0"/>
              </a:spcBef>
              <a:spcAft>
                <a:spcPts val="0"/>
              </a:spcAft>
              <a:buClr>
                <a:schemeClr val="lt1"/>
              </a:buClr>
              <a:buSzPts val="800"/>
              <a:buNone/>
              <a:defRPr sz="800"/>
            </a:lvl2pPr>
            <a:lvl3pPr lvl="2" algn="ctr">
              <a:spcBef>
                <a:spcPts val="0"/>
              </a:spcBef>
              <a:spcAft>
                <a:spcPts val="0"/>
              </a:spcAft>
              <a:buClr>
                <a:schemeClr val="lt1"/>
              </a:buClr>
              <a:buSzPts val="800"/>
              <a:buNone/>
              <a:defRPr sz="800"/>
            </a:lvl3pPr>
            <a:lvl4pPr lvl="3" algn="ctr">
              <a:spcBef>
                <a:spcPts val="0"/>
              </a:spcBef>
              <a:spcAft>
                <a:spcPts val="0"/>
              </a:spcAft>
              <a:buClr>
                <a:schemeClr val="lt1"/>
              </a:buClr>
              <a:buSzPts val="800"/>
              <a:buNone/>
              <a:defRPr sz="800"/>
            </a:lvl4pPr>
            <a:lvl5pPr lvl="4" algn="ctr">
              <a:spcBef>
                <a:spcPts val="0"/>
              </a:spcBef>
              <a:spcAft>
                <a:spcPts val="0"/>
              </a:spcAft>
              <a:buClr>
                <a:schemeClr val="lt1"/>
              </a:buClr>
              <a:buSzPts val="800"/>
              <a:buNone/>
              <a:defRPr sz="800"/>
            </a:lvl5pPr>
            <a:lvl6pPr lvl="5" algn="ctr">
              <a:spcBef>
                <a:spcPts val="0"/>
              </a:spcBef>
              <a:spcAft>
                <a:spcPts val="0"/>
              </a:spcAft>
              <a:buClr>
                <a:schemeClr val="lt1"/>
              </a:buClr>
              <a:buSzPts val="800"/>
              <a:buNone/>
              <a:defRPr sz="800"/>
            </a:lvl6pPr>
            <a:lvl7pPr lvl="6" algn="ctr">
              <a:spcBef>
                <a:spcPts val="0"/>
              </a:spcBef>
              <a:spcAft>
                <a:spcPts val="0"/>
              </a:spcAft>
              <a:buClr>
                <a:schemeClr val="lt1"/>
              </a:buClr>
              <a:buSzPts val="800"/>
              <a:buNone/>
              <a:defRPr sz="800"/>
            </a:lvl7pPr>
            <a:lvl8pPr lvl="7" algn="ctr">
              <a:spcBef>
                <a:spcPts val="0"/>
              </a:spcBef>
              <a:spcAft>
                <a:spcPts val="0"/>
              </a:spcAft>
              <a:buClr>
                <a:schemeClr val="lt1"/>
              </a:buClr>
              <a:buSzPts val="800"/>
              <a:buNone/>
              <a:defRPr sz="800"/>
            </a:lvl8pPr>
            <a:lvl9pPr lvl="8" algn="ctr">
              <a:spcBef>
                <a:spcPts val="0"/>
              </a:spcBef>
              <a:spcAft>
                <a:spcPts val="0"/>
              </a:spcAft>
              <a:buClr>
                <a:schemeClr val="lt1"/>
              </a:buClr>
              <a:buSzPts val="800"/>
              <a:buNone/>
              <a:defRPr sz="800"/>
            </a:lvl9pPr>
          </a:lstStyle>
          <a:p/>
        </p:txBody>
      </p:sp>
      <p:sp>
        <p:nvSpPr>
          <p:cNvPr id="722" name="Google Shape;722;p59"/>
          <p:cNvSpPr txBox="1"/>
          <p:nvPr>
            <p:ph idx="13"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723" name="Google Shape;723;p59"/>
          <p:cNvSpPr txBox="1"/>
          <p:nvPr>
            <p:ph idx="14"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5">
  <p:cSld name="BLANK_1_1_1_1_1_1_1_1_1_1_1_1_1_1_4_1">
    <p:spTree>
      <p:nvGrpSpPr>
        <p:cNvPr id="724" name="Shape 724"/>
        <p:cNvGrpSpPr/>
        <p:nvPr/>
      </p:nvGrpSpPr>
      <p:grpSpPr>
        <a:xfrm>
          <a:off x="0" y="0"/>
          <a:ext cx="0" cy="0"/>
          <a:chOff x="0" y="0"/>
          <a:chExt cx="0" cy="0"/>
        </a:xfrm>
      </p:grpSpPr>
      <p:sp>
        <p:nvSpPr>
          <p:cNvPr id="725" name="Google Shape;725;p60"/>
          <p:cNvSpPr txBox="1"/>
          <p:nvPr>
            <p:ph idx="1" type="subTitle"/>
          </p:nvPr>
        </p:nvSpPr>
        <p:spPr>
          <a:xfrm>
            <a:off x="284798" y="282900"/>
            <a:ext cx="1207200" cy="368100"/>
          </a:xfrm>
          <a:prstGeom prst="rect">
            <a:avLst/>
          </a:prstGeom>
        </p:spPr>
        <p:txBody>
          <a:bodyPr anchorCtr="0" anchor="ctr" bIns="0" lIns="0" spcFirstLastPara="1" rIns="0" wrap="square" tIns="0">
            <a:noAutofit/>
          </a:bodyPr>
          <a:lstStyle>
            <a:lvl1pPr lvl="0" algn="ctr">
              <a:lnSpc>
                <a:spcPct val="115000"/>
              </a:lnSpc>
              <a:spcBef>
                <a:spcPts val="0"/>
              </a:spcBef>
              <a:spcAft>
                <a:spcPts val="0"/>
              </a:spcAft>
              <a:buNone/>
              <a:defRPr sz="800"/>
            </a:lvl1pPr>
            <a:lvl2pPr lvl="1" algn="ctr">
              <a:spcBef>
                <a:spcPts val="0"/>
              </a:spcBef>
              <a:spcAft>
                <a:spcPts val="0"/>
              </a:spcAft>
              <a:buClr>
                <a:schemeClr val="lt1"/>
              </a:buClr>
              <a:buSzPts val="800"/>
              <a:buNone/>
              <a:defRPr sz="800"/>
            </a:lvl2pPr>
            <a:lvl3pPr lvl="2" algn="ctr">
              <a:spcBef>
                <a:spcPts val="0"/>
              </a:spcBef>
              <a:spcAft>
                <a:spcPts val="0"/>
              </a:spcAft>
              <a:buClr>
                <a:schemeClr val="lt1"/>
              </a:buClr>
              <a:buSzPts val="800"/>
              <a:buNone/>
              <a:defRPr sz="800"/>
            </a:lvl3pPr>
            <a:lvl4pPr lvl="3" algn="ctr">
              <a:spcBef>
                <a:spcPts val="0"/>
              </a:spcBef>
              <a:spcAft>
                <a:spcPts val="0"/>
              </a:spcAft>
              <a:buClr>
                <a:schemeClr val="lt1"/>
              </a:buClr>
              <a:buSzPts val="800"/>
              <a:buNone/>
              <a:defRPr sz="800"/>
            </a:lvl4pPr>
            <a:lvl5pPr lvl="4" algn="ctr">
              <a:spcBef>
                <a:spcPts val="0"/>
              </a:spcBef>
              <a:spcAft>
                <a:spcPts val="0"/>
              </a:spcAft>
              <a:buClr>
                <a:schemeClr val="lt1"/>
              </a:buClr>
              <a:buSzPts val="800"/>
              <a:buNone/>
              <a:defRPr sz="800"/>
            </a:lvl5pPr>
            <a:lvl6pPr lvl="5" algn="ctr">
              <a:spcBef>
                <a:spcPts val="0"/>
              </a:spcBef>
              <a:spcAft>
                <a:spcPts val="0"/>
              </a:spcAft>
              <a:buClr>
                <a:schemeClr val="lt1"/>
              </a:buClr>
              <a:buSzPts val="800"/>
              <a:buNone/>
              <a:defRPr sz="800"/>
            </a:lvl6pPr>
            <a:lvl7pPr lvl="6" algn="ctr">
              <a:spcBef>
                <a:spcPts val="0"/>
              </a:spcBef>
              <a:spcAft>
                <a:spcPts val="0"/>
              </a:spcAft>
              <a:buClr>
                <a:schemeClr val="lt1"/>
              </a:buClr>
              <a:buSzPts val="800"/>
              <a:buNone/>
              <a:defRPr sz="800"/>
            </a:lvl7pPr>
            <a:lvl8pPr lvl="7" algn="ctr">
              <a:spcBef>
                <a:spcPts val="0"/>
              </a:spcBef>
              <a:spcAft>
                <a:spcPts val="0"/>
              </a:spcAft>
              <a:buClr>
                <a:schemeClr val="lt1"/>
              </a:buClr>
              <a:buSzPts val="800"/>
              <a:buNone/>
              <a:defRPr sz="800"/>
            </a:lvl8pPr>
            <a:lvl9pPr lvl="8" algn="ctr">
              <a:spcBef>
                <a:spcPts val="0"/>
              </a:spcBef>
              <a:spcAft>
                <a:spcPts val="0"/>
              </a:spcAft>
              <a:buClr>
                <a:schemeClr val="lt1"/>
              </a:buClr>
              <a:buSzPts val="800"/>
              <a:buNone/>
              <a:defRPr sz="800"/>
            </a:lvl9pPr>
          </a:lstStyle>
          <a:p/>
        </p:txBody>
      </p:sp>
      <p:sp>
        <p:nvSpPr>
          <p:cNvPr id="726" name="Google Shape;726;p60"/>
          <p:cNvSpPr txBox="1"/>
          <p:nvPr>
            <p:ph idx="2" type="body"/>
          </p:nvPr>
        </p:nvSpPr>
        <p:spPr>
          <a:xfrm>
            <a:off x="1731400" y="3634076"/>
            <a:ext cx="2304900" cy="1000800"/>
          </a:xfrm>
          <a:prstGeom prst="rect">
            <a:avLst/>
          </a:prstGeom>
        </p:spPr>
        <p:txBody>
          <a:bodyPr anchorCtr="0" anchor="b" bIns="182875"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727" name="Google Shape;727;p60"/>
          <p:cNvSpPr txBox="1"/>
          <p:nvPr>
            <p:ph idx="3" type="body"/>
          </p:nvPr>
        </p:nvSpPr>
        <p:spPr>
          <a:xfrm>
            <a:off x="4143963" y="3634076"/>
            <a:ext cx="2304900" cy="1000800"/>
          </a:xfrm>
          <a:prstGeom prst="rect">
            <a:avLst/>
          </a:prstGeom>
        </p:spPr>
        <p:txBody>
          <a:bodyPr anchorCtr="0" anchor="b" bIns="182875"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728" name="Google Shape;728;p60"/>
          <p:cNvSpPr txBox="1"/>
          <p:nvPr>
            <p:ph idx="4" type="body"/>
          </p:nvPr>
        </p:nvSpPr>
        <p:spPr>
          <a:xfrm>
            <a:off x="6556525" y="3634076"/>
            <a:ext cx="2304900" cy="1000800"/>
          </a:xfrm>
          <a:prstGeom prst="rect">
            <a:avLst/>
          </a:prstGeom>
        </p:spPr>
        <p:txBody>
          <a:bodyPr anchorCtr="0" anchor="b" bIns="182875"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729" name="Google Shape;729;p60"/>
          <p:cNvSpPr/>
          <p:nvPr>
            <p:ph idx="5" type="pic"/>
          </p:nvPr>
        </p:nvSpPr>
        <p:spPr>
          <a:xfrm>
            <a:off x="1733625" y="1872750"/>
            <a:ext cx="2304000" cy="748500"/>
          </a:xfrm>
          <a:prstGeom prst="roundRect">
            <a:avLst>
              <a:gd fmla="val 15661" name="adj"/>
            </a:avLst>
          </a:prstGeom>
          <a:noFill/>
          <a:ln>
            <a:noFill/>
          </a:ln>
        </p:spPr>
      </p:sp>
      <p:sp>
        <p:nvSpPr>
          <p:cNvPr id="730" name="Google Shape;730;p60"/>
          <p:cNvSpPr/>
          <p:nvPr>
            <p:ph idx="6" type="pic"/>
          </p:nvPr>
        </p:nvSpPr>
        <p:spPr>
          <a:xfrm>
            <a:off x="4144025" y="1872750"/>
            <a:ext cx="2304000" cy="1075500"/>
          </a:xfrm>
          <a:prstGeom prst="roundRect">
            <a:avLst>
              <a:gd fmla="val 13968" name="adj"/>
            </a:avLst>
          </a:prstGeom>
          <a:noFill/>
          <a:ln>
            <a:noFill/>
          </a:ln>
        </p:spPr>
      </p:sp>
      <p:sp>
        <p:nvSpPr>
          <p:cNvPr id="731" name="Google Shape;731;p60"/>
          <p:cNvSpPr/>
          <p:nvPr>
            <p:ph idx="7" type="pic"/>
          </p:nvPr>
        </p:nvSpPr>
        <p:spPr>
          <a:xfrm>
            <a:off x="6556525" y="1872750"/>
            <a:ext cx="2304000" cy="1286700"/>
          </a:xfrm>
          <a:prstGeom prst="roundRect">
            <a:avLst>
              <a:gd fmla="val 12543" name="adj"/>
            </a:avLst>
          </a:prstGeom>
          <a:noFill/>
          <a:ln>
            <a:noFill/>
          </a:ln>
        </p:spPr>
      </p:sp>
      <p:sp>
        <p:nvSpPr>
          <p:cNvPr id="732" name="Google Shape;732;p60"/>
          <p:cNvSpPr txBox="1"/>
          <p:nvPr>
            <p:ph type="title"/>
          </p:nvPr>
        </p:nvSpPr>
        <p:spPr>
          <a:xfrm>
            <a:off x="1731400" y="282900"/>
            <a:ext cx="7128000" cy="11169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733" name="Google Shape;733;p60"/>
          <p:cNvSpPr txBox="1"/>
          <p:nvPr>
            <p:ph idx="8" type="title"/>
          </p:nvPr>
        </p:nvSpPr>
        <p:spPr>
          <a:xfrm>
            <a:off x="1731400" y="2623350"/>
            <a:ext cx="1873200" cy="527400"/>
          </a:xfrm>
          <a:prstGeom prst="rect">
            <a:avLst/>
          </a:prstGeom>
        </p:spPr>
        <p:txBody>
          <a:bodyPr anchorCtr="0" anchor="t" bIns="0" lIns="182875" spcFirstLastPara="1" rIns="182875" wrap="square" tIns="182875">
            <a:spAutoFit/>
          </a:bodyPr>
          <a:lstStyle>
            <a:lvl1pPr lvl="0">
              <a:lnSpc>
                <a:spcPct val="90000"/>
              </a:lnSpc>
              <a:spcBef>
                <a:spcPts val="0"/>
              </a:spcBef>
              <a:spcAft>
                <a:spcPts val="0"/>
              </a:spcAft>
              <a:buNone/>
              <a:defRPr sz="1200"/>
            </a:lvl1pPr>
            <a:lvl2pPr lvl="1">
              <a:lnSpc>
                <a:spcPct val="115000"/>
              </a:lnSpc>
              <a:spcBef>
                <a:spcPts val="0"/>
              </a:spcBef>
              <a:spcAft>
                <a:spcPts val="0"/>
              </a:spcAft>
              <a:buNone/>
              <a:defRPr sz="1200"/>
            </a:lvl2pPr>
            <a:lvl3pPr lvl="2">
              <a:lnSpc>
                <a:spcPct val="115000"/>
              </a:lnSpc>
              <a:spcBef>
                <a:spcPts val="0"/>
              </a:spcBef>
              <a:spcAft>
                <a:spcPts val="0"/>
              </a:spcAft>
              <a:buNone/>
              <a:defRPr sz="1200"/>
            </a:lvl3pPr>
            <a:lvl4pPr lvl="3">
              <a:lnSpc>
                <a:spcPct val="115000"/>
              </a:lnSpc>
              <a:spcBef>
                <a:spcPts val="0"/>
              </a:spcBef>
              <a:spcAft>
                <a:spcPts val="0"/>
              </a:spcAft>
              <a:buNone/>
              <a:defRPr sz="1200"/>
            </a:lvl4pPr>
            <a:lvl5pPr lvl="4">
              <a:lnSpc>
                <a:spcPct val="115000"/>
              </a:lnSpc>
              <a:spcBef>
                <a:spcPts val="0"/>
              </a:spcBef>
              <a:spcAft>
                <a:spcPts val="0"/>
              </a:spcAft>
              <a:buNone/>
              <a:defRPr sz="1200"/>
            </a:lvl5pPr>
            <a:lvl6pPr lvl="5">
              <a:lnSpc>
                <a:spcPct val="115000"/>
              </a:lnSpc>
              <a:spcBef>
                <a:spcPts val="0"/>
              </a:spcBef>
              <a:spcAft>
                <a:spcPts val="0"/>
              </a:spcAft>
              <a:buNone/>
              <a:defRPr sz="1200"/>
            </a:lvl6pPr>
            <a:lvl7pPr lvl="6">
              <a:lnSpc>
                <a:spcPct val="115000"/>
              </a:lnSpc>
              <a:spcBef>
                <a:spcPts val="0"/>
              </a:spcBef>
              <a:spcAft>
                <a:spcPts val="0"/>
              </a:spcAft>
              <a:buNone/>
              <a:defRPr sz="1200"/>
            </a:lvl7pPr>
            <a:lvl8pPr lvl="7">
              <a:lnSpc>
                <a:spcPct val="115000"/>
              </a:lnSpc>
              <a:spcBef>
                <a:spcPts val="0"/>
              </a:spcBef>
              <a:spcAft>
                <a:spcPts val="0"/>
              </a:spcAft>
              <a:buNone/>
              <a:defRPr sz="1200"/>
            </a:lvl8pPr>
            <a:lvl9pPr lvl="8">
              <a:lnSpc>
                <a:spcPct val="115000"/>
              </a:lnSpc>
              <a:spcBef>
                <a:spcPts val="0"/>
              </a:spcBef>
              <a:spcAft>
                <a:spcPts val="0"/>
              </a:spcAft>
              <a:buNone/>
              <a:defRPr sz="1200"/>
            </a:lvl9pPr>
          </a:lstStyle>
          <a:p/>
        </p:txBody>
      </p:sp>
      <p:sp>
        <p:nvSpPr>
          <p:cNvPr id="734" name="Google Shape;734;p60"/>
          <p:cNvSpPr txBox="1"/>
          <p:nvPr>
            <p:ph idx="9" type="title"/>
          </p:nvPr>
        </p:nvSpPr>
        <p:spPr>
          <a:xfrm>
            <a:off x="4143963" y="2984550"/>
            <a:ext cx="1873200" cy="527400"/>
          </a:xfrm>
          <a:prstGeom prst="rect">
            <a:avLst/>
          </a:prstGeom>
        </p:spPr>
        <p:txBody>
          <a:bodyPr anchorCtr="0" anchor="t" bIns="0" lIns="182875" spcFirstLastPara="1" rIns="182875" wrap="square" tIns="182875">
            <a:spAutoFit/>
          </a:bodyPr>
          <a:lstStyle>
            <a:lvl1pPr lvl="0">
              <a:lnSpc>
                <a:spcPct val="90000"/>
              </a:lnSpc>
              <a:spcBef>
                <a:spcPts val="0"/>
              </a:spcBef>
              <a:spcAft>
                <a:spcPts val="0"/>
              </a:spcAft>
              <a:buNone/>
              <a:defRPr sz="1200"/>
            </a:lvl1pPr>
            <a:lvl2pPr lvl="1">
              <a:lnSpc>
                <a:spcPct val="115000"/>
              </a:lnSpc>
              <a:spcBef>
                <a:spcPts val="0"/>
              </a:spcBef>
              <a:spcAft>
                <a:spcPts val="0"/>
              </a:spcAft>
              <a:buNone/>
              <a:defRPr sz="1200"/>
            </a:lvl2pPr>
            <a:lvl3pPr lvl="2">
              <a:lnSpc>
                <a:spcPct val="115000"/>
              </a:lnSpc>
              <a:spcBef>
                <a:spcPts val="0"/>
              </a:spcBef>
              <a:spcAft>
                <a:spcPts val="0"/>
              </a:spcAft>
              <a:buNone/>
              <a:defRPr sz="1200"/>
            </a:lvl3pPr>
            <a:lvl4pPr lvl="3">
              <a:lnSpc>
                <a:spcPct val="115000"/>
              </a:lnSpc>
              <a:spcBef>
                <a:spcPts val="0"/>
              </a:spcBef>
              <a:spcAft>
                <a:spcPts val="0"/>
              </a:spcAft>
              <a:buNone/>
              <a:defRPr sz="1200"/>
            </a:lvl4pPr>
            <a:lvl5pPr lvl="4">
              <a:lnSpc>
                <a:spcPct val="115000"/>
              </a:lnSpc>
              <a:spcBef>
                <a:spcPts val="0"/>
              </a:spcBef>
              <a:spcAft>
                <a:spcPts val="0"/>
              </a:spcAft>
              <a:buNone/>
              <a:defRPr sz="1200"/>
            </a:lvl5pPr>
            <a:lvl6pPr lvl="5">
              <a:lnSpc>
                <a:spcPct val="115000"/>
              </a:lnSpc>
              <a:spcBef>
                <a:spcPts val="0"/>
              </a:spcBef>
              <a:spcAft>
                <a:spcPts val="0"/>
              </a:spcAft>
              <a:buNone/>
              <a:defRPr sz="1200"/>
            </a:lvl6pPr>
            <a:lvl7pPr lvl="6">
              <a:lnSpc>
                <a:spcPct val="115000"/>
              </a:lnSpc>
              <a:spcBef>
                <a:spcPts val="0"/>
              </a:spcBef>
              <a:spcAft>
                <a:spcPts val="0"/>
              </a:spcAft>
              <a:buNone/>
              <a:defRPr sz="1200"/>
            </a:lvl7pPr>
            <a:lvl8pPr lvl="7">
              <a:lnSpc>
                <a:spcPct val="115000"/>
              </a:lnSpc>
              <a:spcBef>
                <a:spcPts val="0"/>
              </a:spcBef>
              <a:spcAft>
                <a:spcPts val="0"/>
              </a:spcAft>
              <a:buNone/>
              <a:defRPr sz="1200"/>
            </a:lvl8pPr>
            <a:lvl9pPr lvl="8">
              <a:lnSpc>
                <a:spcPct val="115000"/>
              </a:lnSpc>
              <a:spcBef>
                <a:spcPts val="0"/>
              </a:spcBef>
              <a:spcAft>
                <a:spcPts val="0"/>
              </a:spcAft>
              <a:buNone/>
              <a:defRPr sz="1200"/>
            </a:lvl9pPr>
          </a:lstStyle>
          <a:p/>
        </p:txBody>
      </p:sp>
      <p:sp>
        <p:nvSpPr>
          <p:cNvPr id="735" name="Google Shape;735;p60"/>
          <p:cNvSpPr txBox="1"/>
          <p:nvPr>
            <p:ph idx="13" type="title"/>
          </p:nvPr>
        </p:nvSpPr>
        <p:spPr>
          <a:xfrm>
            <a:off x="6556525" y="3219175"/>
            <a:ext cx="1873200" cy="527400"/>
          </a:xfrm>
          <a:prstGeom prst="rect">
            <a:avLst/>
          </a:prstGeom>
        </p:spPr>
        <p:txBody>
          <a:bodyPr anchorCtr="0" anchor="t" bIns="0" lIns="182875" spcFirstLastPara="1" rIns="182875" wrap="square" tIns="182875">
            <a:spAutoFit/>
          </a:bodyPr>
          <a:lstStyle>
            <a:lvl1pPr lvl="0">
              <a:lnSpc>
                <a:spcPct val="90000"/>
              </a:lnSpc>
              <a:spcBef>
                <a:spcPts val="0"/>
              </a:spcBef>
              <a:spcAft>
                <a:spcPts val="0"/>
              </a:spcAft>
              <a:buNone/>
              <a:defRPr sz="1200"/>
            </a:lvl1pPr>
            <a:lvl2pPr lvl="1">
              <a:lnSpc>
                <a:spcPct val="115000"/>
              </a:lnSpc>
              <a:spcBef>
                <a:spcPts val="0"/>
              </a:spcBef>
              <a:spcAft>
                <a:spcPts val="0"/>
              </a:spcAft>
              <a:buNone/>
              <a:defRPr sz="1200"/>
            </a:lvl2pPr>
            <a:lvl3pPr lvl="2">
              <a:lnSpc>
                <a:spcPct val="115000"/>
              </a:lnSpc>
              <a:spcBef>
                <a:spcPts val="0"/>
              </a:spcBef>
              <a:spcAft>
                <a:spcPts val="0"/>
              </a:spcAft>
              <a:buNone/>
              <a:defRPr sz="1200"/>
            </a:lvl3pPr>
            <a:lvl4pPr lvl="3">
              <a:lnSpc>
                <a:spcPct val="115000"/>
              </a:lnSpc>
              <a:spcBef>
                <a:spcPts val="0"/>
              </a:spcBef>
              <a:spcAft>
                <a:spcPts val="0"/>
              </a:spcAft>
              <a:buNone/>
              <a:defRPr sz="1200"/>
            </a:lvl4pPr>
            <a:lvl5pPr lvl="4">
              <a:lnSpc>
                <a:spcPct val="115000"/>
              </a:lnSpc>
              <a:spcBef>
                <a:spcPts val="0"/>
              </a:spcBef>
              <a:spcAft>
                <a:spcPts val="0"/>
              </a:spcAft>
              <a:buNone/>
              <a:defRPr sz="1200"/>
            </a:lvl5pPr>
            <a:lvl6pPr lvl="5">
              <a:lnSpc>
                <a:spcPct val="115000"/>
              </a:lnSpc>
              <a:spcBef>
                <a:spcPts val="0"/>
              </a:spcBef>
              <a:spcAft>
                <a:spcPts val="0"/>
              </a:spcAft>
              <a:buNone/>
              <a:defRPr sz="1200"/>
            </a:lvl6pPr>
            <a:lvl7pPr lvl="6">
              <a:lnSpc>
                <a:spcPct val="115000"/>
              </a:lnSpc>
              <a:spcBef>
                <a:spcPts val="0"/>
              </a:spcBef>
              <a:spcAft>
                <a:spcPts val="0"/>
              </a:spcAft>
              <a:buNone/>
              <a:defRPr sz="1200"/>
            </a:lvl7pPr>
            <a:lvl8pPr lvl="7">
              <a:lnSpc>
                <a:spcPct val="115000"/>
              </a:lnSpc>
              <a:spcBef>
                <a:spcPts val="0"/>
              </a:spcBef>
              <a:spcAft>
                <a:spcPts val="0"/>
              </a:spcAft>
              <a:buNone/>
              <a:defRPr sz="1200"/>
            </a:lvl8pPr>
            <a:lvl9pPr lvl="8">
              <a:lnSpc>
                <a:spcPct val="115000"/>
              </a:lnSpc>
              <a:spcBef>
                <a:spcPts val="0"/>
              </a:spcBef>
              <a:spcAft>
                <a:spcPts val="0"/>
              </a:spcAft>
              <a:buNone/>
              <a:defRPr sz="1200"/>
            </a:lvl9pPr>
          </a:lstStyle>
          <a:p/>
        </p:txBody>
      </p:sp>
      <p:sp>
        <p:nvSpPr>
          <p:cNvPr id="736" name="Google Shape;736;p60"/>
          <p:cNvSpPr txBox="1"/>
          <p:nvPr>
            <p:ph idx="14"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737" name="Google Shape;737;p60"/>
          <p:cNvSpPr txBox="1"/>
          <p:nvPr>
            <p:ph idx="15"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6">
  <p:cSld name="CUSTOM_1">
    <p:spTree>
      <p:nvGrpSpPr>
        <p:cNvPr id="738" name="Shape 738"/>
        <p:cNvGrpSpPr/>
        <p:nvPr/>
      </p:nvGrpSpPr>
      <p:grpSpPr>
        <a:xfrm>
          <a:off x="0" y="0"/>
          <a:ext cx="0" cy="0"/>
          <a:chOff x="0" y="0"/>
          <a:chExt cx="0" cy="0"/>
        </a:xfrm>
      </p:grpSpPr>
      <p:sp>
        <p:nvSpPr>
          <p:cNvPr id="739" name="Google Shape;739;p61"/>
          <p:cNvSpPr txBox="1"/>
          <p:nvPr>
            <p:ph idx="1" type="body"/>
          </p:nvPr>
        </p:nvSpPr>
        <p:spPr>
          <a:xfrm>
            <a:off x="1733138" y="3655570"/>
            <a:ext cx="2304900" cy="979500"/>
          </a:xfrm>
          <a:prstGeom prst="rect">
            <a:avLst/>
          </a:prstGeom>
        </p:spPr>
        <p:txBody>
          <a:bodyPr anchorCtr="0" anchor="b" bIns="182875"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740" name="Google Shape;740;p61"/>
          <p:cNvSpPr txBox="1"/>
          <p:nvPr>
            <p:ph idx="2" type="body"/>
          </p:nvPr>
        </p:nvSpPr>
        <p:spPr>
          <a:xfrm>
            <a:off x="4143088" y="3655570"/>
            <a:ext cx="2304900" cy="979500"/>
          </a:xfrm>
          <a:prstGeom prst="rect">
            <a:avLst/>
          </a:prstGeom>
        </p:spPr>
        <p:txBody>
          <a:bodyPr anchorCtr="0" anchor="b" bIns="182875"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741" name="Google Shape;741;p61"/>
          <p:cNvSpPr txBox="1"/>
          <p:nvPr>
            <p:ph idx="3" type="body"/>
          </p:nvPr>
        </p:nvSpPr>
        <p:spPr>
          <a:xfrm>
            <a:off x="6553038" y="3655570"/>
            <a:ext cx="2304900" cy="979500"/>
          </a:xfrm>
          <a:prstGeom prst="rect">
            <a:avLst/>
          </a:prstGeom>
        </p:spPr>
        <p:txBody>
          <a:bodyPr anchorCtr="0" anchor="b" bIns="182875"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742" name="Google Shape;742;p61"/>
          <p:cNvSpPr txBox="1"/>
          <p:nvPr>
            <p:ph type="title"/>
          </p:nvPr>
        </p:nvSpPr>
        <p:spPr>
          <a:xfrm>
            <a:off x="284775" y="282900"/>
            <a:ext cx="7128000" cy="11169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743" name="Google Shape;743;p61"/>
          <p:cNvSpPr/>
          <p:nvPr>
            <p:ph idx="4" type="pic"/>
          </p:nvPr>
        </p:nvSpPr>
        <p:spPr>
          <a:xfrm>
            <a:off x="4144025" y="1872750"/>
            <a:ext cx="2304000" cy="1111800"/>
          </a:xfrm>
          <a:prstGeom prst="roundRect">
            <a:avLst>
              <a:gd fmla="val 13968" name="adj"/>
            </a:avLst>
          </a:prstGeom>
          <a:noFill/>
          <a:ln>
            <a:noFill/>
          </a:ln>
        </p:spPr>
      </p:sp>
      <p:sp>
        <p:nvSpPr>
          <p:cNvPr id="744" name="Google Shape;744;p61"/>
          <p:cNvSpPr/>
          <p:nvPr>
            <p:ph idx="5" type="pic"/>
          </p:nvPr>
        </p:nvSpPr>
        <p:spPr>
          <a:xfrm>
            <a:off x="1733200" y="1872750"/>
            <a:ext cx="2304000" cy="1111800"/>
          </a:xfrm>
          <a:prstGeom prst="roundRect">
            <a:avLst>
              <a:gd fmla="val 13968" name="adj"/>
            </a:avLst>
          </a:prstGeom>
          <a:noFill/>
          <a:ln>
            <a:noFill/>
          </a:ln>
        </p:spPr>
      </p:sp>
      <p:sp>
        <p:nvSpPr>
          <p:cNvPr id="745" name="Google Shape;745;p61"/>
          <p:cNvSpPr txBox="1"/>
          <p:nvPr>
            <p:ph idx="6" type="title"/>
          </p:nvPr>
        </p:nvSpPr>
        <p:spPr>
          <a:xfrm>
            <a:off x="1733150" y="2984550"/>
            <a:ext cx="2305800" cy="367500"/>
          </a:xfrm>
          <a:prstGeom prst="rect">
            <a:avLst/>
          </a:prstGeom>
        </p:spPr>
        <p:txBody>
          <a:bodyPr anchorCtr="0" anchor="t" bIns="0" lIns="182875" spcFirstLastPara="1" rIns="182875" wrap="square" tIns="182875">
            <a:spAutoFit/>
          </a:bodyPr>
          <a:lstStyle>
            <a:lvl1pPr lvl="0">
              <a:lnSpc>
                <a:spcPct val="90000"/>
              </a:lnSpc>
              <a:spcBef>
                <a:spcPts val="0"/>
              </a:spcBef>
              <a:spcAft>
                <a:spcPts val="0"/>
              </a:spcAft>
              <a:buNone/>
              <a:defRPr sz="1000"/>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746" name="Google Shape;746;p61"/>
          <p:cNvSpPr/>
          <p:nvPr>
            <p:ph idx="7" type="pic"/>
          </p:nvPr>
        </p:nvSpPr>
        <p:spPr>
          <a:xfrm>
            <a:off x="6556600" y="1872750"/>
            <a:ext cx="2304000" cy="1111800"/>
          </a:xfrm>
          <a:prstGeom prst="roundRect">
            <a:avLst>
              <a:gd fmla="val 13968" name="adj"/>
            </a:avLst>
          </a:prstGeom>
          <a:noFill/>
          <a:ln>
            <a:noFill/>
          </a:ln>
        </p:spPr>
      </p:sp>
      <p:sp>
        <p:nvSpPr>
          <p:cNvPr id="747" name="Google Shape;747;p61"/>
          <p:cNvSpPr txBox="1"/>
          <p:nvPr>
            <p:ph idx="8" type="title"/>
          </p:nvPr>
        </p:nvSpPr>
        <p:spPr>
          <a:xfrm>
            <a:off x="1733150" y="3312769"/>
            <a:ext cx="2305800" cy="367500"/>
          </a:xfrm>
          <a:prstGeom prst="rect">
            <a:avLst/>
          </a:prstGeom>
        </p:spPr>
        <p:txBody>
          <a:bodyPr anchorCtr="0" anchor="t" bIns="0" lIns="182875" spcFirstLastPara="1" rIns="182875" wrap="square" tIns="0">
            <a:spAutoFit/>
          </a:bodyPr>
          <a:lstStyle>
            <a:lvl1pPr lvl="0">
              <a:lnSpc>
                <a:spcPct val="90000"/>
              </a:lnSpc>
              <a:spcBef>
                <a:spcPts val="0"/>
              </a:spcBef>
              <a:spcAft>
                <a:spcPts val="0"/>
              </a:spcAft>
              <a:buNone/>
              <a:defRPr sz="1400"/>
            </a:lvl1pPr>
            <a:lvl2pPr lvl="1">
              <a:lnSpc>
                <a:spcPct val="115000"/>
              </a:lnSpc>
              <a:spcBef>
                <a:spcPts val="0"/>
              </a:spcBef>
              <a:spcAft>
                <a:spcPts val="0"/>
              </a:spcAft>
              <a:buNone/>
              <a:defRPr sz="1400"/>
            </a:lvl2pPr>
            <a:lvl3pPr lvl="2">
              <a:lnSpc>
                <a:spcPct val="115000"/>
              </a:lnSpc>
              <a:spcBef>
                <a:spcPts val="0"/>
              </a:spcBef>
              <a:spcAft>
                <a:spcPts val="0"/>
              </a:spcAft>
              <a:buNone/>
              <a:defRPr sz="1400"/>
            </a:lvl3pPr>
            <a:lvl4pPr lvl="3">
              <a:lnSpc>
                <a:spcPct val="115000"/>
              </a:lnSpc>
              <a:spcBef>
                <a:spcPts val="0"/>
              </a:spcBef>
              <a:spcAft>
                <a:spcPts val="0"/>
              </a:spcAft>
              <a:buNone/>
              <a:defRPr sz="1400"/>
            </a:lvl4pPr>
            <a:lvl5pPr lvl="4">
              <a:lnSpc>
                <a:spcPct val="115000"/>
              </a:lnSpc>
              <a:spcBef>
                <a:spcPts val="0"/>
              </a:spcBef>
              <a:spcAft>
                <a:spcPts val="0"/>
              </a:spcAft>
              <a:buNone/>
              <a:defRPr sz="1400"/>
            </a:lvl5pPr>
            <a:lvl6pPr lvl="5">
              <a:lnSpc>
                <a:spcPct val="115000"/>
              </a:lnSpc>
              <a:spcBef>
                <a:spcPts val="0"/>
              </a:spcBef>
              <a:spcAft>
                <a:spcPts val="0"/>
              </a:spcAft>
              <a:buNone/>
              <a:defRPr sz="1400"/>
            </a:lvl6pPr>
            <a:lvl7pPr lvl="6">
              <a:lnSpc>
                <a:spcPct val="115000"/>
              </a:lnSpc>
              <a:spcBef>
                <a:spcPts val="0"/>
              </a:spcBef>
              <a:spcAft>
                <a:spcPts val="0"/>
              </a:spcAft>
              <a:buNone/>
              <a:defRPr sz="1400"/>
            </a:lvl7pPr>
            <a:lvl8pPr lvl="7">
              <a:lnSpc>
                <a:spcPct val="115000"/>
              </a:lnSpc>
              <a:spcBef>
                <a:spcPts val="0"/>
              </a:spcBef>
              <a:spcAft>
                <a:spcPts val="0"/>
              </a:spcAft>
              <a:buNone/>
              <a:defRPr sz="1400"/>
            </a:lvl8pPr>
            <a:lvl9pPr lvl="8">
              <a:lnSpc>
                <a:spcPct val="115000"/>
              </a:lnSpc>
              <a:spcBef>
                <a:spcPts val="0"/>
              </a:spcBef>
              <a:spcAft>
                <a:spcPts val="0"/>
              </a:spcAft>
              <a:buNone/>
              <a:defRPr sz="1400"/>
            </a:lvl9pPr>
          </a:lstStyle>
          <a:p/>
        </p:txBody>
      </p:sp>
      <p:sp>
        <p:nvSpPr>
          <p:cNvPr id="748" name="Google Shape;748;p61"/>
          <p:cNvSpPr txBox="1"/>
          <p:nvPr>
            <p:ph idx="9" type="title"/>
          </p:nvPr>
        </p:nvSpPr>
        <p:spPr>
          <a:xfrm>
            <a:off x="4143100" y="2984550"/>
            <a:ext cx="2305800" cy="367500"/>
          </a:xfrm>
          <a:prstGeom prst="rect">
            <a:avLst/>
          </a:prstGeom>
        </p:spPr>
        <p:txBody>
          <a:bodyPr anchorCtr="0" anchor="t" bIns="0" lIns="182875" spcFirstLastPara="1" rIns="182875" wrap="square" tIns="182875">
            <a:spAutoFit/>
          </a:bodyPr>
          <a:lstStyle>
            <a:lvl1pPr lvl="0">
              <a:lnSpc>
                <a:spcPct val="90000"/>
              </a:lnSpc>
              <a:spcBef>
                <a:spcPts val="0"/>
              </a:spcBef>
              <a:spcAft>
                <a:spcPts val="0"/>
              </a:spcAft>
              <a:buNone/>
              <a:defRPr sz="1000"/>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749" name="Google Shape;749;p61"/>
          <p:cNvSpPr txBox="1"/>
          <p:nvPr>
            <p:ph idx="13" type="title"/>
          </p:nvPr>
        </p:nvSpPr>
        <p:spPr>
          <a:xfrm>
            <a:off x="4143100" y="3312769"/>
            <a:ext cx="2305800" cy="367500"/>
          </a:xfrm>
          <a:prstGeom prst="rect">
            <a:avLst/>
          </a:prstGeom>
        </p:spPr>
        <p:txBody>
          <a:bodyPr anchorCtr="0" anchor="t" bIns="0" lIns="182875" spcFirstLastPara="1" rIns="182875" wrap="square" tIns="0">
            <a:spAutoFit/>
          </a:bodyPr>
          <a:lstStyle>
            <a:lvl1pPr lvl="0">
              <a:lnSpc>
                <a:spcPct val="90000"/>
              </a:lnSpc>
              <a:spcBef>
                <a:spcPts val="0"/>
              </a:spcBef>
              <a:spcAft>
                <a:spcPts val="0"/>
              </a:spcAft>
              <a:buNone/>
              <a:defRPr sz="1400"/>
            </a:lvl1pPr>
            <a:lvl2pPr lvl="1">
              <a:lnSpc>
                <a:spcPct val="115000"/>
              </a:lnSpc>
              <a:spcBef>
                <a:spcPts val="0"/>
              </a:spcBef>
              <a:spcAft>
                <a:spcPts val="0"/>
              </a:spcAft>
              <a:buNone/>
              <a:defRPr sz="1400"/>
            </a:lvl2pPr>
            <a:lvl3pPr lvl="2">
              <a:lnSpc>
                <a:spcPct val="115000"/>
              </a:lnSpc>
              <a:spcBef>
                <a:spcPts val="0"/>
              </a:spcBef>
              <a:spcAft>
                <a:spcPts val="0"/>
              </a:spcAft>
              <a:buNone/>
              <a:defRPr sz="1400"/>
            </a:lvl3pPr>
            <a:lvl4pPr lvl="3">
              <a:lnSpc>
                <a:spcPct val="115000"/>
              </a:lnSpc>
              <a:spcBef>
                <a:spcPts val="0"/>
              </a:spcBef>
              <a:spcAft>
                <a:spcPts val="0"/>
              </a:spcAft>
              <a:buNone/>
              <a:defRPr sz="1400"/>
            </a:lvl4pPr>
            <a:lvl5pPr lvl="4">
              <a:lnSpc>
                <a:spcPct val="115000"/>
              </a:lnSpc>
              <a:spcBef>
                <a:spcPts val="0"/>
              </a:spcBef>
              <a:spcAft>
                <a:spcPts val="0"/>
              </a:spcAft>
              <a:buNone/>
              <a:defRPr sz="1400"/>
            </a:lvl5pPr>
            <a:lvl6pPr lvl="5">
              <a:lnSpc>
                <a:spcPct val="115000"/>
              </a:lnSpc>
              <a:spcBef>
                <a:spcPts val="0"/>
              </a:spcBef>
              <a:spcAft>
                <a:spcPts val="0"/>
              </a:spcAft>
              <a:buNone/>
              <a:defRPr sz="1400"/>
            </a:lvl6pPr>
            <a:lvl7pPr lvl="6">
              <a:lnSpc>
                <a:spcPct val="115000"/>
              </a:lnSpc>
              <a:spcBef>
                <a:spcPts val="0"/>
              </a:spcBef>
              <a:spcAft>
                <a:spcPts val="0"/>
              </a:spcAft>
              <a:buNone/>
              <a:defRPr sz="1400"/>
            </a:lvl7pPr>
            <a:lvl8pPr lvl="7">
              <a:lnSpc>
                <a:spcPct val="115000"/>
              </a:lnSpc>
              <a:spcBef>
                <a:spcPts val="0"/>
              </a:spcBef>
              <a:spcAft>
                <a:spcPts val="0"/>
              </a:spcAft>
              <a:buNone/>
              <a:defRPr sz="1400"/>
            </a:lvl8pPr>
            <a:lvl9pPr lvl="8">
              <a:lnSpc>
                <a:spcPct val="115000"/>
              </a:lnSpc>
              <a:spcBef>
                <a:spcPts val="0"/>
              </a:spcBef>
              <a:spcAft>
                <a:spcPts val="0"/>
              </a:spcAft>
              <a:buNone/>
              <a:defRPr sz="1400"/>
            </a:lvl9pPr>
          </a:lstStyle>
          <a:p/>
        </p:txBody>
      </p:sp>
      <p:sp>
        <p:nvSpPr>
          <p:cNvPr id="750" name="Google Shape;750;p61"/>
          <p:cNvSpPr txBox="1"/>
          <p:nvPr>
            <p:ph idx="14" type="title"/>
          </p:nvPr>
        </p:nvSpPr>
        <p:spPr>
          <a:xfrm>
            <a:off x="6553050" y="2984550"/>
            <a:ext cx="2305800" cy="367500"/>
          </a:xfrm>
          <a:prstGeom prst="rect">
            <a:avLst/>
          </a:prstGeom>
        </p:spPr>
        <p:txBody>
          <a:bodyPr anchorCtr="0" anchor="t" bIns="0" lIns="182875" spcFirstLastPara="1" rIns="182875" wrap="square" tIns="182875">
            <a:spAutoFit/>
          </a:bodyPr>
          <a:lstStyle>
            <a:lvl1pPr lvl="0">
              <a:lnSpc>
                <a:spcPct val="90000"/>
              </a:lnSpc>
              <a:spcBef>
                <a:spcPts val="0"/>
              </a:spcBef>
              <a:spcAft>
                <a:spcPts val="0"/>
              </a:spcAft>
              <a:buNone/>
              <a:defRPr sz="1000"/>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751" name="Google Shape;751;p61"/>
          <p:cNvSpPr txBox="1"/>
          <p:nvPr>
            <p:ph idx="15" type="title"/>
          </p:nvPr>
        </p:nvSpPr>
        <p:spPr>
          <a:xfrm>
            <a:off x="6553050" y="3312769"/>
            <a:ext cx="2305800" cy="367500"/>
          </a:xfrm>
          <a:prstGeom prst="rect">
            <a:avLst/>
          </a:prstGeom>
        </p:spPr>
        <p:txBody>
          <a:bodyPr anchorCtr="0" anchor="t" bIns="0" lIns="182875" spcFirstLastPara="1" rIns="182875" wrap="square" tIns="0">
            <a:spAutoFit/>
          </a:bodyPr>
          <a:lstStyle>
            <a:lvl1pPr lvl="0">
              <a:lnSpc>
                <a:spcPct val="90000"/>
              </a:lnSpc>
              <a:spcBef>
                <a:spcPts val="0"/>
              </a:spcBef>
              <a:spcAft>
                <a:spcPts val="0"/>
              </a:spcAft>
              <a:buNone/>
              <a:defRPr sz="1400"/>
            </a:lvl1pPr>
            <a:lvl2pPr lvl="1">
              <a:lnSpc>
                <a:spcPct val="115000"/>
              </a:lnSpc>
              <a:spcBef>
                <a:spcPts val="0"/>
              </a:spcBef>
              <a:spcAft>
                <a:spcPts val="0"/>
              </a:spcAft>
              <a:buNone/>
              <a:defRPr sz="1400"/>
            </a:lvl2pPr>
            <a:lvl3pPr lvl="2">
              <a:lnSpc>
                <a:spcPct val="115000"/>
              </a:lnSpc>
              <a:spcBef>
                <a:spcPts val="0"/>
              </a:spcBef>
              <a:spcAft>
                <a:spcPts val="0"/>
              </a:spcAft>
              <a:buNone/>
              <a:defRPr sz="1400"/>
            </a:lvl3pPr>
            <a:lvl4pPr lvl="3">
              <a:lnSpc>
                <a:spcPct val="115000"/>
              </a:lnSpc>
              <a:spcBef>
                <a:spcPts val="0"/>
              </a:spcBef>
              <a:spcAft>
                <a:spcPts val="0"/>
              </a:spcAft>
              <a:buNone/>
              <a:defRPr sz="1400"/>
            </a:lvl4pPr>
            <a:lvl5pPr lvl="4">
              <a:lnSpc>
                <a:spcPct val="115000"/>
              </a:lnSpc>
              <a:spcBef>
                <a:spcPts val="0"/>
              </a:spcBef>
              <a:spcAft>
                <a:spcPts val="0"/>
              </a:spcAft>
              <a:buNone/>
              <a:defRPr sz="1400"/>
            </a:lvl5pPr>
            <a:lvl6pPr lvl="5">
              <a:lnSpc>
                <a:spcPct val="115000"/>
              </a:lnSpc>
              <a:spcBef>
                <a:spcPts val="0"/>
              </a:spcBef>
              <a:spcAft>
                <a:spcPts val="0"/>
              </a:spcAft>
              <a:buNone/>
              <a:defRPr sz="1400"/>
            </a:lvl6pPr>
            <a:lvl7pPr lvl="6">
              <a:lnSpc>
                <a:spcPct val="115000"/>
              </a:lnSpc>
              <a:spcBef>
                <a:spcPts val="0"/>
              </a:spcBef>
              <a:spcAft>
                <a:spcPts val="0"/>
              </a:spcAft>
              <a:buNone/>
              <a:defRPr sz="1400"/>
            </a:lvl7pPr>
            <a:lvl8pPr lvl="7">
              <a:lnSpc>
                <a:spcPct val="115000"/>
              </a:lnSpc>
              <a:spcBef>
                <a:spcPts val="0"/>
              </a:spcBef>
              <a:spcAft>
                <a:spcPts val="0"/>
              </a:spcAft>
              <a:buNone/>
              <a:defRPr sz="1400"/>
            </a:lvl8pPr>
            <a:lvl9pPr lvl="8">
              <a:lnSpc>
                <a:spcPct val="115000"/>
              </a:lnSpc>
              <a:spcBef>
                <a:spcPts val="0"/>
              </a:spcBef>
              <a:spcAft>
                <a:spcPts val="0"/>
              </a:spcAft>
              <a:buNone/>
              <a:defRPr sz="1400"/>
            </a:lvl9pPr>
          </a:lstStyle>
          <a:p/>
        </p:txBody>
      </p:sp>
      <p:sp>
        <p:nvSpPr>
          <p:cNvPr id="752" name="Google Shape;752;p61"/>
          <p:cNvSpPr txBox="1"/>
          <p:nvPr>
            <p:ph idx="16"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753" name="Google Shape;753;p61"/>
          <p:cNvSpPr txBox="1"/>
          <p:nvPr>
            <p:ph idx="17"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8">
  <p:cSld name="BLANK_1_1_1_1_1_1_1_1_1_1_1_1_1_1_4_3">
    <p:spTree>
      <p:nvGrpSpPr>
        <p:cNvPr id="754" name="Shape 754"/>
        <p:cNvGrpSpPr/>
        <p:nvPr/>
      </p:nvGrpSpPr>
      <p:grpSpPr>
        <a:xfrm>
          <a:off x="0" y="0"/>
          <a:ext cx="0" cy="0"/>
          <a:chOff x="0" y="0"/>
          <a:chExt cx="0" cy="0"/>
        </a:xfrm>
      </p:grpSpPr>
      <p:sp>
        <p:nvSpPr>
          <p:cNvPr id="755" name="Google Shape;755;p62"/>
          <p:cNvSpPr txBox="1"/>
          <p:nvPr>
            <p:ph idx="1" type="body"/>
          </p:nvPr>
        </p:nvSpPr>
        <p:spPr>
          <a:xfrm>
            <a:off x="1731400" y="2542773"/>
            <a:ext cx="2304900" cy="2092200"/>
          </a:xfrm>
          <a:prstGeom prst="rect">
            <a:avLst/>
          </a:prstGeom>
        </p:spPr>
        <p:txBody>
          <a:bodyPr anchorCtr="0" anchor="b" bIns="274300"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756" name="Google Shape;756;p62"/>
          <p:cNvSpPr txBox="1"/>
          <p:nvPr>
            <p:ph idx="2" type="body"/>
          </p:nvPr>
        </p:nvSpPr>
        <p:spPr>
          <a:xfrm>
            <a:off x="4143075" y="2542773"/>
            <a:ext cx="2304900" cy="2092200"/>
          </a:xfrm>
          <a:prstGeom prst="rect">
            <a:avLst/>
          </a:prstGeom>
        </p:spPr>
        <p:txBody>
          <a:bodyPr anchorCtr="0" anchor="b" bIns="274300"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757" name="Google Shape;757;p62"/>
          <p:cNvSpPr txBox="1"/>
          <p:nvPr>
            <p:ph idx="3" type="body"/>
          </p:nvPr>
        </p:nvSpPr>
        <p:spPr>
          <a:xfrm>
            <a:off x="6554750" y="2542773"/>
            <a:ext cx="2304900" cy="2092200"/>
          </a:xfrm>
          <a:prstGeom prst="rect">
            <a:avLst/>
          </a:prstGeom>
        </p:spPr>
        <p:txBody>
          <a:bodyPr anchorCtr="0" anchor="b" bIns="274300"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758" name="Google Shape;758;p62"/>
          <p:cNvSpPr txBox="1"/>
          <p:nvPr>
            <p:ph idx="4" type="subTitle"/>
          </p:nvPr>
        </p:nvSpPr>
        <p:spPr>
          <a:xfrm>
            <a:off x="1731400" y="1463500"/>
            <a:ext cx="1340700" cy="153900"/>
          </a:xfrm>
          <a:prstGeom prst="rect">
            <a:avLst/>
          </a:prstGeom>
        </p:spPr>
        <p:txBody>
          <a:bodyPr anchorCtr="0" anchor="t" bIns="0" lIns="182875" spcFirstLastPara="1" rIns="91425" wrap="square" tIns="0">
            <a:noAutofit/>
          </a:bodyPr>
          <a:lstStyle>
            <a:lvl1pPr lvl="0">
              <a:spcBef>
                <a:spcPts val="0"/>
              </a:spcBef>
              <a:spcAft>
                <a:spcPts val="0"/>
              </a:spcAft>
              <a:buNone/>
              <a:defRPr b="1" sz="1000">
                <a:latin typeface="Outfit"/>
                <a:ea typeface="Outfit"/>
                <a:cs typeface="Outfit"/>
                <a:sym typeface="Outfit"/>
              </a:defRPr>
            </a:lvl1pPr>
            <a:lvl2pPr lvl="1">
              <a:spcBef>
                <a:spcPts val="0"/>
              </a:spcBef>
              <a:spcAft>
                <a:spcPts val="0"/>
              </a:spcAft>
              <a:buSzPts val="1000"/>
              <a:buFont typeface="Outfit"/>
              <a:buNone/>
              <a:defRPr sz="1000">
                <a:latin typeface="Outfit"/>
                <a:ea typeface="Outfit"/>
                <a:cs typeface="Outfit"/>
                <a:sym typeface="Outfit"/>
              </a:defRPr>
            </a:lvl2pPr>
            <a:lvl3pPr lvl="2">
              <a:spcBef>
                <a:spcPts val="0"/>
              </a:spcBef>
              <a:spcAft>
                <a:spcPts val="0"/>
              </a:spcAft>
              <a:buSzPts val="1000"/>
              <a:buFont typeface="Outfit"/>
              <a:buNone/>
              <a:defRPr sz="1000">
                <a:latin typeface="Outfit"/>
                <a:ea typeface="Outfit"/>
                <a:cs typeface="Outfit"/>
                <a:sym typeface="Outfit"/>
              </a:defRPr>
            </a:lvl3pPr>
            <a:lvl4pPr lvl="3">
              <a:spcBef>
                <a:spcPts val="0"/>
              </a:spcBef>
              <a:spcAft>
                <a:spcPts val="0"/>
              </a:spcAft>
              <a:buSzPts val="1000"/>
              <a:buFont typeface="Outfit"/>
              <a:buNone/>
              <a:defRPr sz="1000">
                <a:latin typeface="Outfit"/>
                <a:ea typeface="Outfit"/>
                <a:cs typeface="Outfit"/>
                <a:sym typeface="Outfit"/>
              </a:defRPr>
            </a:lvl4pPr>
            <a:lvl5pPr lvl="4">
              <a:spcBef>
                <a:spcPts val="0"/>
              </a:spcBef>
              <a:spcAft>
                <a:spcPts val="0"/>
              </a:spcAft>
              <a:buSzPts val="1000"/>
              <a:buFont typeface="Outfit"/>
              <a:buNone/>
              <a:defRPr sz="1000">
                <a:latin typeface="Outfit"/>
                <a:ea typeface="Outfit"/>
                <a:cs typeface="Outfit"/>
                <a:sym typeface="Outfit"/>
              </a:defRPr>
            </a:lvl5pPr>
            <a:lvl6pPr lvl="5">
              <a:spcBef>
                <a:spcPts val="0"/>
              </a:spcBef>
              <a:spcAft>
                <a:spcPts val="0"/>
              </a:spcAft>
              <a:buSzPts val="1000"/>
              <a:buFont typeface="Outfit"/>
              <a:buNone/>
              <a:defRPr sz="1000">
                <a:latin typeface="Outfit"/>
                <a:ea typeface="Outfit"/>
                <a:cs typeface="Outfit"/>
                <a:sym typeface="Outfit"/>
              </a:defRPr>
            </a:lvl6pPr>
            <a:lvl7pPr lvl="6">
              <a:spcBef>
                <a:spcPts val="0"/>
              </a:spcBef>
              <a:spcAft>
                <a:spcPts val="0"/>
              </a:spcAft>
              <a:buSzPts val="1000"/>
              <a:buFont typeface="Outfit"/>
              <a:buNone/>
              <a:defRPr sz="1000">
                <a:latin typeface="Outfit"/>
                <a:ea typeface="Outfit"/>
                <a:cs typeface="Outfit"/>
                <a:sym typeface="Outfit"/>
              </a:defRPr>
            </a:lvl7pPr>
            <a:lvl8pPr lvl="7">
              <a:spcBef>
                <a:spcPts val="0"/>
              </a:spcBef>
              <a:spcAft>
                <a:spcPts val="0"/>
              </a:spcAft>
              <a:buSzPts val="1000"/>
              <a:buFont typeface="Outfit"/>
              <a:buNone/>
              <a:defRPr sz="1000">
                <a:latin typeface="Outfit"/>
                <a:ea typeface="Outfit"/>
                <a:cs typeface="Outfit"/>
                <a:sym typeface="Outfit"/>
              </a:defRPr>
            </a:lvl8pPr>
            <a:lvl9pPr lvl="8">
              <a:spcBef>
                <a:spcPts val="0"/>
              </a:spcBef>
              <a:spcAft>
                <a:spcPts val="0"/>
              </a:spcAft>
              <a:buSzPts val="1000"/>
              <a:buFont typeface="Outfit"/>
              <a:buNone/>
              <a:defRPr sz="1000">
                <a:latin typeface="Outfit"/>
                <a:ea typeface="Outfit"/>
                <a:cs typeface="Outfit"/>
                <a:sym typeface="Outfit"/>
              </a:defRPr>
            </a:lvl9pPr>
          </a:lstStyle>
          <a:p/>
        </p:txBody>
      </p:sp>
      <p:sp>
        <p:nvSpPr>
          <p:cNvPr id="759" name="Google Shape;759;p62"/>
          <p:cNvSpPr txBox="1"/>
          <p:nvPr>
            <p:ph idx="5" type="subTitle"/>
          </p:nvPr>
        </p:nvSpPr>
        <p:spPr>
          <a:xfrm>
            <a:off x="4143075" y="1463500"/>
            <a:ext cx="1340700" cy="153900"/>
          </a:xfrm>
          <a:prstGeom prst="rect">
            <a:avLst/>
          </a:prstGeom>
        </p:spPr>
        <p:txBody>
          <a:bodyPr anchorCtr="0" anchor="t" bIns="0" lIns="182875" spcFirstLastPara="1" rIns="91425" wrap="square" tIns="0">
            <a:noAutofit/>
          </a:bodyPr>
          <a:lstStyle>
            <a:lvl1pPr lvl="0">
              <a:spcBef>
                <a:spcPts val="0"/>
              </a:spcBef>
              <a:spcAft>
                <a:spcPts val="0"/>
              </a:spcAft>
              <a:buNone/>
              <a:defRPr b="1" sz="1000">
                <a:latin typeface="Outfit"/>
                <a:ea typeface="Outfit"/>
                <a:cs typeface="Outfit"/>
                <a:sym typeface="Outfit"/>
              </a:defRPr>
            </a:lvl1pPr>
            <a:lvl2pPr lvl="1">
              <a:spcBef>
                <a:spcPts val="0"/>
              </a:spcBef>
              <a:spcAft>
                <a:spcPts val="0"/>
              </a:spcAft>
              <a:buSzPts val="1000"/>
              <a:buFont typeface="Outfit"/>
              <a:buNone/>
              <a:defRPr sz="1000">
                <a:latin typeface="Outfit"/>
                <a:ea typeface="Outfit"/>
                <a:cs typeface="Outfit"/>
                <a:sym typeface="Outfit"/>
              </a:defRPr>
            </a:lvl2pPr>
            <a:lvl3pPr lvl="2">
              <a:spcBef>
                <a:spcPts val="0"/>
              </a:spcBef>
              <a:spcAft>
                <a:spcPts val="0"/>
              </a:spcAft>
              <a:buSzPts val="1000"/>
              <a:buFont typeface="Outfit"/>
              <a:buNone/>
              <a:defRPr sz="1000">
                <a:latin typeface="Outfit"/>
                <a:ea typeface="Outfit"/>
                <a:cs typeface="Outfit"/>
                <a:sym typeface="Outfit"/>
              </a:defRPr>
            </a:lvl3pPr>
            <a:lvl4pPr lvl="3">
              <a:spcBef>
                <a:spcPts val="0"/>
              </a:spcBef>
              <a:spcAft>
                <a:spcPts val="0"/>
              </a:spcAft>
              <a:buSzPts val="1000"/>
              <a:buFont typeface="Outfit"/>
              <a:buNone/>
              <a:defRPr sz="1000">
                <a:latin typeface="Outfit"/>
                <a:ea typeface="Outfit"/>
                <a:cs typeface="Outfit"/>
                <a:sym typeface="Outfit"/>
              </a:defRPr>
            </a:lvl4pPr>
            <a:lvl5pPr lvl="4">
              <a:spcBef>
                <a:spcPts val="0"/>
              </a:spcBef>
              <a:spcAft>
                <a:spcPts val="0"/>
              </a:spcAft>
              <a:buSzPts val="1000"/>
              <a:buFont typeface="Outfit"/>
              <a:buNone/>
              <a:defRPr sz="1000">
                <a:latin typeface="Outfit"/>
                <a:ea typeface="Outfit"/>
                <a:cs typeface="Outfit"/>
                <a:sym typeface="Outfit"/>
              </a:defRPr>
            </a:lvl5pPr>
            <a:lvl6pPr lvl="5">
              <a:spcBef>
                <a:spcPts val="0"/>
              </a:spcBef>
              <a:spcAft>
                <a:spcPts val="0"/>
              </a:spcAft>
              <a:buSzPts val="1000"/>
              <a:buFont typeface="Outfit"/>
              <a:buNone/>
              <a:defRPr sz="1000">
                <a:latin typeface="Outfit"/>
                <a:ea typeface="Outfit"/>
                <a:cs typeface="Outfit"/>
                <a:sym typeface="Outfit"/>
              </a:defRPr>
            </a:lvl6pPr>
            <a:lvl7pPr lvl="6">
              <a:spcBef>
                <a:spcPts val="0"/>
              </a:spcBef>
              <a:spcAft>
                <a:spcPts val="0"/>
              </a:spcAft>
              <a:buSzPts val="1000"/>
              <a:buFont typeface="Outfit"/>
              <a:buNone/>
              <a:defRPr sz="1000">
                <a:latin typeface="Outfit"/>
                <a:ea typeface="Outfit"/>
                <a:cs typeface="Outfit"/>
                <a:sym typeface="Outfit"/>
              </a:defRPr>
            </a:lvl7pPr>
            <a:lvl8pPr lvl="7">
              <a:spcBef>
                <a:spcPts val="0"/>
              </a:spcBef>
              <a:spcAft>
                <a:spcPts val="0"/>
              </a:spcAft>
              <a:buSzPts val="1000"/>
              <a:buFont typeface="Outfit"/>
              <a:buNone/>
              <a:defRPr sz="1000">
                <a:latin typeface="Outfit"/>
                <a:ea typeface="Outfit"/>
                <a:cs typeface="Outfit"/>
                <a:sym typeface="Outfit"/>
              </a:defRPr>
            </a:lvl8pPr>
            <a:lvl9pPr lvl="8">
              <a:spcBef>
                <a:spcPts val="0"/>
              </a:spcBef>
              <a:spcAft>
                <a:spcPts val="0"/>
              </a:spcAft>
              <a:buSzPts val="1000"/>
              <a:buFont typeface="Outfit"/>
              <a:buNone/>
              <a:defRPr sz="1000">
                <a:latin typeface="Outfit"/>
                <a:ea typeface="Outfit"/>
                <a:cs typeface="Outfit"/>
                <a:sym typeface="Outfit"/>
              </a:defRPr>
            </a:lvl9pPr>
          </a:lstStyle>
          <a:p/>
        </p:txBody>
      </p:sp>
      <p:sp>
        <p:nvSpPr>
          <p:cNvPr id="760" name="Google Shape;760;p62"/>
          <p:cNvSpPr txBox="1"/>
          <p:nvPr>
            <p:ph idx="6" type="subTitle"/>
          </p:nvPr>
        </p:nvSpPr>
        <p:spPr>
          <a:xfrm>
            <a:off x="6554750" y="1463500"/>
            <a:ext cx="1340700" cy="153900"/>
          </a:xfrm>
          <a:prstGeom prst="rect">
            <a:avLst/>
          </a:prstGeom>
        </p:spPr>
        <p:txBody>
          <a:bodyPr anchorCtr="0" anchor="t" bIns="0" lIns="182875" spcFirstLastPara="1" rIns="91425" wrap="square" tIns="0">
            <a:noAutofit/>
          </a:bodyPr>
          <a:lstStyle>
            <a:lvl1pPr lvl="0">
              <a:spcBef>
                <a:spcPts val="0"/>
              </a:spcBef>
              <a:spcAft>
                <a:spcPts val="0"/>
              </a:spcAft>
              <a:buNone/>
              <a:defRPr b="1" sz="1000">
                <a:latin typeface="Outfit"/>
                <a:ea typeface="Outfit"/>
                <a:cs typeface="Outfit"/>
                <a:sym typeface="Outfit"/>
              </a:defRPr>
            </a:lvl1pPr>
            <a:lvl2pPr lvl="1">
              <a:spcBef>
                <a:spcPts val="0"/>
              </a:spcBef>
              <a:spcAft>
                <a:spcPts val="0"/>
              </a:spcAft>
              <a:buSzPts val="1000"/>
              <a:buFont typeface="Outfit"/>
              <a:buNone/>
              <a:defRPr sz="1000">
                <a:latin typeface="Outfit"/>
                <a:ea typeface="Outfit"/>
                <a:cs typeface="Outfit"/>
                <a:sym typeface="Outfit"/>
              </a:defRPr>
            </a:lvl2pPr>
            <a:lvl3pPr lvl="2">
              <a:spcBef>
                <a:spcPts val="0"/>
              </a:spcBef>
              <a:spcAft>
                <a:spcPts val="0"/>
              </a:spcAft>
              <a:buSzPts val="1000"/>
              <a:buFont typeface="Outfit"/>
              <a:buNone/>
              <a:defRPr sz="1000">
                <a:latin typeface="Outfit"/>
                <a:ea typeface="Outfit"/>
                <a:cs typeface="Outfit"/>
                <a:sym typeface="Outfit"/>
              </a:defRPr>
            </a:lvl3pPr>
            <a:lvl4pPr lvl="3">
              <a:spcBef>
                <a:spcPts val="0"/>
              </a:spcBef>
              <a:spcAft>
                <a:spcPts val="0"/>
              </a:spcAft>
              <a:buSzPts val="1000"/>
              <a:buFont typeface="Outfit"/>
              <a:buNone/>
              <a:defRPr sz="1000">
                <a:latin typeface="Outfit"/>
                <a:ea typeface="Outfit"/>
                <a:cs typeface="Outfit"/>
                <a:sym typeface="Outfit"/>
              </a:defRPr>
            </a:lvl4pPr>
            <a:lvl5pPr lvl="4">
              <a:spcBef>
                <a:spcPts val="0"/>
              </a:spcBef>
              <a:spcAft>
                <a:spcPts val="0"/>
              </a:spcAft>
              <a:buSzPts val="1000"/>
              <a:buFont typeface="Outfit"/>
              <a:buNone/>
              <a:defRPr sz="1000">
                <a:latin typeface="Outfit"/>
                <a:ea typeface="Outfit"/>
                <a:cs typeface="Outfit"/>
                <a:sym typeface="Outfit"/>
              </a:defRPr>
            </a:lvl5pPr>
            <a:lvl6pPr lvl="5">
              <a:spcBef>
                <a:spcPts val="0"/>
              </a:spcBef>
              <a:spcAft>
                <a:spcPts val="0"/>
              </a:spcAft>
              <a:buSzPts val="1000"/>
              <a:buFont typeface="Outfit"/>
              <a:buNone/>
              <a:defRPr sz="1000">
                <a:latin typeface="Outfit"/>
                <a:ea typeface="Outfit"/>
                <a:cs typeface="Outfit"/>
                <a:sym typeface="Outfit"/>
              </a:defRPr>
            </a:lvl6pPr>
            <a:lvl7pPr lvl="6">
              <a:spcBef>
                <a:spcPts val="0"/>
              </a:spcBef>
              <a:spcAft>
                <a:spcPts val="0"/>
              </a:spcAft>
              <a:buSzPts val="1000"/>
              <a:buFont typeface="Outfit"/>
              <a:buNone/>
              <a:defRPr sz="1000">
                <a:latin typeface="Outfit"/>
                <a:ea typeface="Outfit"/>
                <a:cs typeface="Outfit"/>
                <a:sym typeface="Outfit"/>
              </a:defRPr>
            </a:lvl7pPr>
            <a:lvl8pPr lvl="7">
              <a:spcBef>
                <a:spcPts val="0"/>
              </a:spcBef>
              <a:spcAft>
                <a:spcPts val="0"/>
              </a:spcAft>
              <a:buSzPts val="1000"/>
              <a:buFont typeface="Outfit"/>
              <a:buNone/>
              <a:defRPr sz="1000">
                <a:latin typeface="Outfit"/>
                <a:ea typeface="Outfit"/>
                <a:cs typeface="Outfit"/>
                <a:sym typeface="Outfit"/>
              </a:defRPr>
            </a:lvl8pPr>
            <a:lvl9pPr lvl="8">
              <a:spcBef>
                <a:spcPts val="0"/>
              </a:spcBef>
              <a:spcAft>
                <a:spcPts val="0"/>
              </a:spcAft>
              <a:buSzPts val="1000"/>
              <a:buFont typeface="Outfit"/>
              <a:buNone/>
              <a:defRPr sz="1000">
                <a:latin typeface="Outfit"/>
                <a:ea typeface="Outfit"/>
                <a:cs typeface="Outfit"/>
                <a:sym typeface="Outfit"/>
              </a:defRPr>
            </a:lvl9pPr>
          </a:lstStyle>
          <a:p/>
        </p:txBody>
      </p:sp>
      <p:sp>
        <p:nvSpPr>
          <p:cNvPr id="761" name="Google Shape;761;p62"/>
          <p:cNvSpPr txBox="1"/>
          <p:nvPr>
            <p:ph type="title"/>
          </p:nvPr>
        </p:nvSpPr>
        <p:spPr>
          <a:xfrm>
            <a:off x="1731400" y="1881175"/>
            <a:ext cx="2304900" cy="267600"/>
          </a:xfrm>
          <a:prstGeom prst="rect">
            <a:avLst/>
          </a:prstGeom>
        </p:spPr>
        <p:txBody>
          <a:bodyPr anchorCtr="0" anchor="t" bIns="0" lIns="182875" spcFirstLastPara="1" rIns="182875" wrap="square" tIns="0">
            <a:spAutoFit/>
          </a:bodyPr>
          <a:lstStyle>
            <a:lvl1pPr lvl="0">
              <a:lnSpc>
                <a:spcPct val="90000"/>
              </a:lnSpc>
              <a:spcBef>
                <a:spcPts val="0"/>
              </a:spcBef>
              <a:spcAft>
                <a:spcPts val="0"/>
              </a:spcAft>
              <a:buNone/>
              <a:defRPr sz="1800"/>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762" name="Google Shape;762;p62"/>
          <p:cNvSpPr txBox="1"/>
          <p:nvPr>
            <p:ph idx="7" type="title"/>
          </p:nvPr>
        </p:nvSpPr>
        <p:spPr>
          <a:xfrm>
            <a:off x="4143075" y="1881175"/>
            <a:ext cx="2304900" cy="267600"/>
          </a:xfrm>
          <a:prstGeom prst="rect">
            <a:avLst/>
          </a:prstGeom>
        </p:spPr>
        <p:txBody>
          <a:bodyPr anchorCtr="0" anchor="t" bIns="0" lIns="182875" spcFirstLastPara="1" rIns="182875" wrap="square" tIns="0">
            <a:spAutoFit/>
          </a:bodyPr>
          <a:lstStyle>
            <a:lvl1pPr lvl="0">
              <a:lnSpc>
                <a:spcPct val="90000"/>
              </a:lnSpc>
              <a:spcBef>
                <a:spcPts val="0"/>
              </a:spcBef>
              <a:spcAft>
                <a:spcPts val="0"/>
              </a:spcAft>
              <a:buNone/>
              <a:defRPr sz="1800"/>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763" name="Google Shape;763;p62"/>
          <p:cNvSpPr txBox="1"/>
          <p:nvPr>
            <p:ph idx="8" type="title"/>
          </p:nvPr>
        </p:nvSpPr>
        <p:spPr>
          <a:xfrm>
            <a:off x="6554750" y="1881175"/>
            <a:ext cx="2304900" cy="267600"/>
          </a:xfrm>
          <a:prstGeom prst="rect">
            <a:avLst/>
          </a:prstGeom>
        </p:spPr>
        <p:txBody>
          <a:bodyPr anchorCtr="0" anchor="t" bIns="0" lIns="182875" spcFirstLastPara="1" rIns="182875" wrap="square" tIns="0">
            <a:spAutoFit/>
          </a:bodyPr>
          <a:lstStyle>
            <a:lvl1pPr lvl="0">
              <a:lnSpc>
                <a:spcPct val="90000"/>
              </a:lnSpc>
              <a:spcBef>
                <a:spcPts val="0"/>
              </a:spcBef>
              <a:spcAft>
                <a:spcPts val="0"/>
              </a:spcAft>
              <a:buNone/>
              <a:defRPr sz="1800"/>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764" name="Google Shape;764;p62"/>
          <p:cNvSpPr txBox="1"/>
          <p:nvPr>
            <p:ph idx="9" type="title"/>
          </p:nvPr>
        </p:nvSpPr>
        <p:spPr>
          <a:xfrm>
            <a:off x="284775" y="282900"/>
            <a:ext cx="8574900" cy="10701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800"/>
            </a:lvl1pPr>
            <a:lvl2pPr lvl="1">
              <a:lnSpc>
                <a:spcPct val="115000"/>
              </a:lnSpc>
              <a:spcBef>
                <a:spcPts val="0"/>
              </a:spcBef>
              <a:spcAft>
                <a:spcPts val="0"/>
              </a:spcAft>
              <a:buNone/>
              <a:defRPr sz="2800"/>
            </a:lvl2pPr>
            <a:lvl3pPr lvl="2">
              <a:lnSpc>
                <a:spcPct val="115000"/>
              </a:lnSpc>
              <a:spcBef>
                <a:spcPts val="0"/>
              </a:spcBef>
              <a:spcAft>
                <a:spcPts val="0"/>
              </a:spcAft>
              <a:buNone/>
              <a:defRPr sz="2800"/>
            </a:lvl3pPr>
            <a:lvl4pPr lvl="3">
              <a:lnSpc>
                <a:spcPct val="115000"/>
              </a:lnSpc>
              <a:spcBef>
                <a:spcPts val="0"/>
              </a:spcBef>
              <a:spcAft>
                <a:spcPts val="0"/>
              </a:spcAft>
              <a:buNone/>
              <a:defRPr sz="2800"/>
            </a:lvl4pPr>
            <a:lvl5pPr lvl="4">
              <a:lnSpc>
                <a:spcPct val="115000"/>
              </a:lnSpc>
              <a:spcBef>
                <a:spcPts val="0"/>
              </a:spcBef>
              <a:spcAft>
                <a:spcPts val="0"/>
              </a:spcAft>
              <a:buNone/>
              <a:defRPr sz="2800"/>
            </a:lvl5pPr>
            <a:lvl6pPr lvl="5">
              <a:lnSpc>
                <a:spcPct val="115000"/>
              </a:lnSpc>
              <a:spcBef>
                <a:spcPts val="0"/>
              </a:spcBef>
              <a:spcAft>
                <a:spcPts val="0"/>
              </a:spcAft>
              <a:buNone/>
              <a:defRPr sz="2800"/>
            </a:lvl6pPr>
            <a:lvl7pPr lvl="6">
              <a:lnSpc>
                <a:spcPct val="115000"/>
              </a:lnSpc>
              <a:spcBef>
                <a:spcPts val="0"/>
              </a:spcBef>
              <a:spcAft>
                <a:spcPts val="0"/>
              </a:spcAft>
              <a:buNone/>
              <a:defRPr sz="2800"/>
            </a:lvl7pPr>
            <a:lvl8pPr lvl="7">
              <a:lnSpc>
                <a:spcPct val="115000"/>
              </a:lnSpc>
              <a:spcBef>
                <a:spcPts val="0"/>
              </a:spcBef>
              <a:spcAft>
                <a:spcPts val="0"/>
              </a:spcAft>
              <a:buNone/>
              <a:defRPr sz="2800"/>
            </a:lvl8pPr>
            <a:lvl9pPr lvl="8">
              <a:lnSpc>
                <a:spcPct val="115000"/>
              </a:lnSpc>
              <a:spcBef>
                <a:spcPts val="0"/>
              </a:spcBef>
              <a:spcAft>
                <a:spcPts val="0"/>
              </a:spcAft>
              <a:buNone/>
              <a:defRPr sz="2800"/>
            </a:lvl9pPr>
          </a:lstStyle>
          <a:p/>
        </p:txBody>
      </p:sp>
      <p:sp>
        <p:nvSpPr>
          <p:cNvPr id="765" name="Google Shape;765;p62"/>
          <p:cNvSpPr txBox="1"/>
          <p:nvPr>
            <p:ph idx="13"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766" name="Google Shape;766;p62"/>
          <p:cNvSpPr txBox="1"/>
          <p:nvPr>
            <p:ph idx="14"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1_1_1_2_1">
    <p:spTree>
      <p:nvGrpSpPr>
        <p:cNvPr id="767" name="Shape 767"/>
        <p:cNvGrpSpPr/>
        <p:nvPr/>
      </p:nvGrpSpPr>
      <p:grpSpPr>
        <a:xfrm>
          <a:off x="0" y="0"/>
          <a:ext cx="0" cy="0"/>
          <a:chOff x="0" y="0"/>
          <a:chExt cx="0" cy="0"/>
        </a:xfrm>
      </p:grpSpPr>
      <p:sp>
        <p:nvSpPr>
          <p:cNvPr id="768" name="Google Shape;768;p63"/>
          <p:cNvSpPr txBox="1"/>
          <p:nvPr>
            <p:ph type="title"/>
          </p:nvPr>
        </p:nvSpPr>
        <p:spPr>
          <a:xfrm>
            <a:off x="284775" y="282900"/>
            <a:ext cx="3512100" cy="11169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769" name="Google Shape;769;p63"/>
          <p:cNvSpPr txBox="1"/>
          <p:nvPr>
            <p:ph idx="1" type="body"/>
          </p:nvPr>
        </p:nvSpPr>
        <p:spPr>
          <a:xfrm>
            <a:off x="6795150" y="509451"/>
            <a:ext cx="1944300" cy="8352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770" name="Google Shape;770;p63"/>
          <p:cNvSpPr txBox="1"/>
          <p:nvPr>
            <p:ph idx="2" type="title"/>
          </p:nvPr>
        </p:nvSpPr>
        <p:spPr>
          <a:xfrm>
            <a:off x="5494245" y="509451"/>
            <a:ext cx="1149900" cy="706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1800"/>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771" name="Google Shape;771;p63"/>
          <p:cNvSpPr txBox="1"/>
          <p:nvPr>
            <p:ph idx="3" type="body"/>
          </p:nvPr>
        </p:nvSpPr>
        <p:spPr>
          <a:xfrm>
            <a:off x="6795150" y="1596758"/>
            <a:ext cx="1944300" cy="8352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772" name="Google Shape;772;p63"/>
          <p:cNvSpPr txBox="1"/>
          <p:nvPr>
            <p:ph idx="4" type="title"/>
          </p:nvPr>
        </p:nvSpPr>
        <p:spPr>
          <a:xfrm>
            <a:off x="5494245" y="1596758"/>
            <a:ext cx="1149900" cy="706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1800"/>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773" name="Google Shape;773;p63"/>
          <p:cNvSpPr txBox="1"/>
          <p:nvPr>
            <p:ph idx="5" type="body"/>
          </p:nvPr>
        </p:nvSpPr>
        <p:spPr>
          <a:xfrm>
            <a:off x="6795150" y="2684065"/>
            <a:ext cx="1944300" cy="8352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774" name="Google Shape;774;p63"/>
          <p:cNvSpPr txBox="1"/>
          <p:nvPr>
            <p:ph idx="6" type="title"/>
          </p:nvPr>
        </p:nvSpPr>
        <p:spPr>
          <a:xfrm>
            <a:off x="5494245" y="2684065"/>
            <a:ext cx="1149900" cy="706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1800"/>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775" name="Google Shape;775;p63"/>
          <p:cNvSpPr txBox="1"/>
          <p:nvPr>
            <p:ph idx="7" type="body"/>
          </p:nvPr>
        </p:nvSpPr>
        <p:spPr>
          <a:xfrm>
            <a:off x="6795150" y="3771372"/>
            <a:ext cx="1944300" cy="8352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776" name="Google Shape;776;p63"/>
          <p:cNvSpPr txBox="1"/>
          <p:nvPr>
            <p:ph idx="8" type="title"/>
          </p:nvPr>
        </p:nvSpPr>
        <p:spPr>
          <a:xfrm>
            <a:off x="5494245" y="3771372"/>
            <a:ext cx="1149900" cy="706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1800"/>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777" name="Google Shape;777;p63"/>
          <p:cNvSpPr txBox="1"/>
          <p:nvPr>
            <p:ph idx="9"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778" name="Google Shape;778;p63"/>
          <p:cNvSpPr txBox="1"/>
          <p:nvPr>
            <p:ph idx="13"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
        <p:nvSpPr>
          <p:cNvPr id="779" name="Google Shape;779;p63"/>
          <p:cNvSpPr txBox="1"/>
          <p:nvPr>
            <p:ph idx="14" type="title"/>
          </p:nvPr>
        </p:nvSpPr>
        <p:spPr>
          <a:xfrm>
            <a:off x="4731400" y="509451"/>
            <a:ext cx="481500" cy="304800"/>
          </a:xfrm>
          <a:prstGeom prst="rect">
            <a:avLst/>
          </a:prstGeom>
        </p:spPr>
        <p:txBody>
          <a:bodyPr anchorCtr="0" anchor="t" bIns="0" lIns="0" spcFirstLastPara="1" rIns="0" wrap="square" tIns="0">
            <a:spAutoFit/>
          </a:bodyPr>
          <a:lstStyle>
            <a:lvl1pPr lvl="0">
              <a:lnSpc>
                <a:spcPct val="100000"/>
              </a:lnSpc>
              <a:spcBef>
                <a:spcPts val="0"/>
              </a:spcBef>
              <a:spcAft>
                <a:spcPts val="0"/>
              </a:spcAft>
              <a:buNone/>
              <a:defRPr sz="1000">
                <a:solidFill>
                  <a:schemeClr val="lt2"/>
                </a:solidFill>
              </a:defRPr>
            </a:lvl1pPr>
            <a:lvl2pPr lvl="1">
              <a:lnSpc>
                <a:spcPct val="100000"/>
              </a:lnSpc>
              <a:spcBef>
                <a:spcPts val="0"/>
              </a:spcBef>
              <a:spcAft>
                <a:spcPts val="0"/>
              </a:spcAft>
              <a:buNone/>
              <a:defRPr sz="1000"/>
            </a:lvl2pPr>
            <a:lvl3pPr lvl="2">
              <a:lnSpc>
                <a:spcPct val="100000"/>
              </a:lnSpc>
              <a:spcBef>
                <a:spcPts val="0"/>
              </a:spcBef>
              <a:spcAft>
                <a:spcPts val="0"/>
              </a:spcAft>
              <a:buNone/>
              <a:defRPr sz="1000"/>
            </a:lvl3pPr>
            <a:lvl4pPr lvl="3">
              <a:lnSpc>
                <a:spcPct val="100000"/>
              </a:lnSpc>
              <a:spcBef>
                <a:spcPts val="0"/>
              </a:spcBef>
              <a:spcAft>
                <a:spcPts val="0"/>
              </a:spcAft>
              <a:buNone/>
              <a:defRPr sz="1000"/>
            </a:lvl4pPr>
            <a:lvl5pPr lvl="4">
              <a:lnSpc>
                <a:spcPct val="100000"/>
              </a:lnSpc>
              <a:spcBef>
                <a:spcPts val="0"/>
              </a:spcBef>
              <a:spcAft>
                <a:spcPts val="0"/>
              </a:spcAft>
              <a:buNone/>
              <a:defRPr sz="1000"/>
            </a:lvl5pPr>
            <a:lvl6pPr lvl="5">
              <a:lnSpc>
                <a:spcPct val="100000"/>
              </a:lnSpc>
              <a:spcBef>
                <a:spcPts val="0"/>
              </a:spcBef>
              <a:spcAft>
                <a:spcPts val="0"/>
              </a:spcAft>
              <a:buNone/>
              <a:defRPr sz="1000"/>
            </a:lvl6pPr>
            <a:lvl7pPr lvl="6">
              <a:lnSpc>
                <a:spcPct val="100000"/>
              </a:lnSpc>
              <a:spcBef>
                <a:spcPts val="0"/>
              </a:spcBef>
              <a:spcAft>
                <a:spcPts val="0"/>
              </a:spcAft>
              <a:buNone/>
              <a:defRPr sz="1000"/>
            </a:lvl7pPr>
            <a:lvl8pPr lvl="7">
              <a:lnSpc>
                <a:spcPct val="100000"/>
              </a:lnSpc>
              <a:spcBef>
                <a:spcPts val="0"/>
              </a:spcBef>
              <a:spcAft>
                <a:spcPts val="0"/>
              </a:spcAft>
              <a:buNone/>
              <a:defRPr sz="1000"/>
            </a:lvl8pPr>
            <a:lvl9pPr lvl="8">
              <a:lnSpc>
                <a:spcPct val="100000"/>
              </a:lnSpc>
              <a:spcBef>
                <a:spcPts val="0"/>
              </a:spcBef>
              <a:spcAft>
                <a:spcPts val="0"/>
              </a:spcAft>
              <a:buNone/>
              <a:defRPr sz="1000"/>
            </a:lvl9pPr>
          </a:lstStyle>
          <a:p/>
        </p:txBody>
      </p:sp>
      <p:sp>
        <p:nvSpPr>
          <p:cNvPr id="780" name="Google Shape;780;p63"/>
          <p:cNvSpPr txBox="1"/>
          <p:nvPr>
            <p:ph idx="15" type="title"/>
          </p:nvPr>
        </p:nvSpPr>
        <p:spPr>
          <a:xfrm>
            <a:off x="4731400" y="1596758"/>
            <a:ext cx="481500" cy="304800"/>
          </a:xfrm>
          <a:prstGeom prst="rect">
            <a:avLst/>
          </a:prstGeom>
        </p:spPr>
        <p:txBody>
          <a:bodyPr anchorCtr="0" anchor="t" bIns="0" lIns="0" spcFirstLastPara="1" rIns="0" wrap="square" tIns="0">
            <a:spAutoFit/>
          </a:bodyPr>
          <a:lstStyle>
            <a:lvl1pPr lvl="0">
              <a:lnSpc>
                <a:spcPct val="100000"/>
              </a:lnSpc>
              <a:spcBef>
                <a:spcPts val="0"/>
              </a:spcBef>
              <a:spcAft>
                <a:spcPts val="0"/>
              </a:spcAft>
              <a:buNone/>
              <a:defRPr sz="1000"/>
            </a:lvl1pPr>
            <a:lvl2pPr lvl="1">
              <a:lnSpc>
                <a:spcPct val="100000"/>
              </a:lnSpc>
              <a:spcBef>
                <a:spcPts val="0"/>
              </a:spcBef>
              <a:spcAft>
                <a:spcPts val="0"/>
              </a:spcAft>
              <a:buNone/>
              <a:defRPr sz="1000"/>
            </a:lvl2pPr>
            <a:lvl3pPr lvl="2">
              <a:lnSpc>
                <a:spcPct val="100000"/>
              </a:lnSpc>
              <a:spcBef>
                <a:spcPts val="0"/>
              </a:spcBef>
              <a:spcAft>
                <a:spcPts val="0"/>
              </a:spcAft>
              <a:buNone/>
              <a:defRPr sz="1000"/>
            </a:lvl3pPr>
            <a:lvl4pPr lvl="3">
              <a:lnSpc>
                <a:spcPct val="100000"/>
              </a:lnSpc>
              <a:spcBef>
                <a:spcPts val="0"/>
              </a:spcBef>
              <a:spcAft>
                <a:spcPts val="0"/>
              </a:spcAft>
              <a:buNone/>
              <a:defRPr sz="1000"/>
            </a:lvl4pPr>
            <a:lvl5pPr lvl="4">
              <a:lnSpc>
                <a:spcPct val="100000"/>
              </a:lnSpc>
              <a:spcBef>
                <a:spcPts val="0"/>
              </a:spcBef>
              <a:spcAft>
                <a:spcPts val="0"/>
              </a:spcAft>
              <a:buNone/>
              <a:defRPr sz="1000"/>
            </a:lvl5pPr>
            <a:lvl6pPr lvl="5">
              <a:lnSpc>
                <a:spcPct val="100000"/>
              </a:lnSpc>
              <a:spcBef>
                <a:spcPts val="0"/>
              </a:spcBef>
              <a:spcAft>
                <a:spcPts val="0"/>
              </a:spcAft>
              <a:buNone/>
              <a:defRPr sz="1000"/>
            </a:lvl6pPr>
            <a:lvl7pPr lvl="6">
              <a:lnSpc>
                <a:spcPct val="100000"/>
              </a:lnSpc>
              <a:spcBef>
                <a:spcPts val="0"/>
              </a:spcBef>
              <a:spcAft>
                <a:spcPts val="0"/>
              </a:spcAft>
              <a:buNone/>
              <a:defRPr sz="1000"/>
            </a:lvl7pPr>
            <a:lvl8pPr lvl="7">
              <a:lnSpc>
                <a:spcPct val="100000"/>
              </a:lnSpc>
              <a:spcBef>
                <a:spcPts val="0"/>
              </a:spcBef>
              <a:spcAft>
                <a:spcPts val="0"/>
              </a:spcAft>
              <a:buNone/>
              <a:defRPr sz="1000"/>
            </a:lvl8pPr>
            <a:lvl9pPr lvl="8">
              <a:lnSpc>
                <a:spcPct val="100000"/>
              </a:lnSpc>
              <a:spcBef>
                <a:spcPts val="0"/>
              </a:spcBef>
              <a:spcAft>
                <a:spcPts val="0"/>
              </a:spcAft>
              <a:buNone/>
              <a:defRPr sz="1000"/>
            </a:lvl9pPr>
          </a:lstStyle>
          <a:p/>
        </p:txBody>
      </p:sp>
      <p:sp>
        <p:nvSpPr>
          <p:cNvPr id="781" name="Google Shape;781;p63"/>
          <p:cNvSpPr txBox="1"/>
          <p:nvPr>
            <p:ph idx="16" type="title"/>
          </p:nvPr>
        </p:nvSpPr>
        <p:spPr>
          <a:xfrm>
            <a:off x="4731400" y="2684065"/>
            <a:ext cx="481500" cy="304800"/>
          </a:xfrm>
          <a:prstGeom prst="rect">
            <a:avLst/>
          </a:prstGeom>
        </p:spPr>
        <p:txBody>
          <a:bodyPr anchorCtr="0" anchor="t" bIns="0" lIns="0" spcFirstLastPara="1" rIns="0" wrap="square" tIns="0">
            <a:spAutoFit/>
          </a:bodyPr>
          <a:lstStyle>
            <a:lvl1pPr lvl="0">
              <a:lnSpc>
                <a:spcPct val="100000"/>
              </a:lnSpc>
              <a:spcBef>
                <a:spcPts val="0"/>
              </a:spcBef>
              <a:spcAft>
                <a:spcPts val="0"/>
              </a:spcAft>
              <a:buNone/>
              <a:defRPr sz="1000"/>
            </a:lvl1pPr>
            <a:lvl2pPr lvl="1">
              <a:lnSpc>
                <a:spcPct val="100000"/>
              </a:lnSpc>
              <a:spcBef>
                <a:spcPts val="0"/>
              </a:spcBef>
              <a:spcAft>
                <a:spcPts val="0"/>
              </a:spcAft>
              <a:buNone/>
              <a:defRPr sz="1000"/>
            </a:lvl2pPr>
            <a:lvl3pPr lvl="2">
              <a:lnSpc>
                <a:spcPct val="100000"/>
              </a:lnSpc>
              <a:spcBef>
                <a:spcPts val="0"/>
              </a:spcBef>
              <a:spcAft>
                <a:spcPts val="0"/>
              </a:spcAft>
              <a:buNone/>
              <a:defRPr sz="1000"/>
            </a:lvl3pPr>
            <a:lvl4pPr lvl="3">
              <a:lnSpc>
                <a:spcPct val="100000"/>
              </a:lnSpc>
              <a:spcBef>
                <a:spcPts val="0"/>
              </a:spcBef>
              <a:spcAft>
                <a:spcPts val="0"/>
              </a:spcAft>
              <a:buNone/>
              <a:defRPr sz="1000"/>
            </a:lvl4pPr>
            <a:lvl5pPr lvl="4">
              <a:lnSpc>
                <a:spcPct val="100000"/>
              </a:lnSpc>
              <a:spcBef>
                <a:spcPts val="0"/>
              </a:spcBef>
              <a:spcAft>
                <a:spcPts val="0"/>
              </a:spcAft>
              <a:buNone/>
              <a:defRPr sz="1000"/>
            </a:lvl5pPr>
            <a:lvl6pPr lvl="5">
              <a:lnSpc>
                <a:spcPct val="100000"/>
              </a:lnSpc>
              <a:spcBef>
                <a:spcPts val="0"/>
              </a:spcBef>
              <a:spcAft>
                <a:spcPts val="0"/>
              </a:spcAft>
              <a:buNone/>
              <a:defRPr sz="1000"/>
            </a:lvl6pPr>
            <a:lvl7pPr lvl="6">
              <a:lnSpc>
                <a:spcPct val="100000"/>
              </a:lnSpc>
              <a:spcBef>
                <a:spcPts val="0"/>
              </a:spcBef>
              <a:spcAft>
                <a:spcPts val="0"/>
              </a:spcAft>
              <a:buNone/>
              <a:defRPr sz="1000"/>
            </a:lvl7pPr>
            <a:lvl8pPr lvl="7">
              <a:lnSpc>
                <a:spcPct val="100000"/>
              </a:lnSpc>
              <a:spcBef>
                <a:spcPts val="0"/>
              </a:spcBef>
              <a:spcAft>
                <a:spcPts val="0"/>
              </a:spcAft>
              <a:buNone/>
              <a:defRPr sz="1000"/>
            </a:lvl8pPr>
            <a:lvl9pPr lvl="8">
              <a:lnSpc>
                <a:spcPct val="100000"/>
              </a:lnSpc>
              <a:spcBef>
                <a:spcPts val="0"/>
              </a:spcBef>
              <a:spcAft>
                <a:spcPts val="0"/>
              </a:spcAft>
              <a:buNone/>
              <a:defRPr sz="1000"/>
            </a:lvl9pPr>
          </a:lstStyle>
          <a:p/>
        </p:txBody>
      </p:sp>
      <p:sp>
        <p:nvSpPr>
          <p:cNvPr id="782" name="Google Shape;782;p63"/>
          <p:cNvSpPr txBox="1"/>
          <p:nvPr>
            <p:ph idx="17" type="title"/>
          </p:nvPr>
        </p:nvSpPr>
        <p:spPr>
          <a:xfrm>
            <a:off x="4731400" y="3771372"/>
            <a:ext cx="481500" cy="304800"/>
          </a:xfrm>
          <a:prstGeom prst="rect">
            <a:avLst/>
          </a:prstGeom>
        </p:spPr>
        <p:txBody>
          <a:bodyPr anchorCtr="0" anchor="t" bIns="0" lIns="0" spcFirstLastPara="1" rIns="0" wrap="square" tIns="0">
            <a:spAutoFit/>
          </a:bodyPr>
          <a:lstStyle>
            <a:lvl1pPr lvl="0">
              <a:lnSpc>
                <a:spcPct val="100000"/>
              </a:lnSpc>
              <a:spcBef>
                <a:spcPts val="0"/>
              </a:spcBef>
              <a:spcAft>
                <a:spcPts val="0"/>
              </a:spcAft>
              <a:buNone/>
              <a:defRPr sz="1000"/>
            </a:lvl1pPr>
            <a:lvl2pPr lvl="1">
              <a:lnSpc>
                <a:spcPct val="100000"/>
              </a:lnSpc>
              <a:spcBef>
                <a:spcPts val="0"/>
              </a:spcBef>
              <a:spcAft>
                <a:spcPts val="0"/>
              </a:spcAft>
              <a:buNone/>
              <a:defRPr sz="1000"/>
            </a:lvl2pPr>
            <a:lvl3pPr lvl="2">
              <a:lnSpc>
                <a:spcPct val="100000"/>
              </a:lnSpc>
              <a:spcBef>
                <a:spcPts val="0"/>
              </a:spcBef>
              <a:spcAft>
                <a:spcPts val="0"/>
              </a:spcAft>
              <a:buNone/>
              <a:defRPr sz="1000"/>
            </a:lvl3pPr>
            <a:lvl4pPr lvl="3">
              <a:lnSpc>
                <a:spcPct val="100000"/>
              </a:lnSpc>
              <a:spcBef>
                <a:spcPts val="0"/>
              </a:spcBef>
              <a:spcAft>
                <a:spcPts val="0"/>
              </a:spcAft>
              <a:buNone/>
              <a:defRPr sz="1000"/>
            </a:lvl4pPr>
            <a:lvl5pPr lvl="4">
              <a:lnSpc>
                <a:spcPct val="100000"/>
              </a:lnSpc>
              <a:spcBef>
                <a:spcPts val="0"/>
              </a:spcBef>
              <a:spcAft>
                <a:spcPts val="0"/>
              </a:spcAft>
              <a:buNone/>
              <a:defRPr sz="1000"/>
            </a:lvl5pPr>
            <a:lvl6pPr lvl="5">
              <a:lnSpc>
                <a:spcPct val="100000"/>
              </a:lnSpc>
              <a:spcBef>
                <a:spcPts val="0"/>
              </a:spcBef>
              <a:spcAft>
                <a:spcPts val="0"/>
              </a:spcAft>
              <a:buNone/>
              <a:defRPr sz="1000"/>
            </a:lvl6pPr>
            <a:lvl7pPr lvl="6">
              <a:lnSpc>
                <a:spcPct val="100000"/>
              </a:lnSpc>
              <a:spcBef>
                <a:spcPts val="0"/>
              </a:spcBef>
              <a:spcAft>
                <a:spcPts val="0"/>
              </a:spcAft>
              <a:buNone/>
              <a:defRPr sz="1000"/>
            </a:lvl7pPr>
            <a:lvl8pPr lvl="7">
              <a:lnSpc>
                <a:spcPct val="100000"/>
              </a:lnSpc>
              <a:spcBef>
                <a:spcPts val="0"/>
              </a:spcBef>
              <a:spcAft>
                <a:spcPts val="0"/>
              </a:spcAft>
              <a:buNone/>
              <a:defRPr sz="1000"/>
            </a:lvl8pPr>
            <a:lvl9pPr lvl="8">
              <a:lnSpc>
                <a:spcPct val="100000"/>
              </a:lnSpc>
              <a:spcBef>
                <a:spcPts val="0"/>
              </a:spcBef>
              <a:spcAft>
                <a:spcPts val="0"/>
              </a:spcAft>
              <a:buNone/>
              <a:defRPr sz="1000"/>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4">
  <p:cSld name="CUSTOM_2_1_1">
    <p:spTree>
      <p:nvGrpSpPr>
        <p:cNvPr id="783" name="Shape 783"/>
        <p:cNvGrpSpPr/>
        <p:nvPr/>
      </p:nvGrpSpPr>
      <p:grpSpPr>
        <a:xfrm>
          <a:off x="0" y="0"/>
          <a:ext cx="0" cy="0"/>
          <a:chOff x="0" y="0"/>
          <a:chExt cx="0" cy="0"/>
        </a:xfrm>
      </p:grpSpPr>
      <p:sp>
        <p:nvSpPr>
          <p:cNvPr id="784" name="Google Shape;784;p64"/>
          <p:cNvSpPr txBox="1"/>
          <p:nvPr>
            <p:ph idx="1" type="body"/>
          </p:nvPr>
        </p:nvSpPr>
        <p:spPr>
          <a:xfrm>
            <a:off x="6071873" y="767058"/>
            <a:ext cx="2787300" cy="1608300"/>
          </a:xfrm>
          <a:prstGeom prst="rect">
            <a:avLst/>
          </a:prstGeom>
        </p:spPr>
        <p:txBody>
          <a:bodyPr anchorCtr="0" anchor="t" bIns="182875"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785" name="Google Shape;785;p64"/>
          <p:cNvSpPr txBox="1"/>
          <p:nvPr>
            <p:ph idx="2" type="body"/>
          </p:nvPr>
        </p:nvSpPr>
        <p:spPr>
          <a:xfrm>
            <a:off x="3178225" y="767058"/>
            <a:ext cx="2787300" cy="1608300"/>
          </a:xfrm>
          <a:prstGeom prst="rect">
            <a:avLst/>
          </a:prstGeom>
        </p:spPr>
        <p:txBody>
          <a:bodyPr anchorCtr="0" anchor="t" bIns="182875" lIns="182875" spcFirstLastPara="1" rIns="182875" wrap="square" tIns="0">
            <a:noAutofit/>
          </a:bodyPr>
          <a:lstStyle>
            <a:lvl1pPr indent="-292100" lvl="0" marL="457200">
              <a:spcBef>
                <a:spcPts val="0"/>
              </a:spcBef>
              <a:spcAft>
                <a:spcPts val="0"/>
              </a:spcAft>
              <a:buClr>
                <a:schemeClr val="lt2"/>
              </a:buClr>
              <a:buSzPts val="1000"/>
              <a:buChar char="●"/>
              <a:defRPr sz="1000">
                <a:solidFill>
                  <a:schemeClr val="lt2"/>
                </a:solidFill>
              </a:defRPr>
            </a:lvl1pPr>
            <a:lvl2pPr indent="-292100" lvl="1" marL="914400">
              <a:spcBef>
                <a:spcPts val="0"/>
              </a:spcBef>
              <a:spcAft>
                <a:spcPts val="0"/>
              </a:spcAft>
              <a:buClr>
                <a:schemeClr val="lt2"/>
              </a:buClr>
              <a:buSzPts val="1000"/>
              <a:buChar char="○"/>
              <a:defRPr sz="1000">
                <a:solidFill>
                  <a:schemeClr val="lt2"/>
                </a:solidFill>
              </a:defRPr>
            </a:lvl2pPr>
            <a:lvl3pPr indent="-292100" lvl="2" marL="1371600">
              <a:spcBef>
                <a:spcPts val="0"/>
              </a:spcBef>
              <a:spcAft>
                <a:spcPts val="0"/>
              </a:spcAft>
              <a:buClr>
                <a:schemeClr val="lt2"/>
              </a:buClr>
              <a:buSzPts val="1000"/>
              <a:buChar char="■"/>
              <a:defRPr sz="1000">
                <a:solidFill>
                  <a:schemeClr val="lt2"/>
                </a:solidFill>
              </a:defRPr>
            </a:lvl3pPr>
            <a:lvl4pPr indent="-292100" lvl="3" marL="1828800">
              <a:spcBef>
                <a:spcPts val="0"/>
              </a:spcBef>
              <a:spcAft>
                <a:spcPts val="0"/>
              </a:spcAft>
              <a:buClr>
                <a:schemeClr val="lt2"/>
              </a:buClr>
              <a:buSzPts val="1000"/>
              <a:buChar char="●"/>
              <a:defRPr sz="1000">
                <a:solidFill>
                  <a:schemeClr val="lt2"/>
                </a:solidFill>
              </a:defRPr>
            </a:lvl4pPr>
            <a:lvl5pPr indent="-292100" lvl="4" marL="2286000">
              <a:spcBef>
                <a:spcPts val="0"/>
              </a:spcBef>
              <a:spcAft>
                <a:spcPts val="0"/>
              </a:spcAft>
              <a:buClr>
                <a:schemeClr val="lt2"/>
              </a:buClr>
              <a:buSzPts val="1000"/>
              <a:buChar char="○"/>
              <a:defRPr sz="1000">
                <a:solidFill>
                  <a:schemeClr val="lt2"/>
                </a:solidFill>
              </a:defRPr>
            </a:lvl5pPr>
            <a:lvl6pPr indent="-292100" lvl="5" marL="2743200">
              <a:spcBef>
                <a:spcPts val="0"/>
              </a:spcBef>
              <a:spcAft>
                <a:spcPts val="0"/>
              </a:spcAft>
              <a:buClr>
                <a:schemeClr val="lt2"/>
              </a:buClr>
              <a:buSzPts val="1000"/>
              <a:buChar char="■"/>
              <a:defRPr sz="1000">
                <a:solidFill>
                  <a:schemeClr val="lt2"/>
                </a:solidFill>
              </a:defRPr>
            </a:lvl6pPr>
            <a:lvl7pPr indent="-292100" lvl="6" marL="3200400">
              <a:spcBef>
                <a:spcPts val="0"/>
              </a:spcBef>
              <a:spcAft>
                <a:spcPts val="0"/>
              </a:spcAft>
              <a:buClr>
                <a:schemeClr val="lt2"/>
              </a:buClr>
              <a:buSzPts val="1000"/>
              <a:buChar char="●"/>
              <a:defRPr sz="1000">
                <a:solidFill>
                  <a:schemeClr val="lt2"/>
                </a:solidFill>
              </a:defRPr>
            </a:lvl7pPr>
            <a:lvl8pPr indent="-292100" lvl="7" marL="3657600">
              <a:spcBef>
                <a:spcPts val="0"/>
              </a:spcBef>
              <a:spcAft>
                <a:spcPts val="0"/>
              </a:spcAft>
              <a:buClr>
                <a:schemeClr val="lt2"/>
              </a:buClr>
              <a:buSzPts val="1000"/>
              <a:buChar char="○"/>
              <a:defRPr sz="1000">
                <a:solidFill>
                  <a:schemeClr val="lt2"/>
                </a:solidFill>
              </a:defRPr>
            </a:lvl8pPr>
            <a:lvl9pPr indent="-292100" lvl="8" marL="4114800">
              <a:spcBef>
                <a:spcPts val="0"/>
              </a:spcBef>
              <a:spcAft>
                <a:spcPts val="0"/>
              </a:spcAft>
              <a:buClr>
                <a:schemeClr val="lt2"/>
              </a:buClr>
              <a:buSzPts val="1000"/>
              <a:buChar char="■"/>
              <a:defRPr sz="1000">
                <a:solidFill>
                  <a:schemeClr val="lt2"/>
                </a:solidFill>
              </a:defRPr>
            </a:lvl9pPr>
          </a:lstStyle>
          <a:p/>
        </p:txBody>
      </p:sp>
      <p:sp>
        <p:nvSpPr>
          <p:cNvPr id="786" name="Google Shape;786;p64"/>
          <p:cNvSpPr txBox="1"/>
          <p:nvPr>
            <p:ph idx="3" type="body"/>
          </p:nvPr>
        </p:nvSpPr>
        <p:spPr>
          <a:xfrm>
            <a:off x="6071873" y="2993932"/>
            <a:ext cx="2787300" cy="1608300"/>
          </a:xfrm>
          <a:prstGeom prst="rect">
            <a:avLst/>
          </a:prstGeom>
        </p:spPr>
        <p:txBody>
          <a:bodyPr anchorCtr="0" anchor="t" bIns="182875"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787" name="Google Shape;787;p64"/>
          <p:cNvSpPr txBox="1"/>
          <p:nvPr>
            <p:ph idx="4" type="body"/>
          </p:nvPr>
        </p:nvSpPr>
        <p:spPr>
          <a:xfrm>
            <a:off x="3178225" y="2993932"/>
            <a:ext cx="2787300" cy="1608300"/>
          </a:xfrm>
          <a:prstGeom prst="rect">
            <a:avLst/>
          </a:prstGeom>
        </p:spPr>
        <p:txBody>
          <a:bodyPr anchorCtr="0" anchor="t" bIns="182875"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788" name="Google Shape;788;p64"/>
          <p:cNvSpPr txBox="1"/>
          <p:nvPr>
            <p:ph type="title"/>
          </p:nvPr>
        </p:nvSpPr>
        <p:spPr>
          <a:xfrm>
            <a:off x="3178383" y="282825"/>
            <a:ext cx="1553400" cy="475800"/>
          </a:xfrm>
          <a:prstGeom prst="rect">
            <a:avLst/>
          </a:prstGeom>
        </p:spPr>
        <p:txBody>
          <a:bodyPr anchorCtr="0" anchor="t" bIns="0" lIns="182875" spcFirstLastPara="1" rIns="0" wrap="square" tIns="182875">
            <a:spAutoFit/>
          </a:bodyPr>
          <a:lstStyle>
            <a:lvl1pPr lvl="0">
              <a:lnSpc>
                <a:spcPct val="90000"/>
              </a:lnSpc>
              <a:spcBef>
                <a:spcPts val="0"/>
              </a:spcBef>
              <a:spcAft>
                <a:spcPts val="0"/>
              </a:spcAft>
              <a:buNone/>
              <a:defRPr sz="1200">
                <a:solidFill>
                  <a:schemeClr val="lt2"/>
                </a:solidFill>
                <a:latin typeface="Outfit SemiBold"/>
                <a:ea typeface="Outfit SemiBold"/>
                <a:cs typeface="Outfit SemiBold"/>
                <a:sym typeface="Outfit SemiBold"/>
              </a:defRPr>
            </a:lvl1pPr>
            <a:lvl2pPr lvl="1">
              <a:lnSpc>
                <a:spcPct val="115000"/>
              </a:lnSpc>
              <a:spcBef>
                <a:spcPts val="0"/>
              </a:spcBef>
              <a:spcAft>
                <a:spcPts val="0"/>
              </a:spcAft>
              <a:buNone/>
              <a:defRPr sz="1800">
                <a:solidFill>
                  <a:schemeClr val="lt2"/>
                </a:solidFill>
              </a:defRPr>
            </a:lvl2pPr>
            <a:lvl3pPr lvl="2">
              <a:lnSpc>
                <a:spcPct val="115000"/>
              </a:lnSpc>
              <a:spcBef>
                <a:spcPts val="0"/>
              </a:spcBef>
              <a:spcAft>
                <a:spcPts val="0"/>
              </a:spcAft>
              <a:buNone/>
              <a:defRPr sz="1800">
                <a:solidFill>
                  <a:schemeClr val="lt2"/>
                </a:solidFill>
              </a:defRPr>
            </a:lvl3pPr>
            <a:lvl4pPr lvl="3">
              <a:lnSpc>
                <a:spcPct val="115000"/>
              </a:lnSpc>
              <a:spcBef>
                <a:spcPts val="0"/>
              </a:spcBef>
              <a:spcAft>
                <a:spcPts val="0"/>
              </a:spcAft>
              <a:buNone/>
              <a:defRPr sz="1800">
                <a:solidFill>
                  <a:schemeClr val="lt2"/>
                </a:solidFill>
              </a:defRPr>
            </a:lvl4pPr>
            <a:lvl5pPr lvl="4">
              <a:lnSpc>
                <a:spcPct val="115000"/>
              </a:lnSpc>
              <a:spcBef>
                <a:spcPts val="0"/>
              </a:spcBef>
              <a:spcAft>
                <a:spcPts val="0"/>
              </a:spcAft>
              <a:buNone/>
              <a:defRPr sz="1800">
                <a:solidFill>
                  <a:schemeClr val="lt2"/>
                </a:solidFill>
              </a:defRPr>
            </a:lvl5pPr>
            <a:lvl6pPr lvl="5">
              <a:lnSpc>
                <a:spcPct val="115000"/>
              </a:lnSpc>
              <a:spcBef>
                <a:spcPts val="0"/>
              </a:spcBef>
              <a:spcAft>
                <a:spcPts val="0"/>
              </a:spcAft>
              <a:buNone/>
              <a:defRPr sz="1800">
                <a:solidFill>
                  <a:schemeClr val="lt2"/>
                </a:solidFill>
              </a:defRPr>
            </a:lvl6pPr>
            <a:lvl7pPr lvl="6">
              <a:lnSpc>
                <a:spcPct val="115000"/>
              </a:lnSpc>
              <a:spcBef>
                <a:spcPts val="0"/>
              </a:spcBef>
              <a:spcAft>
                <a:spcPts val="0"/>
              </a:spcAft>
              <a:buNone/>
              <a:defRPr sz="1800">
                <a:solidFill>
                  <a:schemeClr val="lt2"/>
                </a:solidFill>
              </a:defRPr>
            </a:lvl7pPr>
            <a:lvl8pPr lvl="7">
              <a:lnSpc>
                <a:spcPct val="115000"/>
              </a:lnSpc>
              <a:spcBef>
                <a:spcPts val="0"/>
              </a:spcBef>
              <a:spcAft>
                <a:spcPts val="0"/>
              </a:spcAft>
              <a:buNone/>
              <a:defRPr sz="1800">
                <a:solidFill>
                  <a:schemeClr val="lt2"/>
                </a:solidFill>
              </a:defRPr>
            </a:lvl8pPr>
            <a:lvl9pPr lvl="8">
              <a:lnSpc>
                <a:spcPct val="115000"/>
              </a:lnSpc>
              <a:spcBef>
                <a:spcPts val="0"/>
              </a:spcBef>
              <a:spcAft>
                <a:spcPts val="0"/>
              </a:spcAft>
              <a:buNone/>
              <a:defRPr sz="1800">
                <a:solidFill>
                  <a:schemeClr val="lt2"/>
                </a:solidFill>
              </a:defRPr>
            </a:lvl9pPr>
          </a:lstStyle>
          <a:p/>
        </p:txBody>
      </p:sp>
      <p:sp>
        <p:nvSpPr>
          <p:cNvPr id="789" name="Google Shape;789;p64"/>
          <p:cNvSpPr txBox="1"/>
          <p:nvPr>
            <p:ph idx="5" type="title"/>
          </p:nvPr>
        </p:nvSpPr>
        <p:spPr>
          <a:xfrm>
            <a:off x="6072048" y="282825"/>
            <a:ext cx="1553400" cy="475800"/>
          </a:xfrm>
          <a:prstGeom prst="rect">
            <a:avLst/>
          </a:prstGeom>
        </p:spPr>
        <p:txBody>
          <a:bodyPr anchorCtr="0" anchor="t" bIns="0" lIns="182875" spcFirstLastPara="1" rIns="0" wrap="square" tIns="182875">
            <a:spAutoFit/>
          </a:bodyPr>
          <a:lstStyle>
            <a:lvl1pPr lvl="0">
              <a:lnSpc>
                <a:spcPct val="90000"/>
              </a:lnSpc>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790" name="Google Shape;790;p64"/>
          <p:cNvSpPr txBox="1"/>
          <p:nvPr>
            <p:ph idx="6" type="title"/>
          </p:nvPr>
        </p:nvSpPr>
        <p:spPr>
          <a:xfrm>
            <a:off x="3178383" y="2509698"/>
            <a:ext cx="1553400" cy="475800"/>
          </a:xfrm>
          <a:prstGeom prst="rect">
            <a:avLst/>
          </a:prstGeom>
        </p:spPr>
        <p:txBody>
          <a:bodyPr anchorCtr="0" anchor="t" bIns="0" lIns="182875" spcFirstLastPara="1" rIns="0" wrap="square" tIns="182875">
            <a:spAutoFit/>
          </a:bodyPr>
          <a:lstStyle>
            <a:lvl1pPr lvl="0">
              <a:lnSpc>
                <a:spcPct val="90000"/>
              </a:lnSpc>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791" name="Google Shape;791;p64"/>
          <p:cNvSpPr txBox="1"/>
          <p:nvPr>
            <p:ph idx="7" type="title"/>
          </p:nvPr>
        </p:nvSpPr>
        <p:spPr>
          <a:xfrm>
            <a:off x="6072048" y="2509698"/>
            <a:ext cx="1553400" cy="475800"/>
          </a:xfrm>
          <a:prstGeom prst="rect">
            <a:avLst/>
          </a:prstGeom>
        </p:spPr>
        <p:txBody>
          <a:bodyPr anchorCtr="0" anchor="t" bIns="0" lIns="182875" spcFirstLastPara="1" rIns="0" wrap="square" tIns="182875">
            <a:spAutoFit/>
          </a:bodyPr>
          <a:lstStyle>
            <a:lvl1pPr lvl="0">
              <a:lnSpc>
                <a:spcPct val="90000"/>
              </a:lnSpc>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792" name="Google Shape;792;p64"/>
          <p:cNvSpPr txBox="1"/>
          <p:nvPr>
            <p:ph idx="8" type="title"/>
          </p:nvPr>
        </p:nvSpPr>
        <p:spPr>
          <a:xfrm>
            <a:off x="284775" y="282900"/>
            <a:ext cx="2787600" cy="11169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793" name="Google Shape;793;p64"/>
          <p:cNvSpPr txBox="1"/>
          <p:nvPr>
            <p:ph idx="9" type="body"/>
          </p:nvPr>
        </p:nvSpPr>
        <p:spPr>
          <a:xfrm>
            <a:off x="284775" y="3598975"/>
            <a:ext cx="2064000" cy="1036200"/>
          </a:xfrm>
          <a:prstGeom prst="rect">
            <a:avLst/>
          </a:prstGeom>
        </p:spPr>
        <p:txBody>
          <a:bodyPr anchorCtr="0" anchor="b" bIns="0" lIns="0" spcFirstLastPara="1" rIns="0" wrap="square" tIns="0">
            <a:noAutofit/>
          </a:bodyPr>
          <a:lstStyle>
            <a:lvl1pPr indent="-292100" lvl="0" marL="457200">
              <a:spcBef>
                <a:spcPts val="0"/>
              </a:spcBef>
              <a:spcAft>
                <a:spcPts val="0"/>
              </a:spcAft>
              <a:buSzPts val="1000"/>
              <a:buChar char="●"/>
              <a:defRPr b="1" sz="1000"/>
            </a:lvl1pPr>
            <a:lvl2pPr indent="-292100" lvl="1" marL="914400">
              <a:spcBef>
                <a:spcPts val="0"/>
              </a:spcBef>
              <a:spcAft>
                <a:spcPts val="0"/>
              </a:spcAft>
              <a:buSzPts val="1000"/>
              <a:buChar char="○"/>
              <a:defRPr b="1" sz="1000"/>
            </a:lvl2pPr>
            <a:lvl3pPr indent="-292100" lvl="2" marL="1371600">
              <a:spcBef>
                <a:spcPts val="0"/>
              </a:spcBef>
              <a:spcAft>
                <a:spcPts val="0"/>
              </a:spcAft>
              <a:buSzPts val="1000"/>
              <a:buChar char="■"/>
              <a:defRPr b="1" sz="1000"/>
            </a:lvl3pPr>
            <a:lvl4pPr indent="-292100" lvl="3" marL="1828800">
              <a:spcBef>
                <a:spcPts val="0"/>
              </a:spcBef>
              <a:spcAft>
                <a:spcPts val="0"/>
              </a:spcAft>
              <a:buSzPts val="1000"/>
              <a:buChar char="●"/>
              <a:defRPr b="1" sz="1000"/>
            </a:lvl4pPr>
            <a:lvl5pPr indent="-292100" lvl="4" marL="2286000">
              <a:spcBef>
                <a:spcPts val="0"/>
              </a:spcBef>
              <a:spcAft>
                <a:spcPts val="0"/>
              </a:spcAft>
              <a:buSzPts val="1000"/>
              <a:buChar char="○"/>
              <a:defRPr b="1" sz="1000"/>
            </a:lvl5pPr>
            <a:lvl6pPr indent="-292100" lvl="5" marL="2743200">
              <a:spcBef>
                <a:spcPts val="0"/>
              </a:spcBef>
              <a:spcAft>
                <a:spcPts val="0"/>
              </a:spcAft>
              <a:buSzPts val="1000"/>
              <a:buChar char="■"/>
              <a:defRPr b="1" sz="1000"/>
            </a:lvl6pPr>
            <a:lvl7pPr indent="-292100" lvl="6" marL="3200400">
              <a:spcBef>
                <a:spcPts val="0"/>
              </a:spcBef>
              <a:spcAft>
                <a:spcPts val="0"/>
              </a:spcAft>
              <a:buSzPts val="1000"/>
              <a:buChar char="●"/>
              <a:defRPr b="1" sz="1000"/>
            </a:lvl7pPr>
            <a:lvl8pPr indent="-292100" lvl="7" marL="3657600">
              <a:spcBef>
                <a:spcPts val="0"/>
              </a:spcBef>
              <a:spcAft>
                <a:spcPts val="0"/>
              </a:spcAft>
              <a:buSzPts val="1000"/>
              <a:buChar char="○"/>
              <a:defRPr b="1" sz="1000"/>
            </a:lvl8pPr>
            <a:lvl9pPr indent="-292100" lvl="8" marL="4114800">
              <a:spcBef>
                <a:spcPts val="0"/>
              </a:spcBef>
              <a:spcAft>
                <a:spcPts val="0"/>
              </a:spcAft>
              <a:buSzPts val="1000"/>
              <a:buChar char="■"/>
              <a:defRPr b="1" sz="1000"/>
            </a:lvl9pPr>
          </a:lstStyle>
          <a:p/>
        </p:txBody>
      </p:sp>
      <p:sp>
        <p:nvSpPr>
          <p:cNvPr id="794" name="Google Shape;794;p64"/>
          <p:cNvSpPr txBox="1"/>
          <p:nvPr>
            <p:ph idx="13"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795" name="Google Shape;795;p64"/>
          <p:cNvSpPr txBox="1"/>
          <p:nvPr>
            <p:ph idx="14"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5">
  <p:cSld name="CUSTOM_6">
    <p:spTree>
      <p:nvGrpSpPr>
        <p:cNvPr id="796" name="Shape 796"/>
        <p:cNvGrpSpPr/>
        <p:nvPr/>
      </p:nvGrpSpPr>
      <p:grpSpPr>
        <a:xfrm>
          <a:off x="0" y="0"/>
          <a:ext cx="0" cy="0"/>
          <a:chOff x="0" y="0"/>
          <a:chExt cx="0" cy="0"/>
        </a:xfrm>
      </p:grpSpPr>
      <p:sp>
        <p:nvSpPr>
          <p:cNvPr id="797" name="Google Shape;797;p65"/>
          <p:cNvSpPr txBox="1"/>
          <p:nvPr>
            <p:ph type="title"/>
          </p:nvPr>
        </p:nvSpPr>
        <p:spPr>
          <a:xfrm>
            <a:off x="7054825" y="1868626"/>
            <a:ext cx="1808700" cy="337800"/>
          </a:xfrm>
          <a:prstGeom prst="rect">
            <a:avLst/>
          </a:prstGeom>
        </p:spPr>
        <p:txBody>
          <a:bodyPr anchorCtr="0" anchor="t" bIns="0" lIns="182875" spcFirstLastPara="1" rIns="91425" wrap="square" tIns="91425">
            <a:spAutoFit/>
          </a:bodyPr>
          <a:lstStyle>
            <a:lvl1pPr lvl="0">
              <a:lnSpc>
                <a:spcPct val="90000"/>
              </a:lnSpc>
              <a:spcBef>
                <a:spcPts val="0"/>
              </a:spcBef>
              <a:spcAft>
                <a:spcPts val="0"/>
              </a:spcAft>
              <a:buNone/>
              <a:defRPr b="1" sz="1000">
                <a:latin typeface="Instrument Sans"/>
                <a:ea typeface="Instrument Sans"/>
                <a:cs typeface="Instrument Sans"/>
                <a:sym typeface="Instrument Sans"/>
              </a:defRPr>
            </a:lvl1pPr>
            <a:lvl2pPr lvl="1">
              <a:lnSpc>
                <a:spcPct val="115000"/>
              </a:lnSpc>
              <a:spcBef>
                <a:spcPts val="0"/>
              </a:spcBef>
              <a:spcAft>
                <a:spcPts val="0"/>
              </a:spcAft>
              <a:buNone/>
              <a:defRPr b="1" sz="1000">
                <a:latin typeface="Instrument Sans"/>
                <a:ea typeface="Instrument Sans"/>
                <a:cs typeface="Instrument Sans"/>
                <a:sym typeface="Instrument Sans"/>
              </a:defRPr>
            </a:lvl2pPr>
            <a:lvl3pPr lvl="2">
              <a:lnSpc>
                <a:spcPct val="115000"/>
              </a:lnSpc>
              <a:spcBef>
                <a:spcPts val="0"/>
              </a:spcBef>
              <a:spcAft>
                <a:spcPts val="0"/>
              </a:spcAft>
              <a:buNone/>
              <a:defRPr b="1" sz="1000">
                <a:latin typeface="Instrument Sans"/>
                <a:ea typeface="Instrument Sans"/>
                <a:cs typeface="Instrument Sans"/>
                <a:sym typeface="Instrument Sans"/>
              </a:defRPr>
            </a:lvl3pPr>
            <a:lvl4pPr lvl="3">
              <a:lnSpc>
                <a:spcPct val="115000"/>
              </a:lnSpc>
              <a:spcBef>
                <a:spcPts val="0"/>
              </a:spcBef>
              <a:spcAft>
                <a:spcPts val="0"/>
              </a:spcAft>
              <a:buNone/>
              <a:defRPr b="1" sz="1000">
                <a:latin typeface="Instrument Sans"/>
                <a:ea typeface="Instrument Sans"/>
                <a:cs typeface="Instrument Sans"/>
                <a:sym typeface="Instrument Sans"/>
              </a:defRPr>
            </a:lvl4pPr>
            <a:lvl5pPr lvl="4">
              <a:lnSpc>
                <a:spcPct val="115000"/>
              </a:lnSpc>
              <a:spcBef>
                <a:spcPts val="0"/>
              </a:spcBef>
              <a:spcAft>
                <a:spcPts val="0"/>
              </a:spcAft>
              <a:buNone/>
              <a:defRPr b="1" sz="1000">
                <a:latin typeface="Instrument Sans"/>
                <a:ea typeface="Instrument Sans"/>
                <a:cs typeface="Instrument Sans"/>
                <a:sym typeface="Instrument Sans"/>
              </a:defRPr>
            </a:lvl5pPr>
            <a:lvl6pPr lvl="5">
              <a:lnSpc>
                <a:spcPct val="115000"/>
              </a:lnSpc>
              <a:spcBef>
                <a:spcPts val="0"/>
              </a:spcBef>
              <a:spcAft>
                <a:spcPts val="0"/>
              </a:spcAft>
              <a:buNone/>
              <a:defRPr b="1" sz="1000">
                <a:latin typeface="Instrument Sans"/>
                <a:ea typeface="Instrument Sans"/>
                <a:cs typeface="Instrument Sans"/>
                <a:sym typeface="Instrument Sans"/>
              </a:defRPr>
            </a:lvl6pPr>
            <a:lvl7pPr lvl="6">
              <a:lnSpc>
                <a:spcPct val="115000"/>
              </a:lnSpc>
              <a:spcBef>
                <a:spcPts val="0"/>
              </a:spcBef>
              <a:spcAft>
                <a:spcPts val="0"/>
              </a:spcAft>
              <a:buNone/>
              <a:defRPr b="1" sz="1000">
                <a:latin typeface="Instrument Sans"/>
                <a:ea typeface="Instrument Sans"/>
                <a:cs typeface="Instrument Sans"/>
                <a:sym typeface="Instrument Sans"/>
              </a:defRPr>
            </a:lvl7pPr>
            <a:lvl8pPr lvl="7">
              <a:lnSpc>
                <a:spcPct val="115000"/>
              </a:lnSpc>
              <a:spcBef>
                <a:spcPts val="0"/>
              </a:spcBef>
              <a:spcAft>
                <a:spcPts val="0"/>
              </a:spcAft>
              <a:buNone/>
              <a:defRPr b="1" sz="1000">
                <a:latin typeface="Instrument Sans"/>
                <a:ea typeface="Instrument Sans"/>
                <a:cs typeface="Instrument Sans"/>
                <a:sym typeface="Instrument Sans"/>
              </a:defRPr>
            </a:lvl8pPr>
            <a:lvl9pPr lvl="8">
              <a:lnSpc>
                <a:spcPct val="115000"/>
              </a:lnSpc>
              <a:spcBef>
                <a:spcPts val="0"/>
              </a:spcBef>
              <a:spcAft>
                <a:spcPts val="0"/>
              </a:spcAft>
              <a:buNone/>
              <a:defRPr b="1" sz="1000">
                <a:latin typeface="Instrument Sans"/>
                <a:ea typeface="Instrument Sans"/>
                <a:cs typeface="Instrument Sans"/>
                <a:sym typeface="Instrument Sans"/>
              </a:defRPr>
            </a:lvl9pPr>
          </a:lstStyle>
          <a:p/>
        </p:txBody>
      </p:sp>
      <p:sp>
        <p:nvSpPr>
          <p:cNvPr id="798" name="Google Shape;798;p65"/>
          <p:cNvSpPr txBox="1"/>
          <p:nvPr>
            <p:ph idx="2" type="title"/>
          </p:nvPr>
        </p:nvSpPr>
        <p:spPr>
          <a:xfrm>
            <a:off x="5249650" y="1868626"/>
            <a:ext cx="1808700" cy="337800"/>
          </a:xfrm>
          <a:prstGeom prst="rect">
            <a:avLst/>
          </a:prstGeom>
        </p:spPr>
        <p:txBody>
          <a:bodyPr anchorCtr="0" anchor="t" bIns="0" lIns="182875" spcFirstLastPara="1" rIns="91425" wrap="square" tIns="91425">
            <a:spAutoFit/>
          </a:bodyPr>
          <a:lstStyle>
            <a:lvl1pPr lvl="0">
              <a:lnSpc>
                <a:spcPct val="90000"/>
              </a:lnSpc>
              <a:spcBef>
                <a:spcPts val="0"/>
              </a:spcBef>
              <a:spcAft>
                <a:spcPts val="0"/>
              </a:spcAft>
              <a:buNone/>
              <a:defRPr b="1" sz="1000">
                <a:latin typeface="Instrument Sans"/>
                <a:ea typeface="Instrument Sans"/>
                <a:cs typeface="Instrument Sans"/>
                <a:sym typeface="Instrument Sans"/>
              </a:defRPr>
            </a:lvl1pPr>
            <a:lvl2pPr lvl="1">
              <a:lnSpc>
                <a:spcPct val="115000"/>
              </a:lnSpc>
              <a:spcBef>
                <a:spcPts val="0"/>
              </a:spcBef>
              <a:spcAft>
                <a:spcPts val="0"/>
              </a:spcAft>
              <a:buNone/>
              <a:defRPr b="1" sz="1000">
                <a:latin typeface="Instrument Sans"/>
                <a:ea typeface="Instrument Sans"/>
                <a:cs typeface="Instrument Sans"/>
                <a:sym typeface="Instrument Sans"/>
              </a:defRPr>
            </a:lvl2pPr>
            <a:lvl3pPr lvl="2">
              <a:lnSpc>
                <a:spcPct val="115000"/>
              </a:lnSpc>
              <a:spcBef>
                <a:spcPts val="0"/>
              </a:spcBef>
              <a:spcAft>
                <a:spcPts val="0"/>
              </a:spcAft>
              <a:buNone/>
              <a:defRPr b="1" sz="1000">
                <a:latin typeface="Instrument Sans"/>
                <a:ea typeface="Instrument Sans"/>
                <a:cs typeface="Instrument Sans"/>
                <a:sym typeface="Instrument Sans"/>
              </a:defRPr>
            </a:lvl3pPr>
            <a:lvl4pPr lvl="3">
              <a:lnSpc>
                <a:spcPct val="115000"/>
              </a:lnSpc>
              <a:spcBef>
                <a:spcPts val="0"/>
              </a:spcBef>
              <a:spcAft>
                <a:spcPts val="0"/>
              </a:spcAft>
              <a:buNone/>
              <a:defRPr b="1" sz="1000">
                <a:latin typeface="Instrument Sans"/>
                <a:ea typeface="Instrument Sans"/>
                <a:cs typeface="Instrument Sans"/>
                <a:sym typeface="Instrument Sans"/>
              </a:defRPr>
            </a:lvl4pPr>
            <a:lvl5pPr lvl="4">
              <a:lnSpc>
                <a:spcPct val="115000"/>
              </a:lnSpc>
              <a:spcBef>
                <a:spcPts val="0"/>
              </a:spcBef>
              <a:spcAft>
                <a:spcPts val="0"/>
              </a:spcAft>
              <a:buNone/>
              <a:defRPr b="1" sz="1000">
                <a:latin typeface="Instrument Sans"/>
                <a:ea typeface="Instrument Sans"/>
                <a:cs typeface="Instrument Sans"/>
                <a:sym typeface="Instrument Sans"/>
              </a:defRPr>
            </a:lvl5pPr>
            <a:lvl6pPr lvl="5">
              <a:lnSpc>
                <a:spcPct val="115000"/>
              </a:lnSpc>
              <a:spcBef>
                <a:spcPts val="0"/>
              </a:spcBef>
              <a:spcAft>
                <a:spcPts val="0"/>
              </a:spcAft>
              <a:buNone/>
              <a:defRPr b="1" sz="1000">
                <a:latin typeface="Instrument Sans"/>
                <a:ea typeface="Instrument Sans"/>
                <a:cs typeface="Instrument Sans"/>
                <a:sym typeface="Instrument Sans"/>
              </a:defRPr>
            </a:lvl6pPr>
            <a:lvl7pPr lvl="6">
              <a:lnSpc>
                <a:spcPct val="115000"/>
              </a:lnSpc>
              <a:spcBef>
                <a:spcPts val="0"/>
              </a:spcBef>
              <a:spcAft>
                <a:spcPts val="0"/>
              </a:spcAft>
              <a:buNone/>
              <a:defRPr b="1" sz="1000">
                <a:latin typeface="Instrument Sans"/>
                <a:ea typeface="Instrument Sans"/>
                <a:cs typeface="Instrument Sans"/>
                <a:sym typeface="Instrument Sans"/>
              </a:defRPr>
            </a:lvl7pPr>
            <a:lvl8pPr lvl="7">
              <a:lnSpc>
                <a:spcPct val="115000"/>
              </a:lnSpc>
              <a:spcBef>
                <a:spcPts val="0"/>
              </a:spcBef>
              <a:spcAft>
                <a:spcPts val="0"/>
              </a:spcAft>
              <a:buNone/>
              <a:defRPr b="1" sz="1000">
                <a:latin typeface="Instrument Sans"/>
                <a:ea typeface="Instrument Sans"/>
                <a:cs typeface="Instrument Sans"/>
                <a:sym typeface="Instrument Sans"/>
              </a:defRPr>
            </a:lvl8pPr>
            <a:lvl9pPr lvl="8">
              <a:lnSpc>
                <a:spcPct val="115000"/>
              </a:lnSpc>
              <a:spcBef>
                <a:spcPts val="0"/>
              </a:spcBef>
              <a:spcAft>
                <a:spcPts val="0"/>
              </a:spcAft>
              <a:buNone/>
              <a:defRPr b="1" sz="1000">
                <a:latin typeface="Instrument Sans"/>
                <a:ea typeface="Instrument Sans"/>
                <a:cs typeface="Instrument Sans"/>
                <a:sym typeface="Instrument Sans"/>
              </a:defRPr>
            </a:lvl9pPr>
          </a:lstStyle>
          <a:p/>
        </p:txBody>
      </p:sp>
      <p:sp>
        <p:nvSpPr>
          <p:cNvPr id="799" name="Google Shape;799;p65"/>
          <p:cNvSpPr txBox="1"/>
          <p:nvPr>
            <p:ph idx="3" type="title"/>
          </p:nvPr>
        </p:nvSpPr>
        <p:spPr>
          <a:xfrm>
            <a:off x="3444475" y="1868626"/>
            <a:ext cx="1808700" cy="337800"/>
          </a:xfrm>
          <a:prstGeom prst="rect">
            <a:avLst/>
          </a:prstGeom>
        </p:spPr>
        <p:txBody>
          <a:bodyPr anchorCtr="0" anchor="t" bIns="0" lIns="182875" spcFirstLastPara="1" rIns="91425" wrap="square" tIns="91425">
            <a:spAutoFit/>
          </a:bodyPr>
          <a:lstStyle>
            <a:lvl1pPr lvl="0">
              <a:lnSpc>
                <a:spcPct val="90000"/>
              </a:lnSpc>
              <a:spcBef>
                <a:spcPts val="0"/>
              </a:spcBef>
              <a:spcAft>
                <a:spcPts val="0"/>
              </a:spcAft>
              <a:buNone/>
              <a:defRPr b="1" sz="1000">
                <a:latin typeface="Instrument Sans"/>
                <a:ea typeface="Instrument Sans"/>
                <a:cs typeface="Instrument Sans"/>
                <a:sym typeface="Instrument Sans"/>
              </a:defRPr>
            </a:lvl1pPr>
            <a:lvl2pPr lvl="1">
              <a:lnSpc>
                <a:spcPct val="115000"/>
              </a:lnSpc>
              <a:spcBef>
                <a:spcPts val="0"/>
              </a:spcBef>
              <a:spcAft>
                <a:spcPts val="0"/>
              </a:spcAft>
              <a:buNone/>
              <a:defRPr b="1" sz="1000">
                <a:latin typeface="Instrument Sans"/>
                <a:ea typeface="Instrument Sans"/>
                <a:cs typeface="Instrument Sans"/>
                <a:sym typeface="Instrument Sans"/>
              </a:defRPr>
            </a:lvl2pPr>
            <a:lvl3pPr lvl="2">
              <a:lnSpc>
                <a:spcPct val="115000"/>
              </a:lnSpc>
              <a:spcBef>
                <a:spcPts val="0"/>
              </a:spcBef>
              <a:spcAft>
                <a:spcPts val="0"/>
              </a:spcAft>
              <a:buNone/>
              <a:defRPr b="1" sz="1000">
                <a:latin typeface="Instrument Sans"/>
                <a:ea typeface="Instrument Sans"/>
                <a:cs typeface="Instrument Sans"/>
                <a:sym typeface="Instrument Sans"/>
              </a:defRPr>
            </a:lvl3pPr>
            <a:lvl4pPr lvl="3">
              <a:lnSpc>
                <a:spcPct val="115000"/>
              </a:lnSpc>
              <a:spcBef>
                <a:spcPts val="0"/>
              </a:spcBef>
              <a:spcAft>
                <a:spcPts val="0"/>
              </a:spcAft>
              <a:buNone/>
              <a:defRPr b="1" sz="1000">
                <a:latin typeface="Instrument Sans"/>
                <a:ea typeface="Instrument Sans"/>
                <a:cs typeface="Instrument Sans"/>
                <a:sym typeface="Instrument Sans"/>
              </a:defRPr>
            </a:lvl4pPr>
            <a:lvl5pPr lvl="4">
              <a:lnSpc>
                <a:spcPct val="115000"/>
              </a:lnSpc>
              <a:spcBef>
                <a:spcPts val="0"/>
              </a:spcBef>
              <a:spcAft>
                <a:spcPts val="0"/>
              </a:spcAft>
              <a:buNone/>
              <a:defRPr b="1" sz="1000">
                <a:latin typeface="Instrument Sans"/>
                <a:ea typeface="Instrument Sans"/>
                <a:cs typeface="Instrument Sans"/>
                <a:sym typeface="Instrument Sans"/>
              </a:defRPr>
            </a:lvl5pPr>
            <a:lvl6pPr lvl="5">
              <a:lnSpc>
                <a:spcPct val="115000"/>
              </a:lnSpc>
              <a:spcBef>
                <a:spcPts val="0"/>
              </a:spcBef>
              <a:spcAft>
                <a:spcPts val="0"/>
              </a:spcAft>
              <a:buNone/>
              <a:defRPr b="1" sz="1000">
                <a:latin typeface="Instrument Sans"/>
                <a:ea typeface="Instrument Sans"/>
                <a:cs typeface="Instrument Sans"/>
                <a:sym typeface="Instrument Sans"/>
              </a:defRPr>
            </a:lvl6pPr>
            <a:lvl7pPr lvl="6">
              <a:lnSpc>
                <a:spcPct val="115000"/>
              </a:lnSpc>
              <a:spcBef>
                <a:spcPts val="0"/>
              </a:spcBef>
              <a:spcAft>
                <a:spcPts val="0"/>
              </a:spcAft>
              <a:buNone/>
              <a:defRPr b="1" sz="1000">
                <a:latin typeface="Instrument Sans"/>
                <a:ea typeface="Instrument Sans"/>
                <a:cs typeface="Instrument Sans"/>
                <a:sym typeface="Instrument Sans"/>
              </a:defRPr>
            </a:lvl7pPr>
            <a:lvl8pPr lvl="7">
              <a:lnSpc>
                <a:spcPct val="115000"/>
              </a:lnSpc>
              <a:spcBef>
                <a:spcPts val="0"/>
              </a:spcBef>
              <a:spcAft>
                <a:spcPts val="0"/>
              </a:spcAft>
              <a:buNone/>
              <a:defRPr b="1" sz="1000">
                <a:latin typeface="Instrument Sans"/>
                <a:ea typeface="Instrument Sans"/>
                <a:cs typeface="Instrument Sans"/>
                <a:sym typeface="Instrument Sans"/>
              </a:defRPr>
            </a:lvl8pPr>
            <a:lvl9pPr lvl="8">
              <a:lnSpc>
                <a:spcPct val="115000"/>
              </a:lnSpc>
              <a:spcBef>
                <a:spcPts val="0"/>
              </a:spcBef>
              <a:spcAft>
                <a:spcPts val="0"/>
              </a:spcAft>
              <a:buNone/>
              <a:defRPr b="1" sz="1000">
                <a:latin typeface="Instrument Sans"/>
                <a:ea typeface="Instrument Sans"/>
                <a:cs typeface="Instrument Sans"/>
                <a:sym typeface="Instrument Sans"/>
              </a:defRPr>
            </a:lvl9pPr>
          </a:lstStyle>
          <a:p/>
        </p:txBody>
      </p:sp>
      <p:sp>
        <p:nvSpPr>
          <p:cNvPr id="800" name="Google Shape;800;p65"/>
          <p:cNvSpPr txBox="1"/>
          <p:nvPr>
            <p:ph idx="4" type="title"/>
          </p:nvPr>
        </p:nvSpPr>
        <p:spPr>
          <a:xfrm>
            <a:off x="1624900" y="1868626"/>
            <a:ext cx="1808700" cy="337800"/>
          </a:xfrm>
          <a:prstGeom prst="rect">
            <a:avLst/>
          </a:prstGeom>
        </p:spPr>
        <p:txBody>
          <a:bodyPr anchorCtr="0" anchor="t" bIns="0" lIns="182875" spcFirstLastPara="1" rIns="91425" wrap="square" tIns="91425">
            <a:spAutoFit/>
          </a:bodyPr>
          <a:lstStyle>
            <a:lvl1pPr lvl="0">
              <a:lnSpc>
                <a:spcPct val="90000"/>
              </a:lnSpc>
              <a:spcBef>
                <a:spcPts val="0"/>
              </a:spcBef>
              <a:spcAft>
                <a:spcPts val="0"/>
              </a:spcAft>
              <a:buNone/>
              <a:defRPr b="1" sz="1000">
                <a:solidFill>
                  <a:schemeClr val="lt2"/>
                </a:solidFill>
                <a:latin typeface="Instrument Sans"/>
                <a:ea typeface="Instrument Sans"/>
                <a:cs typeface="Instrument Sans"/>
                <a:sym typeface="Instrument Sans"/>
              </a:defRPr>
            </a:lvl1pPr>
            <a:lvl2pPr lvl="1">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2pPr>
            <a:lvl3pPr lvl="2">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3pPr>
            <a:lvl4pPr lvl="3">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4pPr>
            <a:lvl5pPr lvl="4">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5pPr>
            <a:lvl6pPr lvl="5">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6pPr>
            <a:lvl7pPr lvl="6">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7pPr>
            <a:lvl8pPr lvl="7">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8pPr>
            <a:lvl9pPr lvl="8">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9pPr>
          </a:lstStyle>
          <a:p/>
        </p:txBody>
      </p:sp>
      <p:sp>
        <p:nvSpPr>
          <p:cNvPr id="801" name="Google Shape;801;p65"/>
          <p:cNvSpPr txBox="1"/>
          <p:nvPr>
            <p:ph idx="1" type="body"/>
          </p:nvPr>
        </p:nvSpPr>
        <p:spPr>
          <a:xfrm>
            <a:off x="5249650" y="2206475"/>
            <a:ext cx="1808700" cy="2428500"/>
          </a:xfrm>
          <a:prstGeom prst="rect">
            <a:avLst/>
          </a:prstGeom>
        </p:spPr>
        <p:txBody>
          <a:bodyPr anchorCtr="0" anchor="t" bIns="91425" lIns="155425" spcFirstLastPara="1" rIns="137150" wrap="square" tIns="91425">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802" name="Google Shape;802;p65"/>
          <p:cNvSpPr txBox="1"/>
          <p:nvPr>
            <p:ph idx="5" type="body"/>
          </p:nvPr>
        </p:nvSpPr>
        <p:spPr>
          <a:xfrm>
            <a:off x="3444475" y="2206475"/>
            <a:ext cx="1808700" cy="2428500"/>
          </a:xfrm>
          <a:prstGeom prst="rect">
            <a:avLst/>
          </a:prstGeom>
        </p:spPr>
        <p:txBody>
          <a:bodyPr anchorCtr="0" anchor="t" bIns="91425" lIns="155425" spcFirstLastPara="1" rIns="137150" wrap="square" tIns="91425">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803" name="Google Shape;803;p65"/>
          <p:cNvSpPr txBox="1"/>
          <p:nvPr>
            <p:ph idx="6" type="title"/>
          </p:nvPr>
        </p:nvSpPr>
        <p:spPr>
          <a:xfrm>
            <a:off x="1731400" y="282900"/>
            <a:ext cx="7128000" cy="11169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804" name="Google Shape;804;p65"/>
          <p:cNvSpPr txBox="1"/>
          <p:nvPr>
            <p:ph idx="7" type="title"/>
          </p:nvPr>
        </p:nvSpPr>
        <p:spPr>
          <a:xfrm>
            <a:off x="284800" y="2206500"/>
            <a:ext cx="1340100" cy="409500"/>
          </a:xfrm>
          <a:prstGeom prst="rect">
            <a:avLst/>
          </a:prstGeom>
        </p:spPr>
        <p:txBody>
          <a:bodyPr anchorCtr="0" anchor="t" bIns="0" lIns="182875" spcFirstLastPara="1" rIns="91425" wrap="square" tIns="91425">
            <a:spAutoFit/>
          </a:bodyPr>
          <a:lstStyle>
            <a:lvl1pPr lvl="0">
              <a:lnSpc>
                <a:spcPct val="90000"/>
              </a:lnSpc>
              <a:spcBef>
                <a:spcPts val="0"/>
              </a:spcBef>
              <a:spcAft>
                <a:spcPts val="0"/>
              </a:spcAft>
              <a:buNone/>
              <a:defRPr sz="1000">
                <a:latin typeface="Instrument Sans"/>
                <a:ea typeface="Instrument Sans"/>
                <a:cs typeface="Instrument Sans"/>
                <a:sym typeface="Instrument Sans"/>
              </a:defRPr>
            </a:lvl1pPr>
            <a:lvl2pPr lvl="1">
              <a:lnSpc>
                <a:spcPct val="115000"/>
              </a:lnSpc>
              <a:spcBef>
                <a:spcPts val="0"/>
              </a:spcBef>
              <a:spcAft>
                <a:spcPts val="0"/>
              </a:spcAft>
              <a:buNone/>
              <a:defRPr sz="1000">
                <a:latin typeface="Instrument Sans"/>
                <a:ea typeface="Instrument Sans"/>
                <a:cs typeface="Instrument Sans"/>
                <a:sym typeface="Instrument Sans"/>
              </a:defRPr>
            </a:lvl2pPr>
            <a:lvl3pPr lvl="2">
              <a:lnSpc>
                <a:spcPct val="115000"/>
              </a:lnSpc>
              <a:spcBef>
                <a:spcPts val="0"/>
              </a:spcBef>
              <a:spcAft>
                <a:spcPts val="0"/>
              </a:spcAft>
              <a:buNone/>
              <a:defRPr sz="1000">
                <a:latin typeface="Instrument Sans"/>
                <a:ea typeface="Instrument Sans"/>
                <a:cs typeface="Instrument Sans"/>
                <a:sym typeface="Instrument Sans"/>
              </a:defRPr>
            </a:lvl3pPr>
            <a:lvl4pPr lvl="3">
              <a:lnSpc>
                <a:spcPct val="115000"/>
              </a:lnSpc>
              <a:spcBef>
                <a:spcPts val="0"/>
              </a:spcBef>
              <a:spcAft>
                <a:spcPts val="0"/>
              </a:spcAft>
              <a:buNone/>
              <a:defRPr sz="1000">
                <a:latin typeface="Instrument Sans"/>
                <a:ea typeface="Instrument Sans"/>
                <a:cs typeface="Instrument Sans"/>
                <a:sym typeface="Instrument Sans"/>
              </a:defRPr>
            </a:lvl4pPr>
            <a:lvl5pPr lvl="4">
              <a:lnSpc>
                <a:spcPct val="115000"/>
              </a:lnSpc>
              <a:spcBef>
                <a:spcPts val="0"/>
              </a:spcBef>
              <a:spcAft>
                <a:spcPts val="0"/>
              </a:spcAft>
              <a:buNone/>
              <a:defRPr sz="1000">
                <a:latin typeface="Instrument Sans"/>
                <a:ea typeface="Instrument Sans"/>
                <a:cs typeface="Instrument Sans"/>
                <a:sym typeface="Instrument Sans"/>
              </a:defRPr>
            </a:lvl5pPr>
            <a:lvl6pPr lvl="5">
              <a:lnSpc>
                <a:spcPct val="115000"/>
              </a:lnSpc>
              <a:spcBef>
                <a:spcPts val="0"/>
              </a:spcBef>
              <a:spcAft>
                <a:spcPts val="0"/>
              </a:spcAft>
              <a:buNone/>
              <a:defRPr sz="1000">
                <a:latin typeface="Instrument Sans"/>
                <a:ea typeface="Instrument Sans"/>
                <a:cs typeface="Instrument Sans"/>
                <a:sym typeface="Instrument Sans"/>
              </a:defRPr>
            </a:lvl6pPr>
            <a:lvl7pPr lvl="6">
              <a:lnSpc>
                <a:spcPct val="115000"/>
              </a:lnSpc>
              <a:spcBef>
                <a:spcPts val="0"/>
              </a:spcBef>
              <a:spcAft>
                <a:spcPts val="0"/>
              </a:spcAft>
              <a:buNone/>
              <a:defRPr sz="1000">
                <a:latin typeface="Instrument Sans"/>
                <a:ea typeface="Instrument Sans"/>
                <a:cs typeface="Instrument Sans"/>
                <a:sym typeface="Instrument Sans"/>
              </a:defRPr>
            </a:lvl7pPr>
            <a:lvl8pPr lvl="7">
              <a:lnSpc>
                <a:spcPct val="115000"/>
              </a:lnSpc>
              <a:spcBef>
                <a:spcPts val="0"/>
              </a:spcBef>
              <a:spcAft>
                <a:spcPts val="0"/>
              </a:spcAft>
              <a:buNone/>
              <a:defRPr sz="1000">
                <a:latin typeface="Instrument Sans"/>
                <a:ea typeface="Instrument Sans"/>
                <a:cs typeface="Instrument Sans"/>
                <a:sym typeface="Instrument Sans"/>
              </a:defRPr>
            </a:lvl8pPr>
            <a:lvl9pPr lvl="8">
              <a:lnSpc>
                <a:spcPct val="115000"/>
              </a:lnSpc>
              <a:spcBef>
                <a:spcPts val="0"/>
              </a:spcBef>
              <a:spcAft>
                <a:spcPts val="0"/>
              </a:spcAft>
              <a:buNone/>
              <a:defRPr sz="1000">
                <a:latin typeface="Instrument Sans"/>
                <a:ea typeface="Instrument Sans"/>
                <a:cs typeface="Instrument Sans"/>
                <a:sym typeface="Instrument Sans"/>
              </a:defRPr>
            </a:lvl9pPr>
          </a:lstStyle>
          <a:p/>
        </p:txBody>
      </p:sp>
      <p:sp>
        <p:nvSpPr>
          <p:cNvPr id="805" name="Google Shape;805;p65"/>
          <p:cNvSpPr txBox="1"/>
          <p:nvPr>
            <p:ph idx="8" type="title"/>
          </p:nvPr>
        </p:nvSpPr>
        <p:spPr>
          <a:xfrm>
            <a:off x="284800" y="2939825"/>
            <a:ext cx="1340100" cy="409500"/>
          </a:xfrm>
          <a:prstGeom prst="rect">
            <a:avLst/>
          </a:prstGeom>
        </p:spPr>
        <p:txBody>
          <a:bodyPr anchorCtr="0" anchor="t" bIns="0" lIns="182875" spcFirstLastPara="1" rIns="91425" wrap="square" tIns="91425">
            <a:spAutoFit/>
          </a:bodyPr>
          <a:lstStyle>
            <a:lvl1pPr lvl="0">
              <a:lnSpc>
                <a:spcPct val="90000"/>
              </a:lnSpc>
              <a:spcBef>
                <a:spcPts val="0"/>
              </a:spcBef>
              <a:spcAft>
                <a:spcPts val="0"/>
              </a:spcAft>
              <a:buNone/>
              <a:defRPr sz="1000">
                <a:latin typeface="Instrument Sans"/>
                <a:ea typeface="Instrument Sans"/>
                <a:cs typeface="Instrument Sans"/>
                <a:sym typeface="Instrument Sans"/>
              </a:defRPr>
            </a:lvl1pPr>
            <a:lvl2pPr lvl="1">
              <a:lnSpc>
                <a:spcPct val="115000"/>
              </a:lnSpc>
              <a:spcBef>
                <a:spcPts val="0"/>
              </a:spcBef>
              <a:spcAft>
                <a:spcPts val="0"/>
              </a:spcAft>
              <a:buNone/>
              <a:defRPr sz="1000">
                <a:latin typeface="Instrument Sans"/>
                <a:ea typeface="Instrument Sans"/>
                <a:cs typeface="Instrument Sans"/>
                <a:sym typeface="Instrument Sans"/>
              </a:defRPr>
            </a:lvl2pPr>
            <a:lvl3pPr lvl="2">
              <a:lnSpc>
                <a:spcPct val="115000"/>
              </a:lnSpc>
              <a:spcBef>
                <a:spcPts val="0"/>
              </a:spcBef>
              <a:spcAft>
                <a:spcPts val="0"/>
              </a:spcAft>
              <a:buNone/>
              <a:defRPr sz="1000">
                <a:latin typeface="Instrument Sans"/>
                <a:ea typeface="Instrument Sans"/>
                <a:cs typeface="Instrument Sans"/>
                <a:sym typeface="Instrument Sans"/>
              </a:defRPr>
            </a:lvl3pPr>
            <a:lvl4pPr lvl="3">
              <a:lnSpc>
                <a:spcPct val="115000"/>
              </a:lnSpc>
              <a:spcBef>
                <a:spcPts val="0"/>
              </a:spcBef>
              <a:spcAft>
                <a:spcPts val="0"/>
              </a:spcAft>
              <a:buNone/>
              <a:defRPr sz="1000">
                <a:latin typeface="Instrument Sans"/>
                <a:ea typeface="Instrument Sans"/>
                <a:cs typeface="Instrument Sans"/>
                <a:sym typeface="Instrument Sans"/>
              </a:defRPr>
            </a:lvl4pPr>
            <a:lvl5pPr lvl="4">
              <a:lnSpc>
                <a:spcPct val="115000"/>
              </a:lnSpc>
              <a:spcBef>
                <a:spcPts val="0"/>
              </a:spcBef>
              <a:spcAft>
                <a:spcPts val="0"/>
              </a:spcAft>
              <a:buNone/>
              <a:defRPr sz="1000">
                <a:latin typeface="Instrument Sans"/>
                <a:ea typeface="Instrument Sans"/>
                <a:cs typeface="Instrument Sans"/>
                <a:sym typeface="Instrument Sans"/>
              </a:defRPr>
            </a:lvl5pPr>
            <a:lvl6pPr lvl="5">
              <a:lnSpc>
                <a:spcPct val="115000"/>
              </a:lnSpc>
              <a:spcBef>
                <a:spcPts val="0"/>
              </a:spcBef>
              <a:spcAft>
                <a:spcPts val="0"/>
              </a:spcAft>
              <a:buNone/>
              <a:defRPr sz="1000">
                <a:latin typeface="Instrument Sans"/>
                <a:ea typeface="Instrument Sans"/>
                <a:cs typeface="Instrument Sans"/>
                <a:sym typeface="Instrument Sans"/>
              </a:defRPr>
            </a:lvl6pPr>
            <a:lvl7pPr lvl="6">
              <a:lnSpc>
                <a:spcPct val="115000"/>
              </a:lnSpc>
              <a:spcBef>
                <a:spcPts val="0"/>
              </a:spcBef>
              <a:spcAft>
                <a:spcPts val="0"/>
              </a:spcAft>
              <a:buNone/>
              <a:defRPr sz="1000">
                <a:latin typeface="Instrument Sans"/>
                <a:ea typeface="Instrument Sans"/>
                <a:cs typeface="Instrument Sans"/>
                <a:sym typeface="Instrument Sans"/>
              </a:defRPr>
            </a:lvl7pPr>
            <a:lvl8pPr lvl="7">
              <a:lnSpc>
                <a:spcPct val="115000"/>
              </a:lnSpc>
              <a:spcBef>
                <a:spcPts val="0"/>
              </a:spcBef>
              <a:spcAft>
                <a:spcPts val="0"/>
              </a:spcAft>
              <a:buNone/>
              <a:defRPr sz="1000">
                <a:latin typeface="Instrument Sans"/>
                <a:ea typeface="Instrument Sans"/>
                <a:cs typeface="Instrument Sans"/>
                <a:sym typeface="Instrument Sans"/>
              </a:defRPr>
            </a:lvl8pPr>
            <a:lvl9pPr lvl="8">
              <a:lnSpc>
                <a:spcPct val="115000"/>
              </a:lnSpc>
              <a:spcBef>
                <a:spcPts val="0"/>
              </a:spcBef>
              <a:spcAft>
                <a:spcPts val="0"/>
              </a:spcAft>
              <a:buNone/>
              <a:defRPr sz="1000">
                <a:latin typeface="Instrument Sans"/>
                <a:ea typeface="Instrument Sans"/>
                <a:cs typeface="Instrument Sans"/>
                <a:sym typeface="Instrument Sans"/>
              </a:defRPr>
            </a:lvl9pPr>
          </a:lstStyle>
          <a:p/>
        </p:txBody>
      </p:sp>
      <p:sp>
        <p:nvSpPr>
          <p:cNvPr id="806" name="Google Shape;806;p65"/>
          <p:cNvSpPr txBox="1"/>
          <p:nvPr>
            <p:ph idx="9" type="subTitle"/>
          </p:nvPr>
        </p:nvSpPr>
        <p:spPr>
          <a:xfrm>
            <a:off x="284798" y="282900"/>
            <a:ext cx="1207200" cy="368100"/>
          </a:xfrm>
          <a:prstGeom prst="rect">
            <a:avLst/>
          </a:prstGeom>
        </p:spPr>
        <p:txBody>
          <a:bodyPr anchorCtr="0" anchor="ctr" bIns="0" lIns="0" spcFirstLastPara="1" rIns="0" wrap="square" tIns="0">
            <a:noAutofit/>
          </a:bodyPr>
          <a:lstStyle>
            <a:lvl1pPr lvl="0" algn="ctr">
              <a:lnSpc>
                <a:spcPct val="115000"/>
              </a:lnSpc>
              <a:spcBef>
                <a:spcPts val="0"/>
              </a:spcBef>
              <a:spcAft>
                <a:spcPts val="0"/>
              </a:spcAft>
              <a:buNone/>
              <a:defRPr sz="800"/>
            </a:lvl1pPr>
            <a:lvl2pPr lvl="1" algn="ctr">
              <a:spcBef>
                <a:spcPts val="0"/>
              </a:spcBef>
              <a:spcAft>
                <a:spcPts val="0"/>
              </a:spcAft>
              <a:buSzPts val="800"/>
              <a:buNone/>
              <a:defRPr sz="800"/>
            </a:lvl2pPr>
            <a:lvl3pPr lvl="2" algn="ctr">
              <a:spcBef>
                <a:spcPts val="0"/>
              </a:spcBef>
              <a:spcAft>
                <a:spcPts val="0"/>
              </a:spcAft>
              <a:buSzPts val="800"/>
              <a:buNone/>
              <a:defRPr sz="800"/>
            </a:lvl3pPr>
            <a:lvl4pPr lvl="3" algn="ctr">
              <a:spcBef>
                <a:spcPts val="0"/>
              </a:spcBef>
              <a:spcAft>
                <a:spcPts val="0"/>
              </a:spcAft>
              <a:buSzPts val="800"/>
              <a:buNone/>
              <a:defRPr sz="800"/>
            </a:lvl4pPr>
            <a:lvl5pPr lvl="4" algn="ctr">
              <a:spcBef>
                <a:spcPts val="0"/>
              </a:spcBef>
              <a:spcAft>
                <a:spcPts val="0"/>
              </a:spcAft>
              <a:buSzPts val="800"/>
              <a:buNone/>
              <a:defRPr sz="800"/>
            </a:lvl5pPr>
            <a:lvl6pPr lvl="5" algn="ctr">
              <a:spcBef>
                <a:spcPts val="0"/>
              </a:spcBef>
              <a:spcAft>
                <a:spcPts val="0"/>
              </a:spcAft>
              <a:buSzPts val="800"/>
              <a:buNone/>
              <a:defRPr sz="800"/>
            </a:lvl6pPr>
            <a:lvl7pPr lvl="6" algn="ctr">
              <a:spcBef>
                <a:spcPts val="0"/>
              </a:spcBef>
              <a:spcAft>
                <a:spcPts val="0"/>
              </a:spcAft>
              <a:buSzPts val="800"/>
              <a:buNone/>
              <a:defRPr sz="800"/>
            </a:lvl7pPr>
            <a:lvl8pPr lvl="7" algn="ctr">
              <a:spcBef>
                <a:spcPts val="0"/>
              </a:spcBef>
              <a:spcAft>
                <a:spcPts val="0"/>
              </a:spcAft>
              <a:buSzPts val="800"/>
              <a:buNone/>
              <a:defRPr sz="800"/>
            </a:lvl8pPr>
            <a:lvl9pPr lvl="8" algn="ctr">
              <a:spcBef>
                <a:spcPts val="0"/>
              </a:spcBef>
              <a:spcAft>
                <a:spcPts val="0"/>
              </a:spcAft>
              <a:buSzPts val="800"/>
              <a:buNone/>
              <a:defRPr sz="800"/>
            </a:lvl9pPr>
          </a:lstStyle>
          <a:p/>
        </p:txBody>
      </p:sp>
      <p:sp>
        <p:nvSpPr>
          <p:cNvPr id="807" name="Google Shape;807;p65"/>
          <p:cNvSpPr txBox="1"/>
          <p:nvPr>
            <p:ph idx="13" type="title"/>
          </p:nvPr>
        </p:nvSpPr>
        <p:spPr>
          <a:xfrm>
            <a:off x="284800" y="3825550"/>
            <a:ext cx="1340100" cy="409500"/>
          </a:xfrm>
          <a:prstGeom prst="rect">
            <a:avLst/>
          </a:prstGeom>
        </p:spPr>
        <p:txBody>
          <a:bodyPr anchorCtr="0" anchor="t" bIns="0" lIns="182875" spcFirstLastPara="1" rIns="91425" wrap="square" tIns="91425">
            <a:spAutoFit/>
          </a:bodyPr>
          <a:lstStyle>
            <a:lvl1pPr lvl="0">
              <a:lnSpc>
                <a:spcPct val="90000"/>
              </a:lnSpc>
              <a:spcBef>
                <a:spcPts val="0"/>
              </a:spcBef>
              <a:spcAft>
                <a:spcPts val="0"/>
              </a:spcAft>
              <a:buNone/>
              <a:defRPr sz="1000">
                <a:latin typeface="Instrument Sans"/>
                <a:ea typeface="Instrument Sans"/>
                <a:cs typeface="Instrument Sans"/>
                <a:sym typeface="Instrument Sans"/>
              </a:defRPr>
            </a:lvl1pPr>
            <a:lvl2pPr lvl="1">
              <a:lnSpc>
                <a:spcPct val="115000"/>
              </a:lnSpc>
              <a:spcBef>
                <a:spcPts val="0"/>
              </a:spcBef>
              <a:spcAft>
                <a:spcPts val="0"/>
              </a:spcAft>
              <a:buNone/>
              <a:defRPr sz="1000">
                <a:latin typeface="Instrument Sans"/>
                <a:ea typeface="Instrument Sans"/>
                <a:cs typeface="Instrument Sans"/>
                <a:sym typeface="Instrument Sans"/>
              </a:defRPr>
            </a:lvl2pPr>
            <a:lvl3pPr lvl="2">
              <a:lnSpc>
                <a:spcPct val="115000"/>
              </a:lnSpc>
              <a:spcBef>
                <a:spcPts val="0"/>
              </a:spcBef>
              <a:spcAft>
                <a:spcPts val="0"/>
              </a:spcAft>
              <a:buNone/>
              <a:defRPr sz="1000">
                <a:latin typeface="Instrument Sans"/>
                <a:ea typeface="Instrument Sans"/>
                <a:cs typeface="Instrument Sans"/>
                <a:sym typeface="Instrument Sans"/>
              </a:defRPr>
            </a:lvl3pPr>
            <a:lvl4pPr lvl="3">
              <a:lnSpc>
                <a:spcPct val="115000"/>
              </a:lnSpc>
              <a:spcBef>
                <a:spcPts val="0"/>
              </a:spcBef>
              <a:spcAft>
                <a:spcPts val="0"/>
              </a:spcAft>
              <a:buNone/>
              <a:defRPr sz="1000">
                <a:latin typeface="Instrument Sans"/>
                <a:ea typeface="Instrument Sans"/>
                <a:cs typeface="Instrument Sans"/>
                <a:sym typeface="Instrument Sans"/>
              </a:defRPr>
            </a:lvl4pPr>
            <a:lvl5pPr lvl="4">
              <a:lnSpc>
                <a:spcPct val="115000"/>
              </a:lnSpc>
              <a:spcBef>
                <a:spcPts val="0"/>
              </a:spcBef>
              <a:spcAft>
                <a:spcPts val="0"/>
              </a:spcAft>
              <a:buNone/>
              <a:defRPr sz="1000">
                <a:latin typeface="Instrument Sans"/>
                <a:ea typeface="Instrument Sans"/>
                <a:cs typeface="Instrument Sans"/>
                <a:sym typeface="Instrument Sans"/>
              </a:defRPr>
            </a:lvl5pPr>
            <a:lvl6pPr lvl="5">
              <a:lnSpc>
                <a:spcPct val="115000"/>
              </a:lnSpc>
              <a:spcBef>
                <a:spcPts val="0"/>
              </a:spcBef>
              <a:spcAft>
                <a:spcPts val="0"/>
              </a:spcAft>
              <a:buNone/>
              <a:defRPr sz="1000">
                <a:latin typeface="Instrument Sans"/>
                <a:ea typeface="Instrument Sans"/>
                <a:cs typeface="Instrument Sans"/>
                <a:sym typeface="Instrument Sans"/>
              </a:defRPr>
            </a:lvl6pPr>
            <a:lvl7pPr lvl="6">
              <a:lnSpc>
                <a:spcPct val="115000"/>
              </a:lnSpc>
              <a:spcBef>
                <a:spcPts val="0"/>
              </a:spcBef>
              <a:spcAft>
                <a:spcPts val="0"/>
              </a:spcAft>
              <a:buNone/>
              <a:defRPr sz="1000">
                <a:latin typeface="Instrument Sans"/>
                <a:ea typeface="Instrument Sans"/>
                <a:cs typeface="Instrument Sans"/>
                <a:sym typeface="Instrument Sans"/>
              </a:defRPr>
            </a:lvl7pPr>
            <a:lvl8pPr lvl="7">
              <a:lnSpc>
                <a:spcPct val="115000"/>
              </a:lnSpc>
              <a:spcBef>
                <a:spcPts val="0"/>
              </a:spcBef>
              <a:spcAft>
                <a:spcPts val="0"/>
              </a:spcAft>
              <a:buNone/>
              <a:defRPr sz="1000">
                <a:latin typeface="Instrument Sans"/>
                <a:ea typeface="Instrument Sans"/>
                <a:cs typeface="Instrument Sans"/>
                <a:sym typeface="Instrument Sans"/>
              </a:defRPr>
            </a:lvl8pPr>
            <a:lvl9pPr lvl="8">
              <a:lnSpc>
                <a:spcPct val="115000"/>
              </a:lnSpc>
              <a:spcBef>
                <a:spcPts val="0"/>
              </a:spcBef>
              <a:spcAft>
                <a:spcPts val="0"/>
              </a:spcAft>
              <a:buNone/>
              <a:defRPr sz="1000">
                <a:latin typeface="Instrument Sans"/>
                <a:ea typeface="Instrument Sans"/>
                <a:cs typeface="Instrument Sans"/>
                <a:sym typeface="Instrument Sans"/>
              </a:defRPr>
            </a:lvl9pPr>
          </a:lstStyle>
          <a:p/>
        </p:txBody>
      </p:sp>
      <p:sp>
        <p:nvSpPr>
          <p:cNvPr id="808" name="Google Shape;808;p65"/>
          <p:cNvSpPr txBox="1"/>
          <p:nvPr>
            <p:ph idx="14"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809" name="Google Shape;809;p65"/>
          <p:cNvSpPr txBox="1"/>
          <p:nvPr>
            <p:ph idx="15" type="body"/>
          </p:nvPr>
        </p:nvSpPr>
        <p:spPr>
          <a:xfrm>
            <a:off x="1624900" y="2206475"/>
            <a:ext cx="1808700" cy="2428500"/>
          </a:xfrm>
          <a:prstGeom prst="rect">
            <a:avLst/>
          </a:prstGeom>
        </p:spPr>
        <p:txBody>
          <a:bodyPr anchorCtr="0" anchor="t" bIns="91425" lIns="155425" spcFirstLastPara="1" rIns="137150" wrap="square" tIns="91425">
            <a:noAutofit/>
          </a:bodyPr>
          <a:lstStyle>
            <a:lvl1pPr indent="-292100" lvl="0" marL="457200">
              <a:spcBef>
                <a:spcPts val="0"/>
              </a:spcBef>
              <a:spcAft>
                <a:spcPts val="0"/>
              </a:spcAft>
              <a:buClr>
                <a:schemeClr val="lt2"/>
              </a:buClr>
              <a:buSzPts val="1000"/>
              <a:buChar char="●"/>
              <a:defRPr sz="1000">
                <a:solidFill>
                  <a:schemeClr val="lt2"/>
                </a:solidFill>
              </a:defRPr>
            </a:lvl1pPr>
            <a:lvl2pPr indent="-292100" lvl="1" marL="914400">
              <a:spcBef>
                <a:spcPts val="0"/>
              </a:spcBef>
              <a:spcAft>
                <a:spcPts val="0"/>
              </a:spcAft>
              <a:buClr>
                <a:schemeClr val="lt2"/>
              </a:buClr>
              <a:buSzPts val="1000"/>
              <a:buChar char="○"/>
              <a:defRPr sz="1000">
                <a:solidFill>
                  <a:schemeClr val="lt2"/>
                </a:solidFill>
              </a:defRPr>
            </a:lvl2pPr>
            <a:lvl3pPr indent="-292100" lvl="2" marL="1371600">
              <a:spcBef>
                <a:spcPts val="0"/>
              </a:spcBef>
              <a:spcAft>
                <a:spcPts val="0"/>
              </a:spcAft>
              <a:buClr>
                <a:schemeClr val="lt2"/>
              </a:buClr>
              <a:buSzPts val="1000"/>
              <a:buChar char="■"/>
              <a:defRPr sz="1000">
                <a:solidFill>
                  <a:schemeClr val="lt2"/>
                </a:solidFill>
              </a:defRPr>
            </a:lvl3pPr>
            <a:lvl4pPr indent="-292100" lvl="3" marL="1828800">
              <a:spcBef>
                <a:spcPts val="0"/>
              </a:spcBef>
              <a:spcAft>
                <a:spcPts val="0"/>
              </a:spcAft>
              <a:buClr>
                <a:schemeClr val="lt2"/>
              </a:buClr>
              <a:buSzPts val="1000"/>
              <a:buChar char="●"/>
              <a:defRPr sz="1000">
                <a:solidFill>
                  <a:schemeClr val="lt2"/>
                </a:solidFill>
              </a:defRPr>
            </a:lvl4pPr>
            <a:lvl5pPr indent="-292100" lvl="4" marL="2286000">
              <a:spcBef>
                <a:spcPts val="0"/>
              </a:spcBef>
              <a:spcAft>
                <a:spcPts val="0"/>
              </a:spcAft>
              <a:buClr>
                <a:schemeClr val="lt2"/>
              </a:buClr>
              <a:buSzPts val="1000"/>
              <a:buChar char="○"/>
              <a:defRPr sz="1000">
                <a:solidFill>
                  <a:schemeClr val="lt2"/>
                </a:solidFill>
              </a:defRPr>
            </a:lvl5pPr>
            <a:lvl6pPr indent="-292100" lvl="5" marL="2743200">
              <a:spcBef>
                <a:spcPts val="0"/>
              </a:spcBef>
              <a:spcAft>
                <a:spcPts val="0"/>
              </a:spcAft>
              <a:buClr>
                <a:schemeClr val="lt2"/>
              </a:buClr>
              <a:buSzPts val="1000"/>
              <a:buChar char="■"/>
              <a:defRPr sz="1000">
                <a:solidFill>
                  <a:schemeClr val="lt2"/>
                </a:solidFill>
              </a:defRPr>
            </a:lvl6pPr>
            <a:lvl7pPr indent="-292100" lvl="6" marL="3200400">
              <a:spcBef>
                <a:spcPts val="0"/>
              </a:spcBef>
              <a:spcAft>
                <a:spcPts val="0"/>
              </a:spcAft>
              <a:buClr>
                <a:schemeClr val="lt2"/>
              </a:buClr>
              <a:buSzPts val="1000"/>
              <a:buChar char="●"/>
              <a:defRPr sz="1000">
                <a:solidFill>
                  <a:schemeClr val="lt2"/>
                </a:solidFill>
              </a:defRPr>
            </a:lvl7pPr>
            <a:lvl8pPr indent="-292100" lvl="7" marL="3657600">
              <a:spcBef>
                <a:spcPts val="0"/>
              </a:spcBef>
              <a:spcAft>
                <a:spcPts val="0"/>
              </a:spcAft>
              <a:buClr>
                <a:schemeClr val="lt2"/>
              </a:buClr>
              <a:buSzPts val="1000"/>
              <a:buChar char="○"/>
              <a:defRPr sz="1000">
                <a:solidFill>
                  <a:schemeClr val="lt2"/>
                </a:solidFill>
              </a:defRPr>
            </a:lvl8pPr>
            <a:lvl9pPr indent="-292100" lvl="8" marL="4114800">
              <a:spcBef>
                <a:spcPts val="0"/>
              </a:spcBef>
              <a:spcAft>
                <a:spcPts val="0"/>
              </a:spcAft>
              <a:buClr>
                <a:schemeClr val="lt2"/>
              </a:buClr>
              <a:buSzPts val="1000"/>
              <a:buChar char="■"/>
              <a:defRPr sz="1000">
                <a:solidFill>
                  <a:schemeClr val="lt2"/>
                </a:solidFill>
              </a:defRPr>
            </a:lvl9pPr>
          </a:lstStyle>
          <a:p/>
        </p:txBody>
      </p:sp>
      <p:sp>
        <p:nvSpPr>
          <p:cNvPr id="810" name="Google Shape;810;p65"/>
          <p:cNvSpPr txBox="1"/>
          <p:nvPr>
            <p:ph idx="16" type="body"/>
          </p:nvPr>
        </p:nvSpPr>
        <p:spPr>
          <a:xfrm>
            <a:off x="7054825" y="2206475"/>
            <a:ext cx="1808700" cy="2428500"/>
          </a:xfrm>
          <a:prstGeom prst="rect">
            <a:avLst/>
          </a:prstGeom>
        </p:spPr>
        <p:txBody>
          <a:bodyPr anchorCtr="0" anchor="t" bIns="91425" lIns="155425" spcFirstLastPara="1" rIns="137150" wrap="square" tIns="91425">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811" name="Google Shape;811;p65"/>
          <p:cNvSpPr txBox="1"/>
          <p:nvPr>
            <p:ph idx="17"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6">
  <p:cSld name="CUSTOM_9">
    <p:spTree>
      <p:nvGrpSpPr>
        <p:cNvPr id="812" name="Shape 812"/>
        <p:cNvGrpSpPr/>
        <p:nvPr/>
      </p:nvGrpSpPr>
      <p:grpSpPr>
        <a:xfrm>
          <a:off x="0" y="0"/>
          <a:ext cx="0" cy="0"/>
          <a:chOff x="0" y="0"/>
          <a:chExt cx="0" cy="0"/>
        </a:xfrm>
      </p:grpSpPr>
      <p:sp>
        <p:nvSpPr>
          <p:cNvPr id="813" name="Google Shape;813;p66"/>
          <p:cNvSpPr txBox="1"/>
          <p:nvPr>
            <p:ph idx="1" type="body"/>
          </p:nvPr>
        </p:nvSpPr>
        <p:spPr>
          <a:xfrm>
            <a:off x="6795150" y="3532980"/>
            <a:ext cx="2064000" cy="1101900"/>
          </a:xfrm>
          <a:prstGeom prst="rect">
            <a:avLst/>
          </a:prstGeom>
        </p:spPr>
        <p:txBody>
          <a:bodyPr anchorCtr="0" anchor="b" bIns="182875" lIns="182875" spcFirstLastPara="1" rIns="182875" wrap="square" tIns="91425">
            <a:noAutofit/>
          </a:bodyPr>
          <a:lstStyle>
            <a:lvl1pPr indent="-292100" lvl="0" marL="457200">
              <a:spcBef>
                <a:spcPts val="0"/>
              </a:spcBef>
              <a:spcAft>
                <a:spcPts val="0"/>
              </a:spcAft>
              <a:buClr>
                <a:schemeClr val="lt2"/>
              </a:buClr>
              <a:buSzPts val="1000"/>
              <a:buChar char="●"/>
              <a:defRPr sz="1000">
                <a:solidFill>
                  <a:schemeClr val="lt2"/>
                </a:solidFill>
              </a:defRPr>
            </a:lvl1pPr>
            <a:lvl2pPr indent="-292100" lvl="1" marL="914400">
              <a:spcBef>
                <a:spcPts val="0"/>
              </a:spcBef>
              <a:spcAft>
                <a:spcPts val="0"/>
              </a:spcAft>
              <a:buClr>
                <a:schemeClr val="lt2"/>
              </a:buClr>
              <a:buSzPts val="1000"/>
              <a:buChar char="○"/>
              <a:defRPr sz="1000">
                <a:solidFill>
                  <a:schemeClr val="lt2"/>
                </a:solidFill>
              </a:defRPr>
            </a:lvl2pPr>
            <a:lvl3pPr indent="-292100" lvl="2" marL="1371600">
              <a:spcBef>
                <a:spcPts val="0"/>
              </a:spcBef>
              <a:spcAft>
                <a:spcPts val="0"/>
              </a:spcAft>
              <a:buClr>
                <a:schemeClr val="lt2"/>
              </a:buClr>
              <a:buSzPts val="1000"/>
              <a:buChar char="■"/>
              <a:defRPr sz="1000">
                <a:solidFill>
                  <a:schemeClr val="lt2"/>
                </a:solidFill>
              </a:defRPr>
            </a:lvl3pPr>
            <a:lvl4pPr indent="-292100" lvl="3" marL="1828800">
              <a:spcBef>
                <a:spcPts val="0"/>
              </a:spcBef>
              <a:spcAft>
                <a:spcPts val="0"/>
              </a:spcAft>
              <a:buClr>
                <a:schemeClr val="lt2"/>
              </a:buClr>
              <a:buSzPts val="1000"/>
              <a:buChar char="●"/>
              <a:defRPr sz="1000">
                <a:solidFill>
                  <a:schemeClr val="lt2"/>
                </a:solidFill>
              </a:defRPr>
            </a:lvl4pPr>
            <a:lvl5pPr indent="-292100" lvl="4" marL="2286000">
              <a:spcBef>
                <a:spcPts val="0"/>
              </a:spcBef>
              <a:spcAft>
                <a:spcPts val="0"/>
              </a:spcAft>
              <a:buClr>
                <a:schemeClr val="lt2"/>
              </a:buClr>
              <a:buSzPts val="1000"/>
              <a:buChar char="○"/>
              <a:defRPr sz="1000">
                <a:solidFill>
                  <a:schemeClr val="lt2"/>
                </a:solidFill>
              </a:defRPr>
            </a:lvl5pPr>
            <a:lvl6pPr indent="-292100" lvl="5" marL="2743200">
              <a:spcBef>
                <a:spcPts val="0"/>
              </a:spcBef>
              <a:spcAft>
                <a:spcPts val="0"/>
              </a:spcAft>
              <a:buClr>
                <a:schemeClr val="lt2"/>
              </a:buClr>
              <a:buSzPts val="1000"/>
              <a:buChar char="■"/>
              <a:defRPr sz="1000">
                <a:solidFill>
                  <a:schemeClr val="lt2"/>
                </a:solidFill>
              </a:defRPr>
            </a:lvl6pPr>
            <a:lvl7pPr indent="-292100" lvl="6" marL="3200400">
              <a:spcBef>
                <a:spcPts val="0"/>
              </a:spcBef>
              <a:spcAft>
                <a:spcPts val="0"/>
              </a:spcAft>
              <a:buClr>
                <a:schemeClr val="lt2"/>
              </a:buClr>
              <a:buSzPts val="1000"/>
              <a:buChar char="●"/>
              <a:defRPr sz="1000">
                <a:solidFill>
                  <a:schemeClr val="lt2"/>
                </a:solidFill>
              </a:defRPr>
            </a:lvl7pPr>
            <a:lvl8pPr indent="-292100" lvl="7" marL="3657600">
              <a:spcBef>
                <a:spcPts val="0"/>
              </a:spcBef>
              <a:spcAft>
                <a:spcPts val="0"/>
              </a:spcAft>
              <a:buClr>
                <a:schemeClr val="lt2"/>
              </a:buClr>
              <a:buSzPts val="1000"/>
              <a:buChar char="○"/>
              <a:defRPr sz="1000">
                <a:solidFill>
                  <a:schemeClr val="lt2"/>
                </a:solidFill>
              </a:defRPr>
            </a:lvl8pPr>
            <a:lvl9pPr indent="-292100" lvl="8" marL="4114800">
              <a:spcBef>
                <a:spcPts val="0"/>
              </a:spcBef>
              <a:spcAft>
                <a:spcPts val="0"/>
              </a:spcAft>
              <a:buClr>
                <a:schemeClr val="lt2"/>
              </a:buClr>
              <a:buSzPts val="1000"/>
              <a:buChar char="■"/>
              <a:defRPr sz="1000">
                <a:solidFill>
                  <a:schemeClr val="lt2"/>
                </a:solidFill>
              </a:defRPr>
            </a:lvl9pPr>
          </a:lstStyle>
          <a:p/>
        </p:txBody>
      </p:sp>
      <p:sp>
        <p:nvSpPr>
          <p:cNvPr id="814" name="Google Shape;814;p66"/>
          <p:cNvSpPr txBox="1"/>
          <p:nvPr>
            <p:ph type="title"/>
          </p:nvPr>
        </p:nvSpPr>
        <p:spPr>
          <a:xfrm>
            <a:off x="6795150" y="2623350"/>
            <a:ext cx="2064000" cy="464700"/>
          </a:xfrm>
          <a:prstGeom prst="rect">
            <a:avLst/>
          </a:prstGeom>
        </p:spPr>
        <p:txBody>
          <a:bodyPr anchorCtr="0" anchor="t" bIns="0" lIns="164575" spcFirstLastPara="1" rIns="91425" wrap="square" tIns="164575">
            <a:spAutoFit/>
          </a:bodyPr>
          <a:lstStyle>
            <a:lvl1pPr lvl="0">
              <a:spcBef>
                <a:spcPts val="0"/>
              </a:spcBef>
              <a:spcAft>
                <a:spcPts val="0"/>
              </a:spcAft>
              <a:buNone/>
              <a:defRPr sz="1200">
                <a:solidFill>
                  <a:schemeClr val="lt2"/>
                </a:solidFill>
                <a:latin typeface="Outfit SemiBold"/>
                <a:ea typeface="Outfit SemiBold"/>
                <a:cs typeface="Outfit SemiBold"/>
                <a:sym typeface="Outfit SemiBold"/>
              </a:defRPr>
            </a:lvl1pPr>
            <a:lvl2pPr lvl="1">
              <a:lnSpc>
                <a:spcPct val="115000"/>
              </a:lnSpc>
              <a:spcBef>
                <a:spcPts val="0"/>
              </a:spcBef>
              <a:spcAft>
                <a:spcPts val="0"/>
              </a:spcAft>
              <a:buNone/>
              <a:defRPr b="1" sz="1200">
                <a:solidFill>
                  <a:schemeClr val="lt2"/>
                </a:solidFill>
              </a:defRPr>
            </a:lvl2pPr>
            <a:lvl3pPr lvl="2">
              <a:lnSpc>
                <a:spcPct val="115000"/>
              </a:lnSpc>
              <a:spcBef>
                <a:spcPts val="0"/>
              </a:spcBef>
              <a:spcAft>
                <a:spcPts val="0"/>
              </a:spcAft>
              <a:buNone/>
              <a:defRPr b="1" sz="1200">
                <a:solidFill>
                  <a:schemeClr val="lt2"/>
                </a:solidFill>
              </a:defRPr>
            </a:lvl3pPr>
            <a:lvl4pPr lvl="3">
              <a:lnSpc>
                <a:spcPct val="115000"/>
              </a:lnSpc>
              <a:spcBef>
                <a:spcPts val="0"/>
              </a:spcBef>
              <a:spcAft>
                <a:spcPts val="0"/>
              </a:spcAft>
              <a:buNone/>
              <a:defRPr b="1" sz="1200">
                <a:solidFill>
                  <a:schemeClr val="lt2"/>
                </a:solidFill>
              </a:defRPr>
            </a:lvl4pPr>
            <a:lvl5pPr lvl="4">
              <a:lnSpc>
                <a:spcPct val="115000"/>
              </a:lnSpc>
              <a:spcBef>
                <a:spcPts val="0"/>
              </a:spcBef>
              <a:spcAft>
                <a:spcPts val="0"/>
              </a:spcAft>
              <a:buNone/>
              <a:defRPr b="1" sz="1200">
                <a:solidFill>
                  <a:schemeClr val="lt2"/>
                </a:solidFill>
              </a:defRPr>
            </a:lvl5pPr>
            <a:lvl6pPr lvl="5">
              <a:lnSpc>
                <a:spcPct val="115000"/>
              </a:lnSpc>
              <a:spcBef>
                <a:spcPts val="0"/>
              </a:spcBef>
              <a:spcAft>
                <a:spcPts val="0"/>
              </a:spcAft>
              <a:buNone/>
              <a:defRPr b="1" sz="1200">
                <a:solidFill>
                  <a:schemeClr val="lt2"/>
                </a:solidFill>
              </a:defRPr>
            </a:lvl6pPr>
            <a:lvl7pPr lvl="6">
              <a:lnSpc>
                <a:spcPct val="115000"/>
              </a:lnSpc>
              <a:spcBef>
                <a:spcPts val="0"/>
              </a:spcBef>
              <a:spcAft>
                <a:spcPts val="0"/>
              </a:spcAft>
              <a:buNone/>
              <a:defRPr b="1" sz="1200">
                <a:solidFill>
                  <a:schemeClr val="lt2"/>
                </a:solidFill>
              </a:defRPr>
            </a:lvl7pPr>
            <a:lvl8pPr lvl="7">
              <a:lnSpc>
                <a:spcPct val="115000"/>
              </a:lnSpc>
              <a:spcBef>
                <a:spcPts val="0"/>
              </a:spcBef>
              <a:spcAft>
                <a:spcPts val="0"/>
              </a:spcAft>
              <a:buNone/>
              <a:defRPr b="1" sz="1200">
                <a:solidFill>
                  <a:schemeClr val="lt2"/>
                </a:solidFill>
              </a:defRPr>
            </a:lvl8pPr>
            <a:lvl9pPr lvl="8">
              <a:lnSpc>
                <a:spcPct val="115000"/>
              </a:lnSpc>
              <a:spcBef>
                <a:spcPts val="0"/>
              </a:spcBef>
              <a:spcAft>
                <a:spcPts val="0"/>
              </a:spcAft>
              <a:buNone/>
              <a:defRPr b="1" sz="1200">
                <a:solidFill>
                  <a:schemeClr val="lt2"/>
                </a:solidFill>
              </a:defRPr>
            </a:lvl9pPr>
          </a:lstStyle>
          <a:p/>
        </p:txBody>
      </p:sp>
      <p:sp>
        <p:nvSpPr>
          <p:cNvPr id="815" name="Google Shape;815;p66"/>
          <p:cNvSpPr txBox="1"/>
          <p:nvPr>
            <p:ph idx="2" type="body"/>
          </p:nvPr>
        </p:nvSpPr>
        <p:spPr>
          <a:xfrm>
            <a:off x="3901625" y="3532980"/>
            <a:ext cx="2064000" cy="1101900"/>
          </a:xfrm>
          <a:prstGeom prst="rect">
            <a:avLst/>
          </a:prstGeom>
        </p:spPr>
        <p:txBody>
          <a:bodyPr anchorCtr="0" anchor="b" bIns="182875" lIns="182875" spcFirstLastPara="1" rIns="182875" wrap="square" tIns="91425">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816" name="Google Shape;816;p66"/>
          <p:cNvSpPr txBox="1"/>
          <p:nvPr>
            <p:ph idx="3" type="body"/>
          </p:nvPr>
        </p:nvSpPr>
        <p:spPr>
          <a:xfrm>
            <a:off x="1731400" y="3532980"/>
            <a:ext cx="2064000" cy="1101900"/>
          </a:xfrm>
          <a:prstGeom prst="rect">
            <a:avLst/>
          </a:prstGeom>
        </p:spPr>
        <p:txBody>
          <a:bodyPr anchorCtr="0" anchor="b" bIns="182875" lIns="182875" spcFirstLastPara="1" rIns="182875" wrap="square" tIns="91425">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817" name="Google Shape;817;p66"/>
          <p:cNvSpPr txBox="1"/>
          <p:nvPr>
            <p:ph idx="4" type="title"/>
          </p:nvPr>
        </p:nvSpPr>
        <p:spPr>
          <a:xfrm>
            <a:off x="3901625" y="2623350"/>
            <a:ext cx="2064000" cy="464700"/>
          </a:xfrm>
          <a:prstGeom prst="rect">
            <a:avLst/>
          </a:prstGeom>
        </p:spPr>
        <p:txBody>
          <a:bodyPr anchorCtr="0" anchor="t" bIns="0" lIns="164575" spcFirstLastPara="1" rIns="91425" wrap="square" tIns="164575">
            <a:spAutoFit/>
          </a:bodyPr>
          <a:lstStyle>
            <a:lvl1pPr lvl="0">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b="1" sz="1200"/>
            </a:lvl2pPr>
            <a:lvl3pPr lvl="2">
              <a:lnSpc>
                <a:spcPct val="115000"/>
              </a:lnSpc>
              <a:spcBef>
                <a:spcPts val="0"/>
              </a:spcBef>
              <a:spcAft>
                <a:spcPts val="0"/>
              </a:spcAft>
              <a:buNone/>
              <a:defRPr b="1" sz="1200"/>
            </a:lvl3pPr>
            <a:lvl4pPr lvl="3">
              <a:lnSpc>
                <a:spcPct val="115000"/>
              </a:lnSpc>
              <a:spcBef>
                <a:spcPts val="0"/>
              </a:spcBef>
              <a:spcAft>
                <a:spcPts val="0"/>
              </a:spcAft>
              <a:buNone/>
              <a:defRPr b="1" sz="1200"/>
            </a:lvl4pPr>
            <a:lvl5pPr lvl="4">
              <a:lnSpc>
                <a:spcPct val="115000"/>
              </a:lnSpc>
              <a:spcBef>
                <a:spcPts val="0"/>
              </a:spcBef>
              <a:spcAft>
                <a:spcPts val="0"/>
              </a:spcAft>
              <a:buNone/>
              <a:defRPr b="1" sz="1200"/>
            </a:lvl5pPr>
            <a:lvl6pPr lvl="5">
              <a:lnSpc>
                <a:spcPct val="115000"/>
              </a:lnSpc>
              <a:spcBef>
                <a:spcPts val="0"/>
              </a:spcBef>
              <a:spcAft>
                <a:spcPts val="0"/>
              </a:spcAft>
              <a:buNone/>
              <a:defRPr b="1" sz="1200"/>
            </a:lvl6pPr>
            <a:lvl7pPr lvl="6">
              <a:lnSpc>
                <a:spcPct val="115000"/>
              </a:lnSpc>
              <a:spcBef>
                <a:spcPts val="0"/>
              </a:spcBef>
              <a:spcAft>
                <a:spcPts val="0"/>
              </a:spcAft>
              <a:buNone/>
              <a:defRPr b="1" sz="1200"/>
            </a:lvl7pPr>
            <a:lvl8pPr lvl="7">
              <a:lnSpc>
                <a:spcPct val="115000"/>
              </a:lnSpc>
              <a:spcBef>
                <a:spcPts val="0"/>
              </a:spcBef>
              <a:spcAft>
                <a:spcPts val="0"/>
              </a:spcAft>
              <a:buNone/>
              <a:defRPr b="1" sz="1200"/>
            </a:lvl8pPr>
            <a:lvl9pPr lvl="8">
              <a:lnSpc>
                <a:spcPct val="115000"/>
              </a:lnSpc>
              <a:spcBef>
                <a:spcPts val="0"/>
              </a:spcBef>
              <a:spcAft>
                <a:spcPts val="0"/>
              </a:spcAft>
              <a:buNone/>
              <a:defRPr b="1" sz="1200"/>
            </a:lvl9pPr>
          </a:lstStyle>
          <a:p/>
        </p:txBody>
      </p:sp>
      <p:sp>
        <p:nvSpPr>
          <p:cNvPr id="818" name="Google Shape;818;p66"/>
          <p:cNvSpPr txBox="1"/>
          <p:nvPr>
            <p:ph idx="5" type="title"/>
          </p:nvPr>
        </p:nvSpPr>
        <p:spPr>
          <a:xfrm>
            <a:off x="1731400" y="2623350"/>
            <a:ext cx="2064000" cy="464700"/>
          </a:xfrm>
          <a:prstGeom prst="rect">
            <a:avLst/>
          </a:prstGeom>
        </p:spPr>
        <p:txBody>
          <a:bodyPr anchorCtr="0" anchor="t" bIns="0" lIns="164575" spcFirstLastPara="1" rIns="91425" wrap="square" tIns="164575">
            <a:spAutoFit/>
          </a:bodyPr>
          <a:lstStyle>
            <a:lvl1pPr lvl="0">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b="1" sz="1200"/>
            </a:lvl2pPr>
            <a:lvl3pPr lvl="2">
              <a:lnSpc>
                <a:spcPct val="115000"/>
              </a:lnSpc>
              <a:spcBef>
                <a:spcPts val="0"/>
              </a:spcBef>
              <a:spcAft>
                <a:spcPts val="0"/>
              </a:spcAft>
              <a:buNone/>
              <a:defRPr b="1" sz="1200"/>
            </a:lvl3pPr>
            <a:lvl4pPr lvl="3">
              <a:lnSpc>
                <a:spcPct val="115000"/>
              </a:lnSpc>
              <a:spcBef>
                <a:spcPts val="0"/>
              </a:spcBef>
              <a:spcAft>
                <a:spcPts val="0"/>
              </a:spcAft>
              <a:buNone/>
              <a:defRPr b="1" sz="1200"/>
            </a:lvl4pPr>
            <a:lvl5pPr lvl="4">
              <a:lnSpc>
                <a:spcPct val="115000"/>
              </a:lnSpc>
              <a:spcBef>
                <a:spcPts val="0"/>
              </a:spcBef>
              <a:spcAft>
                <a:spcPts val="0"/>
              </a:spcAft>
              <a:buNone/>
              <a:defRPr b="1" sz="1200"/>
            </a:lvl5pPr>
            <a:lvl6pPr lvl="5">
              <a:lnSpc>
                <a:spcPct val="115000"/>
              </a:lnSpc>
              <a:spcBef>
                <a:spcPts val="0"/>
              </a:spcBef>
              <a:spcAft>
                <a:spcPts val="0"/>
              </a:spcAft>
              <a:buNone/>
              <a:defRPr b="1" sz="1200"/>
            </a:lvl6pPr>
            <a:lvl7pPr lvl="6">
              <a:lnSpc>
                <a:spcPct val="115000"/>
              </a:lnSpc>
              <a:spcBef>
                <a:spcPts val="0"/>
              </a:spcBef>
              <a:spcAft>
                <a:spcPts val="0"/>
              </a:spcAft>
              <a:buNone/>
              <a:defRPr b="1" sz="1200"/>
            </a:lvl7pPr>
            <a:lvl8pPr lvl="7">
              <a:lnSpc>
                <a:spcPct val="115000"/>
              </a:lnSpc>
              <a:spcBef>
                <a:spcPts val="0"/>
              </a:spcBef>
              <a:spcAft>
                <a:spcPts val="0"/>
              </a:spcAft>
              <a:buNone/>
              <a:defRPr b="1" sz="1200"/>
            </a:lvl8pPr>
            <a:lvl9pPr lvl="8">
              <a:lnSpc>
                <a:spcPct val="115000"/>
              </a:lnSpc>
              <a:spcBef>
                <a:spcPts val="0"/>
              </a:spcBef>
              <a:spcAft>
                <a:spcPts val="0"/>
              </a:spcAft>
              <a:buNone/>
              <a:defRPr b="1" sz="1200"/>
            </a:lvl9pPr>
          </a:lstStyle>
          <a:p/>
        </p:txBody>
      </p:sp>
      <p:sp>
        <p:nvSpPr>
          <p:cNvPr id="819" name="Google Shape;819;p66"/>
          <p:cNvSpPr/>
          <p:nvPr/>
        </p:nvSpPr>
        <p:spPr>
          <a:xfrm flipH="1">
            <a:off x="4625100" y="282925"/>
            <a:ext cx="3510900" cy="2234100"/>
          </a:xfrm>
          <a:prstGeom prst="round2DiagRect">
            <a:avLst>
              <a:gd fmla="val 13968"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Outfit"/>
              <a:ea typeface="Outfit"/>
              <a:cs typeface="Outfit"/>
              <a:sym typeface="Outfit"/>
            </a:endParaRPr>
          </a:p>
        </p:txBody>
      </p:sp>
      <p:sp>
        <p:nvSpPr>
          <p:cNvPr id="820" name="Google Shape;820;p66"/>
          <p:cNvSpPr txBox="1"/>
          <p:nvPr>
            <p:ph idx="6" type="subTitle"/>
          </p:nvPr>
        </p:nvSpPr>
        <p:spPr>
          <a:xfrm>
            <a:off x="284798" y="282900"/>
            <a:ext cx="1207200" cy="368100"/>
          </a:xfrm>
          <a:prstGeom prst="rect">
            <a:avLst/>
          </a:prstGeom>
        </p:spPr>
        <p:txBody>
          <a:bodyPr anchorCtr="0" anchor="ctr" bIns="0" lIns="0" spcFirstLastPara="1" rIns="0" wrap="square" tIns="0">
            <a:noAutofit/>
          </a:bodyPr>
          <a:lstStyle>
            <a:lvl1pPr lvl="0" algn="ctr">
              <a:lnSpc>
                <a:spcPct val="115000"/>
              </a:lnSpc>
              <a:spcBef>
                <a:spcPts val="0"/>
              </a:spcBef>
              <a:spcAft>
                <a:spcPts val="0"/>
              </a:spcAft>
              <a:buNone/>
              <a:defRPr sz="800"/>
            </a:lvl1pPr>
            <a:lvl2pPr lvl="1" algn="ctr">
              <a:spcBef>
                <a:spcPts val="0"/>
              </a:spcBef>
              <a:spcAft>
                <a:spcPts val="0"/>
              </a:spcAft>
              <a:buSzPts val="800"/>
              <a:buNone/>
              <a:defRPr sz="800"/>
            </a:lvl2pPr>
            <a:lvl3pPr lvl="2" algn="ctr">
              <a:spcBef>
                <a:spcPts val="0"/>
              </a:spcBef>
              <a:spcAft>
                <a:spcPts val="0"/>
              </a:spcAft>
              <a:buSzPts val="800"/>
              <a:buNone/>
              <a:defRPr sz="800"/>
            </a:lvl3pPr>
            <a:lvl4pPr lvl="3" algn="ctr">
              <a:spcBef>
                <a:spcPts val="0"/>
              </a:spcBef>
              <a:spcAft>
                <a:spcPts val="0"/>
              </a:spcAft>
              <a:buSzPts val="800"/>
              <a:buNone/>
              <a:defRPr sz="800"/>
            </a:lvl4pPr>
            <a:lvl5pPr lvl="4" algn="ctr">
              <a:spcBef>
                <a:spcPts val="0"/>
              </a:spcBef>
              <a:spcAft>
                <a:spcPts val="0"/>
              </a:spcAft>
              <a:buSzPts val="800"/>
              <a:buNone/>
              <a:defRPr sz="800"/>
            </a:lvl5pPr>
            <a:lvl6pPr lvl="5" algn="ctr">
              <a:spcBef>
                <a:spcPts val="0"/>
              </a:spcBef>
              <a:spcAft>
                <a:spcPts val="0"/>
              </a:spcAft>
              <a:buSzPts val="800"/>
              <a:buNone/>
              <a:defRPr sz="800"/>
            </a:lvl6pPr>
            <a:lvl7pPr lvl="6" algn="ctr">
              <a:spcBef>
                <a:spcPts val="0"/>
              </a:spcBef>
              <a:spcAft>
                <a:spcPts val="0"/>
              </a:spcAft>
              <a:buSzPts val="800"/>
              <a:buNone/>
              <a:defRPr sz="800"/>
            </a:lvl7pPr>
            <a:lvl8pPr lvl="7" algn="ctr">
              <a:spcBef>
                <a:spcPts val="0"/>
              </a:spcBef>
              <a:spcAft>
                <a:spcPts val="0"/>
              </a:spcAft>
              <a:buSzPts val="800"/>
              <a:buNone/>
              <a:defRPr sz="800"/>
            </a:lvl8pPr>
            <a:lvl9pPr lvl="8" algn="ctr">
              <a:spcBef>
                <a:spcPts val="0"/>
              </a:spcBef>
              <a:spcAft>
                <a:spcPts val="0"/>
              </a:spcAft>
              <a:buSzPts val="800"/>
              <a:buNone/>
              <a:defRPr sz="800"/>
            </a:lvl9pPr>
          </a:lstStyle>
          <a:p/>
        </p:txBody>
      </p:sp>
      <p:sp>
        <p:nvSpPr>
          <p:cNvPr id="821" name="Google Shape;821;p66"/>
          <p:cNvSpPr/>
          <p:nvPr>
            <p:ph idx="7" type="pic"/>
          </p:nvPr>
        </p:nvSpPr>
        <p:spPr>
          <a:xfrm>
            <a:off x="2561025" y="389125"/>
            <a:ext cx="1957500" cy="2025300"/>
          </a:xfrm>
          <a:prstGeom prst="roundRect">
            <a:avLst>
              <a:gd fmla="val 7835" name="adj"/>
            </a:avLst>
          </a:prstGeom>
          <a:noFill/>
          <a:ln>
            <a:noFill/>
          </a:ln>
        </p:spPr>
      </p:sp>
      <p:sp>
        <p:nvSpPr>
          <p:cNvPr id="822" name="Google Shape;822;p66"/>
          <p:cNvSpPr txBox="1"/>
          <p:nvPr>
            <p:ph idx="8"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823" name="Google Shape;823;p66"/>
          <p:cNvSpPr txBox="1"/>
          <p:nvPr>
            <p:ph idx="9"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big ideas">
  <p:cSld name="CUSTOM_7">
    <p:spTree>
      <p:nvGrpSpPr>
        <p:cNvPr id="824" name="Shape 824"/>
        <p:cNvGrpSpPr/>
        <p:nvPr/>
      </p:nvGrpSpPr>
      <p:grpSpPr>
        <a:xfrm>
          <a:off x="0" y="0"/>
          <a:ext cx="0" cy="0"/>
          <a:chOff x="0" y="0"/>
          <a:chExt cx="0" cy="0"/>
        </a:xfrm>
      </p:grpSpPr>
      <p:sp>
        <p:nvSpPr>
          <p:cNvPr id="825" name="Google Shape;825;p67"/>
          <p:cNvSpPr txBox="1"/>
          <p:nvPr>
            <p:ph idx="1" type="body"/>
          </p:nvPr>
        </p:nvSpPr>
        <p:spPr>
          <a:xfrm>
            <a:off x="284775" y="1727100"/>
            <a:ext cx="2787300" cy="1677900"/>
          </a:xfrm>
          <a:prstGeom prst="rect">
            <a:avLst/>
          </a:prstGeom>
        </p:spPr>
        <p:txBody>
          <a:bodyPr anchorCtr="0" anchor="b" bIns="182875" lIns="164575" spcFirstLastPara="1" rIns="182875"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26" name="Google Shape;826;p67"/>
          <p:cNvSpPr txBox="1"/>
          <p:nvPr>
            <p:ph type="title"/>
          </p:nvPr>
        </p:nvSpPr>
        <p:spPr>
          <a:xfrm>
            <a:off x="284775" y="282900"/>
            <a:ext cx="3512100" cy="996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827" name="Google Shape;827;p67"/>
          <p:cNvSpPr txBox="1"/>
          <p:nvPr>
            <p:ph idx="2" type="title"/>
          </p:nvPr>
        </p:nvSpPr>
        <p:spPr>
          <a:xfrm>
            <a:off x="3178325" y="1279200"/>
            <a:ext cx="2787300" cy="409500"/>
          </a:xfrm>
          <a:prstGeom prst="rect">
            <a:avLst/>
          </a:prstGeom>
        </p:spPr>
        <p:txBody>
          <a:bodyPr anchorCtr="0" anchor="t" bIns="0" lIns="164575" spcFirstLastPara="1" rIns="91425" wrap="square" tIns="164575">
            <a:spAutoFit/>
          </a:bodyPr>
          <a:lstStyle>
            <a:lvl1pPr lvl="0">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b="1" sz="1200">
                <a:solidFill>
                  <a:schemeClr val="lt2"/>
                </a:solidFill>
              </a:defRPr>
            </a:lvl2pPr>
            <a:lvl3pPr lvl="2">
              <a:lnSpc>
                <a:spcPct val="115000"/>
              </a:lnSpc>
              <a:spcBef>
                <a:spcPts val="0"/>
              </a:spcBef>
              <a:spcAft>
                <a:spcPts val="0"/>
              </a:spcAft>
              <a:buNone/>
              <a:defRPr b="1" sz="1200">
                <a:solidFill>
                  <a:schemeClr val="lt2"/>
                </a:solidFill>
              </a:defRPr>
            </a:lvl3pPr>
            <a:lvl4pPr lvl="3">
              <a:lnSpc>
                <a:spcPct val="115000"/>
              </a:lnSpc>
              <a:spcBef>
                <a:spcPts val="0"/>
              </a:spcBef>
              <a:spcAft>
                <a:spcPts val="0"/>
              </a:spcAft>
              <a:buNone/>
              <a:defRPr b="1" sz="1200">
                <a:solidFill>
                  <a:schemeClr val="lt2"/>
                </a:solidFill>
              </a:defRPr>
            </a:lvl4pPr>
            <a:lvl5pPr lvl="4">
              <a:lnSpc>
                <a:spcPct val="115000"/>
              </a:lnSpc>
              <a:spcBef>
                <a:spcPts val="0"/>
              </a:spcBef>
              <a:spcAft>
                <a:spcPts val="0"/>
              </a:spcAft>
              <a:buNone/>
              <a:defRPr b="1" sz="1200">
                <a:solidFill>
                  <a:schemeClr val="lt2"/>
                </a:solidFill>
              </a:defRPr>
            </a:lvl5pPr>
            <a:lvl6pPr lvl="5">
              <a:lnSpc>
                <a:spcPct val="115000"/>
              </a:lnSpc>
              <a:spcBef>
                <a:spcPts val="0"/>
              </a:spcBef>
              <a:spcAft>
                <a:spcPts val="0"/>
              </a:spcAft>
              <a:buNone/>
              <a:defRPr b="1" sz="1200">
                <a:solidFill>
                  <a:schemeClr val="lt2"/>
                </a:solidFill>
              </a:defRPr>
            </a:lvl6pPr>
            <a:lvl7pPr lvl="6">
              <a:lnSpc>
                <a:spcPct val="115000"/>
              </a:lnSpc>
              <a:spcBef>
                <a:spcPts val="0"/>
              </a:spcBef>
              <a:spcAft>
                <a:spcPts val="0"/>
              </a:spcAft>
              <a:buNone/>
              <a:defRPr b="1" sz="1200">
                <a:solidFill>
                  <a:schemeClr val="lt2"/>
                </a:solidFill>
              </a:defRPr>
            </a:lvl7pPr>
            <a:lvl8pPr lvl="7">
              <a:lnSpc>
                <a:spcPct val="115000"/>
              </a:lnSpc>
              <a:spcBef>
                <a:spcPts val="0"/>
              </a:spcBef>
              <a:spcAft>
                <a:spcPts val="0"/>
              </a:spcAft>
              <a:buNone/>
              <a:defRPr b="1" sz="1200">
                <a:solidFill>
                  <a:schemeClr val="lt2"/>
                </a:solidFill>
              </a:defRPr>
            </a:lvl8pPr>
            <a:lvl9pPr lvl="8">
              <a:lnSpc>
                <a:spcPct val="115000"/>
              </a:lnSpc>
              <a:spcBef>
                <a:spcPts val="0"/>
              </a:spcBef>
              <a:spcAft>
                <a:spcPts val="0"/>
              </a:spcAft>
              <a:buNone/>
              <a:defRPr b="1" sz="1200">
                <a:solidFill>
                  <a:schemeClr val="lt2"/>
                </a:solidFill>
              </a:defRPr>
            </a:lvl9pPr>
          </a:lstStyle>
          <a:p/>
        </p:txBody>
      </p:sp>
      <p:sp>
        <p:nvSpPr>
          <p:cNvPr id="828" name="Google Shape;828;p67"/>
          <p:cNvSpPr txBox="1"/>
          <p:nvPr>
            <p:ph idx="3" type="title"/>
          </p:nvPr>
        </p:nvSpPr>
        <p:spPr>
          <a:xfrm>
            <a:off x="3178325" y="3007800"/>
            <a:ext cx="2787300" cy="409500"/>
          </a:xfrm>
          <a:prstGeom prst="rect">
            <a:avLst/>
          </a:prstGeom>
        </p:spPr>
        <p:txBody>
          <a:bodyPr anchorCtr="0" anchor="t" bIns="0" lIns="164575" spcFirstLastPara="1" rIns="91425" wrap="square" tIns="164575">
            <a:spAutoFit/>
          </a:bodyPr>
          <a:lstStyle>
            <a:lvl1pPr lvl="0">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b="1" sz="1200"/>
            </a:lvl2pPr>
            <a:lvl3pPr lvl="2">
              <a:lnSpc>
                <a:spcPct val="115000"/>
              </a:lnSpc>
              <a:spcBef>
                <a:spcPts val="0"/>
              </a:spcBef>
              <a:spcAft>
                <a:spcPts val="0"/>
              </a:spcAft>
              <a:buNone/>
              <a:defRPr b="1" sz="1200"/>
            </a:lvl3pPr>
            <a:lvl4pPr lvl="3">
              <a:lnSpc>
                <a:spcPct val="115000"/>
              </a:lnSpc>
              <a:spcBef>
                <a:spcPts val="0"/>
              </a:spcBef>
              <a:spcAft>
                <a:spcPts val="0"/>
              </a:spcAft>
              <a:buNone/>
              <a:defRPr b="1" sz="1200"/>
            </a:lvl4pPr>
            <a:lvl5pPr lvl="4">
              <a:lnSpc>
                <a:spcPct val="115000"/>
              </a:lnSpc>
              <a:spcBef>
                <a:spcPts val="0"/>
              </a:spcBef>
              <a:spcAft>
                <a:spcPts val="0"/>
              </a:spcAft>
              <a:buNone/>
              <a:defRPr b="1" sz="1200"/>
            </a:lvl5pPr>
            <a:lvl6pPr lvl="5">
              <a:lnSpc>
                <a:spcPct val="115000"/>
              </a:lnSpc>
              <a:spcBef>
                <a:spcPts val="0"/>
              </a:spcBef>
              <a:spcAft>
                <a:spcPts val="0"/>
              </a:spcAft>
              <a:buNone/>
              <a:defRPr b="1" sz="1200"/>
            </a:lvl6pPr>
            <a:lvl7pPr lvl="6">
              <a:lnSpc>
                <a:spcPct val="115000"/>
              </a:lnSpc>
              <a:spcBef>
                <a:spcPts val="0"/>
              </a:spcBef>
              <a:spcAft>
                <a:spcPts val="0"/>
              </a:spcAft>
              <a:buNone/>
              <a:defRPr b="1" sz="1200"/>
            </a:lvl7pPr>
            <a:lvl8pPr lvl="7">
              <a:lnSpc>
                <a:spcPct val="115000"/>
              </a:lnSpc>
              <a:spcBef>
                <a:spcPts val="0"/>
              </a:spcBef>
              <a:spcAft>
                <a:spcPts val="0"/>
              </a:spcAft>
              <a:buNone/>
              <a:defRPr b="1" sz="1200"/>
            </a:lvl8pPr>
            <a:lvl9pPr lvl="8">
              <a:lnSpc>
                <a:spcPct val="115000"/>
              </a:lnSpc>
              <a:spcBef>
                <a:spcPts val="0"/>
              </a:spcBef>
              <a:spcAft>
                <a:spcPts val="0"/>
              </a:spcAft>
              <a:buNone/>
              <a:defRPr b="1" sz="1200"/>
            </a:lvl9pPr>
          </a:lstStyle>
          <a:p/>
        </p:txBody>
      </p:sp>
      <p:sp>
        <p:nvSpPr>
          <p:cNvPr id="829" name="Google Shape;829;p67"/>
          <p:cNvSpPr txBox="1"/>
          <p:nvPr>
            <p:ph idx="4" type="title"/>
          </p:nvPr>
        </p:nvSpPr>
        <p:spPr>
          <a:xfrm>
            <a:off x="6071875" y="1279200"/>
            <a:ext cx="2787300" cy="409500"/>
          </a:xfrm>
          <a:prstGeom prst="rect">
            <a:avLst/>
          </a:prstGeom>
        </p:spPr>
        <p:txBody>
          <a:bodyPr anchorCtr="0" anchor="t" bIns="0" lIns="164575" spcFirstLastPara="1" rIns="91425" wrap="square" tIns="164575">
            <a:spAutoFit/>
          </a:bodyPr>
          <a:lstStyle>
            <a:lvl1pPr lvl="0">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b="1" sz="1200">
                <a:solidFill>
                  <a:schemeClr val="lt2"/>
                </a:solidFill>
              </a:defRPr>
            </a:lvl2pPr>
            <a:lvl3pPr lvl="2">
              <a:lnSpc>
                <a:spcPct val="115000"/>
              </a:lnSpc>
              <a:spcBef>
                <a:spcPts val="0"/>
              </a:spcBef>
              <a:spcAft>
                <a:spcPts val="0"/>
              </a:spcAft>
              <a:buNone/>
              <a:defRPr b="1" sz="1200">
                <a:solidFill>
                  <a:schemeClr val="lt2"/>
                </a:solidFill>
              </a:defRPr>
            </a:lvl3pPr>
            <a:lvl4pPr lvl="3">
              <a:lnSpc>
                <a:spcPct val="115000"/>
              </a:lnSpc>
              <a:spcBef>
                <a:spcPts val="0"/>
              </a:spcBef>
              <a:spcAft>
                <a:spcPts val="0"/>
              </a:spcAft>
              <a:buNone/>
              <a:defRPr b="1" sz="1200">
                <a:solidFill>
                  <a:schemeClr val="lt2"/>
                </a:solidFill>
              </a:defRPr>
            </a:lvl4pPr>
            <a:lvl5pPr lvl="4">
              <a:lnSpc>
                <a:spcPct val="115000"/>
              </a:lnSpc>
              <a:spcBef>
                <a:spcPts val="0"/>
              </a:spcBef>
              <a:spcAft>
                <a:spcPts val="0"/>
              </a:spcAft>
              <a:buNone/>
              <a:defRPr b="1" sz="1200">
                <a:solidFill>
                  <a:schemeClr val="lt2"/>
                </a:solidFill>
              </a:defRPr>
            </a:lvl5pPr>
            <a:lvl6pPr lvl="5">
              <a:lnSpc>
                <a:spcPct val="115000"/>
              </a:lnSpc>
              <a:spcBef>
                <a:spcPts val="0"/>
              </a:spcBef>
              <a:spcAft>
                <a:spcPts val="0"/>
              </a:spcAft>
              <a:buNone/>
              <a:defRPr b="1" sz="1200">
                <a:solidFill>
                  <a:schemeClr val="lt2"/>
                </a:solidFill>
              </a:defRPr>
            </a:lvl6pPr>
            <a:lvl7pPr lvl="6">
              <a:lnSpc>
                <a:spcPct val="115000"/>
              </a:lnSpc>
              <a:spcBef>
                <a:spcPts val="0"/>
              </a:spcBef>
              <a:spcAft>
                <a:spcPts val="0"/>
              </a:spcAft>
              <a:buNone/>
              <a:defRPr b="1" sz="1200">
                <a:solidFill>
                  <a:schemeClr val="lt2"/>
                </a:solidFill>
              </a:defRPr>
            </a:lvl7pPr>
            <a:lvl8pPr lvl="7">
              <a:lnSpc>
                <a:spcPct val="115000"/>
              </a:lnSpc>
              <a:spcBef>
                <a:spcPts val="0"/>
              </a:spcBef>
              <a:spcAft>
                <a:spcPts val="0"/>
              </a:spcAft>
              <a:buNone/>
              <a:defRPr b="1" sz="1200">
                <a:solidFill>
                  <a:schemeClr val="lt2"/>
                </a:solidFill>
              </a:defRPr>
            </a:lvl8pPr>
            <a:lvl9pPr lvl="8">
              <a:lnSpc>
                <a:spcPct val="115000"/>
              </a:lnSpc>
              <a:spcBef>
                <a:spcPts val="0"/>
              </a:spcBef>
              <a:spcAft>
                <a:spcPts val="0"/>
              </a:spcAft>
              <a:buNone/>
              <a:defRPr b="1" sz="1200">
                <a:solidFill>
                  <a:schemeClr val="lt2"/>
                </a:solidFill>
              </a:defRPr>
            </a:lvl9pPr>
          </a:lstStyle>
          <a:p/>
        </p:txBody>
      </p:sp>
      <p:sp>
        <p:nvSpPr>
          <p:cNvPr id="830" name="Google Shape;830;p67"/>
          <p:cNvSpPr txBox="1"/>
          <p:nvPr>
            <p:ph idx="5" type="title"/>
          </p:nvPr>
        </p:nvSpPr>
        <p:spPr>
          <a:xfrm>
            <a:off x="6071875" y="3007800"/>
            <a:ext cx="2787300" cy="409500"/>
          </a:xfrm>
          <a:prstGeom prst="rect">
            <a:avLst/>
          </a:prstGeom>
        </p:spPr>
        <p:txBody>
          <a:bodyPr anchorCtr="0" anchor="t" bIns="0" lIns="164575" spcFirstLastPara="1" rIns="91425" wrap="square" tIns="164575">
            <a:spAutoFit/>
          </a:bodyPr>
          <a:lstStyle>
            <a:lvl1pPr lvl="0">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b="1" sz="1200">
                <a:solidFill>
                  <a:schemeClr val="lt2"/>
                </a:solidFill>
              </a:defRPr>
            </a:lvl2pPr>
            <a:lvl3pPr lvl="2">
              <a:lnSpc>
                <a:spcPct val="115000"/>
              </a:lnSpc>
              <a:spcBef>
                <a:spcPts val="0"/>
              </a:spcBef>
              <a:spcAft>
                <a:spcPts val="0"/>
              </a:spcAft>
              <a:buNone/>
              <a:defRPr b="1" sz="1200">
                <a:solidFill>
                  <a:schemeClr val="lt2"/>
                </a:solidFill>
              </a:defRPr>
            </a:lvl3pPr>
            <a:lvl4pPr lvl="3">
              <a:lnSpc>
                <a:spcPct val="115000"/>
              </a:lnSpc>
              <a:spcBef>
                <a:spcPts val="0"/>
              </a:spcBef>
              <a:spcAft>
                <a:spcPts val="0"/>
              </a:spcAft>
              <a:buNone/>
              <a:defRPr b="1" sz="1200">
                <a:solidFill>
                  <a:schemeClr val="lt2"/>
                </a:solidFill>
              </a:defRPr>
            </a:lvl4pPr>
            <a:lvl5pPr lvl="4">
              <a:lnSpc>
                <a:spcPct val="115000"/>
              </a:lnSpc>
              <a:spcBef>
                <a:spcPts val="0"/>
              </a:spcBef>
              <a:spcAft>
                <a:spcPts val="0"/>
              </a:spcAft>
              <a:buNone/>
              <a:defRPr b="1" sz="1200">
                <a:solidFill>
                  <a:schemeClr val="lt2"/>
                </a:solidFill>
              </a:defRPr>
            </a:lvl5pPr>
            <a:lvl6pPr lvl="5">
              <a:lnSpc>
                <a:spcPct val="115000"/>
              </a:lnSpc>
              <a:spcBef>
                <a:spcPts val="0"/>
              </a:spcBef>
              <a:spcAft>
                <a:spcPts val="0"/>
              </a:spcAft>
              <a:buNone/>
              <a:defRPr b="1" sz="1200">
                <a:solidFill>
                  <a:schemeClr val="lt2"/>
                </a:solidFill>
              </a:defRPr>
            </a:lvl6pPr>
            <a:lvl7pPr lvl="6">
              <a:lnSpc>
                <a:spcPct val="115000"/>
              </a:lnSpc>
              <a:spcBef>
                <a:spcPts val="0"/>
              </a:spcBef>
              <a:spcAft>
                <a:spcPts val="0"/>
              </a:spcAft>
              <a:buNone/>
              <a:defRPr b="1" sz="1200">
                <a:solidFill>
                  <a:schemeClr val="lt2"/>
                </a:solidFill>
              </a:defRPr>
            </a:lvl7pPr>
            <a:lvl8pPr lvl="7">
              <a:lnSpc>
                <a:spcPct val="115000"/>
              </a:lnSpc>
              <a:spcBef>
                <a:spcPts val="0"/>
              </a:spcBef>
              <a:spcAft>
                <a:spcPts val="0"/>
              </a:spcAft>
              <a:buNone/>
              <a:defRPr b="1" sz="1200">
                <a:solidFill>
                  <a:schemeClr val="lt2"/>
                </a:solidFill>
              </a:defRPr>
            </a:lvl8pPr>
            <a:lvl9pPr lvl="8">
              <a:lnSpc>
                <a:spcPct val="115000"/>
              </a:lnSpc>
              <a:spcBef>
                <a:spcPts val="0"/>
              </a:spcBef>
              <a:spcAft>
                <a:spcPts val="0"/>
              </a:spcAft>
              <a:buNone/>
              <a:defRPr b="1" sz="1200">
                <a:solidFill>
                  <a:schemeClr val="lt2"/>
                </a:solidFill>
              </a:defRPr>
            </a:lvl9pPr>
          </a:lstStyle>
          <a:p/>
        </p:txBody>
      </p:sp>
      <p:sp>
        <p:nvSpPr>
          <p:cNvPr id="831" name="Google Shape;831;p67"/>
          <p:cNvSpPr txBox="1"/>
          <p:nvPr>
            <p:ph idx="6" type="title"/>
          </p:nvPr>
        </p:nvSpPr>
        <p:spPr>
          <a:xfrm>
            <a:off x="284775" y="3511650"/>
            <a:ext cx="2787300" cy="409500"/>
          </a:xfrm>
          <a:prstGeom prst="rect">
            <a:avLst/>
          </a:prstGeom>
        </p:spPr>
        <p:txBody>
          <a:bodyPr anchorCtr="0" anchor="t" bIns="0" lIns="164575" spcFirstLastPara="1" rIns="91425" wrap="square" tIns="164575">
            <a:spAutoFit/>
          </a:bodyPr>
          <a:lstStyle>
            <a:lvl1pPr lvl="0">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b="1" sz="1200"/>
            </a:lvl2pPr>
            <a:lvl3pPr lvl="2">
              <a:lnSpc>
                <a:spcPct val="115000"/>
              </a:lnSpc>
              <a:spcBef>
                <a:spcPts val="0"/>
              </a:spcBef>
              <a:spcAft>
                <a:spcPts val="0"/>
              </a:spcAft>
              <a:buNone/>
              <a:defRPr b="1" sz="1200"/>
            </a:lvl3pPr>
            <a:lvl4pPr lvl="3">
              <a:lnSpc>
                <a:spcPct val="115000"/>
              </a:lnSpc>
              <a:spcBef>
                <a:spcPts val="0"/>
              </a:spcBef>
              <a:spcAft>
                <a:spcPts val="0"/>
              </a:spcAft>
              <a:buNone/>
              <a:defRPr b="1" sz="1200"/>
            </a:lvl4pPr>
            <a:lvl5pPr lvl="4">
              <a:lnSpc>
                <a:spcPct val="115000"/>
              </a:lnSpc>
              <a:spcBef>
                <a:spcPts val="0"/>
              </a:spcBef>
              <a:spcAft>
                <a:spcPts val="0"/>
              </a:spcAft>
              <a:buNone/>
              <a:defRPr b="1" sz="1200"/>
            </a:lvl5pPr>
            <a:lvl6pPr lvl="5">
              <a:lnSpc>
                <a:spcPct val="115000"/>
              </a:lnSpc>
              <a:spcBef>
                <a:spcPts val="0"/>
              </a:spcBef>
              <a:spcAft>
                <a:spcPts val="0"/>
              </a:spcAft>
              <a:buNone/>
              <a:defRPr b="1" sz="1200"/>
            </a:lvl6pPr>
            <a:lvl7pPr lvl="6">
              <a:lnSpc>
                <a:spcPct val="115000"/>
              </a:lnSpc>
              <a:spcBef>
                <a:spcPts val="0"/>
              </a:spcBef>
              <a:spcAft>
                <a:spcPts val="0"/>
              </a:spcAft>
              <a:buNone/>
              <a:defRPr b="1" sz="1200"/>
            </a:lvl7pPr>
            <a:lvl8pPr lvl="7">
              <a:lnSpc>
                <a:spcPct val="115000"/>
              </a:lnSpc>
              <a:spcBef>
                <a:spcPts val="0"/>
              </a:spcBef>
              <a:spcAft>
                <a:spcPts val="0"/>
              </a:spcAft>
              <a:buNone/>
              <a:defRPr b="1" sz="1200"/>
            </a:lvl8pPr>
            <a:lvl9pPr lvl="8">
              <a:lnSpc>
                <a:spcPct val="115000"/>
              </a:lnSpc>
              <a:spcBef>
                <a:spcPts val="0"/>
              </a:spcBef>
              <a:spcAft>
                <a:spcPts val="0"/>
              </a:spcAft>
              <a:buNone/>
              <a:defRPr b="1" sz="1200"/>
            </a:lvl9pPr>
          </a:lstStyle>
          <a:p/>
        </p:txBody>
      </p:sp>
      <p:sp>
        <p:nvSpPr>
          <p:cNvPr id="832" name="Google Shape;832;p67"/>
          <p:cNvSpPr txBox="1"/>
          <p:nvPr>
            <p:ph idx="7"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833" name="Google Shape;833;p67"/>
          <p:cNvSpPr txBox="1"/>
          <p:nvPr>
            <p:ph idx="8"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big ideas - Alt 1">
  <p:cSld name="CUSTOM_8">
    <p:spTree>
      <p:nvGrpSpPr>
        <p:cNvPr id="834" name="Shape 834"/>
        <p:cNvGrpSpPr/>
        <p:nvPr/>
      </p:nvGrpSpPr>
      <p:grpSpPr>
        <a:xfrm>
          <a:off x="0" y="0"/>
          <a:ext cx="0" cy="0"/>
          <a:chOff x="0" y="0"/>
          <a:chExt cx="0" cy="0"/>
        </a:xfrm>
      </p:grpSpPr>
      <p:sp>
        <p:nvSpPr>
          <p:cNvPr id="835" name="Google Shape;835;p68"/>
          <p:cNvSpPr txBox="1"/>
          <p:nvPr>
            <p:ph idx="1" type="body"/>
          </p:nvPr>
        </p:nvSpPr>
        <p:spPr>
          <a:xfrm>
            <a:off x="1731400" y="1357250"/>
            <a:ext cx="2064000" cy="1677900"/>
          </a:xfrm>
          <a:prstGeom prst="rect">
            <a:avLst/>
          </a:prstGeom>
        </p:spPr>
        <p:txBody>
          <a:bodyPr anchorCtr="0" anchor="b" bIns="182875" lIns="164575" spcFirstLastPara="1" rIns="182875"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36" name="Google Shape;836;p68"/>
          <p:cNvSpPr txBox="1"/>
          <p:nvPr>
            <p:ph idx="2" type="subTitle"/>
          </p:nvPr>
        </p:nvSpPr>
        <p:spPr>
          <a:xfrm>
            <a:off x="284798" y="282900"/>
            <a:ext cx="1207200" cy="368100"/>
          </a:xfrm>
          <a:prstGeom prst="rect">
            <a:avLst/>
          </a:prstGeom>
        </p:spPr>
        <p:txBody>
          <a:bodyPr anchorCtr="0" anchor="ctr" bIns="0" lIns="0" spcFirstLastPara="1" rIns="0" wrap="square" tIns="0">
            <a:noAutofit/>
          </a:bodyPr>
          <a:lstStyle>
            <a:lvl1pPr lvl="0" algn="ctr">
              <a:lnSpc>
                <a:spcPct val="115000"/>
              </a:lnSpc>
              <a:spcBef>
                <a:spcPts val="0"/>
              </a:spcBef>
              <a:spcAft>
                <a:spcPts val="0"/>
              </a:spcAft>
              <a:buNone/>
              <a:defRPr sz="800"/>
            </a:lvl1pPr>
            <a:lvl2pPr lvl="1" algn="ctr">
              <a:spcBef>
                <a:spcPts val="0"/>
              </a:spcBef>
              <a:spcAft>
                <a:spcPts val="0"/>
              </a:spcAft>
              <a:buClr>
                <a:schemeClr val="lt1"/>
              </a:buClr>
              <a:buSzPts val="800"/>
              <a:buNone/>
              <a:defRPr sz="800"/>
            </a:lvl2pPr>
            <a:lvl3pPr lvl="2" algn="ctr">
              <a:spcBef>
                <a:spcPts val="0"/>
              </a:spcBef>
              <a:spcAft>
                <a:spcPts val="0"/>
              </a:spcAft>
              <a:buClr>
                <a:schemeClr val="lt1"/>
              </a:buClr>
              <a:buSzPts val="800"/>
              <a:buNone/>
              <a:defRPr sz="800"/>
            </a:lvl3pPr>
            <a:lvl4pPr lvl="3" algn="ctr">
              <a:spcBef>
                <a:spcPts val="0"/>
              </a:spcBef>
              <a:spcAft>
                <a:spcPts val="0"/>
              </a:spcAft>
              <a:buClr>
                <a:schemeClr val="lt1"/>
              </a:buClr>
              <a:buSzPts val="800"/>
              <a:buNone/>
              <a:defRPr sz="800"/>
            </a:lvl4pPr>
            <a:lvl5pPr lvl="4" algn="ctr">
              <a:spcBef>
                <a:spcPts val="0"/>
              </a:spcBef>
              <a:spcAft>
                <a:spcPts val="0"/>
              </a:spcAft>
              <a:buClr>
                <a:schemeClr val="lt1"/>
              </a:buClr>
              <a:buSzPts val="800"/>
              <a:buNone/>
              <a:defRPr sz="800"/>
            </a:lvl5pPr>
            <a:lvl6pPr lvl="5" algn="ctr">
              <a:spcBef>
                <a:spcPts val="0"/>
              </a:spcBef>
              <a:spcAft>
                <a:spcPts val="0"/>
              </a:spcAft>
              <a:buClr>
                <a:schemeClr val="lt1"/>
              </a:buClr>
              <a:buSzPts val="800"/>
              <a:buNone/>
              <a:defRPr sz="800"/>
            </a:lvl6pPr>
            <a:lvl7pPr lvl="6" algn="ctr">
              <a:spcBef>
                <a:spcPts val="0"/>
              </a:spcBef>
              <a:spcAft>
                <a:spcPts val="0"/>
              </a:spcAft>
              <a:buClr>
                <a:schemeClr val="lt1"/>
              </a:buClr>
              <a:buSzPts val="800"/>
              <a:buNone/>
              <a:defRPr sz="800"/>
            </a:lvl7pPr>
            <a:lvl8pPr lvl="7" algn="ctr">
              <a:spcBef>
                <a:spcPts val="0"/>
              </a:spcBef>
              <a:spcAft>
                <a:spcPts val="0"/>
              </a:spcAft>
              <a:buClr>
                <a:schemeClr val="lt1"/>
              </a:buClr>
              <a:buSzPts val="800"/>
              <a:buNone/>
              <a:defRPr sz="800"/>
            </a:lvl8pPr>
            <a:lvl9pPr lvl="8" algn="ctr">
              <a:spcBef>
                <a:spcPts val="0"/>
              </a:spcBef>
              <a:spcAft>
                <a:spcPts val="0"/>
              </a:spcAft>
              <a:buClr>
                <a:schemeClr val="lt1"/>
              </a:buClr>
              <a:buSzPts val="800"/>
              <a:buNone/>
              <a:defRPr sz="800"/>
            </a:lvl9pPr>
          </a:lstStyle>
          <a:p/>
        </p:txBody>
      </p:sp>
      <p:sp>
        <p:nvSpPr>
          <p:cNvPr id="837" name="Google Shape;837;p68"/>
          <p:cNvSpPr txBox="1"/>
          <p:nvPr>
            <p:ph type="title"/>
          </p:nvPr>
        </p:nvSpPr>
        <p:spPr>
          <a:xfrm>
            <a:off x="3901625" y="389475"/>
            <a:ext cx="2787300" cy="409500"/>
          </a:xfrm>
          <a:prstGeom prst="rect">
            <a:avLst/>
          </a:prstGeom>
        </p:spPr>
        <p:txBody>
          <a:bodyPr anchorCtr="0" anchor="t" bIns="0" lIns="164575" spcFirstLastPara="1" rIns="91425" wrap="square" tIns="164575">
            <a:spAutoFit/>
          </a:bodyPr>
          <a:lstStyle>
            <a:lvl1pPr lvl="0">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b="1" sz="1200">
                <a:solidFill>
                  <a:schemeClr val="lt2"/>
                </a:solidFill>
              </a:defRPr>
            </a:lvl2pPr>
            <a:lvl3pPr lvl="2">
              <a:lnSpc>
                <a:spcPct val="115000"/>
              </a:lnSpc>
              <a:spcBef>
                <a:spcPts val="0"/>
              </a:spcBef>
              <a:spcAft>
                <a:spcPts val="0"/>
              </a:spcAft>
              <a:buNone/>
              <a:defRPr b="1" sz="1200">
                <a:solidFill>
                  <a:schemeClr val="lt2"/>
                </a:solidFill>
              </a:defRPr>
            </a:lvl3pPr>
            <a:lvl4pPr lvl="3">
              <a:lnSpc>
                <a:spcPct val="115000"/>
              </a:lnSpc>
              <a:spcBef>
                <a:spcPts val="0"/>
              </a:spcBef>
              <a:spcAft>
                <a:spcPts val="0"/>
              </a:spcAft>
              <a:buNone/>
              <a:defRPr b="1" sz="1200">
                <a:solidFill>
                  <a:schemeClr val="lt2"/>
                </a:solidFill>
              </a:defRPr>
            </a:lvl4pPr>
            <a:lvl5pPr lvl="4">
              <a:lnSpc>
                <a:spcPct val="115000"/>
              </a:lnSpc>
              <a:spcBef>
                <a:spcPts val="0"/>
              </a:spcBef>
              <a:spcAft>
                <a:spcPts val="0"/>
              </a:spcAft>
              <a:buNone/>
              <a:defRPr b="1" sz="1200">
                <a:solidFill>
                  <a:schemeClr val="lt2"/>
                </a:solidFill>
              </a:defRPr>
            </a:lvl5pPr>
            <a:lvl6pPr lvl="5">
              <a:lnSpc>
                <a:spcPct val="115000"/>
              </a:lnSpc>
              <a:spcBef>
                <a:spcPts val="0"/>
              </a:spcBef>
              <a:spcAft>
                <a:spcPts val="0"/>
              </a:spcAft>
              <a:buNone/>
              <a:defRPr b="1" sz="1200">
                <a:solidFill>
                  <a:schemeClr val="lt2"/>
                </a:solidFill>
              </a:defRPr>
            </a:lvl6pPr>
            <a:lvl7pPr lvl="6">
              <a:lnSpc>
                <a:spcPct val="115000"/>
              </a:lnSpc>
              <a:spcBef>
                <a:spcPts val="0"/>
              </a:spcBef>
              <a:spcAft>
                <a:spcPts val="0"/>
              </a:spcAft>
              <a:buNone/>
              <a:defRPr b="1" sz="1200">
                <a:solidFill>
                  <a:schemeClr val="lt2"/>
                </a:solidFill>
              </a:defRPr>
            </a:lvl7pPr>
            <a:lvl8pPr lvl="7">
              <a:lnSpc>
                <a:spcPct val="115000"/>
              </a:lnSpc>
              <a:spcBef>
                <a:spcPts val="0"/>
              </a:spcBef>
              <a:spcAft>
                <a:spcPts val="0"/>
              </a:spcAft>
              <a:buNone/>
              <a:defRPr b="1" sz="1200">
                <a:solidFill>
                  <a:schemeClr val="lt2"/>
                </a:solidFill>
              </a:defRPr>
            </a:lvl8pPr>
            <a:lvl9pPr lvl="8">
              <a:lnSpc>
                <a:spcPct val="115000"/>
              </a:lnSpc>
              <a:spcBef>
                <a:spcPts val="0"/>
              </a:spcBef>
              <a:spcAft>
                <a:spcPts val="0"/>
              </a:spcAft>
              <a:buNone/>
              <a:defRPr b="1" sz="1200">
                <a:solidFill>
                  <a:schemeClr val="lt2"/>
                </a:solidFill>
              </a:defRPr>
            </a:lvl9pPr>
          </a:lstStyle>
          <a:p/>
        </p:txBody>
      </p:sp>
      <p:sp>
        <p:nvSpPr>
          <p:cNvPr id="838" name="Google Shape;838;p68"/>
          <p:cNvSpPr txBox="1"/>
          <p:nvPr>
            <p:ph idx="3" type="title"/>
          </p:nvPr>
        </p:nvSpPr>
        <p:spPr>
          <a:xfrm>
            <a:off x="3901625" y="2625650"/>
            <a:ext cx="3510600" cy="409500"/>
          </a:xfrm>
          <a:prstGeom prst="rect">
            <a:avLst/>
          </a:prstGeom>
        </p:spPr>
        <p:txBody>
          <a:bodyPr anchorCtr="0" anchor="t" bIns="0" lIns="164575" spcFirstLastPara="1" rIns="91425" wrap="square" tIns="164575">
            <a:spAutoFit/>
          </a:bodyPr>
          <a:lstStyle>
            <a:lvl1pPr lvl="0">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b="1" sz="1200">
                <a:solidFill>
                  <a:schemeClr val="lt2"/>
                </a:solidFill>
              </a:defRPr>
            </a:lvl2pPr>
            <a:lvl3pPr lvl="2">
              <a:lnSpc>
                <a:spcPct val="115000"/>
              </a:lnSpc>
              <a:spcBef>
                <a:spcPts val="0"/>
              </a:spcBef>
              <a:spcAft>
                <a:spcPts val="0"/>
              </a:spcAft>
              <a:buNone/>
              <a:defRPr b="1" sz="1200">
                <a:solidFill>
                  <a:schemeClr val="lt2"/>
                </a:solidFill>
              </a:defRPr>
            </a:lvl3pPr>
            <a:lvl4pPr lvl="3">
              <a:lnSpc>
                <a:spcPct val="115000"/>
              </a:lnSpc>
              <a:spcBef>
                <a:spcPts val="0"/>
              </a:spcBef>
              <a:spcAft>
                <a:spcPts val="0"/>
              </a:spcAft>
              <a:buNone/>
              <a:defRPr b="1" sz="1200">
                <a:solidFill>
                  <a:schemeClr val="lt2"/>
                </a:solidFill>
              </a:defRPr>
            </a:lvl4pPr>
            <a:lvl5pPr lvl="4">
              <a:lnSpc>
                <a:spcPct val="115000"/>
              </a:lnSpc>
              <a:spcBef>
                <a:spcPts val="0"/>
              </a:spcBef>
              <a:spcAft>
                <a:spcPts val="0"/>
              </a:spcAft>
              <a:buNone/>
              <a:defRPr b="1" sz="1200">
                <a:solidFill>
                  <a:schemeClr val="lt2"/>
                </a:solidFill>
              </a:defRPr>
            </a:lvl5pPr>
            <a:lvl6pPr lvl="5">
              <a:lnSpc>
                <a:spcPct val="115000"/>
              </a:lnSpc>
              <a:spcBef>
                <a:spcPts val="0"/>
              </a:spcBef>
              <a:spcAft>
                <a:spcPts val="0"/>
              </a:spcAft>
              <a:buNone/>
              <a:defRPr b="1" sz="1200">
                <a:solidFill>
                  <a:schemeClr val="lt2"/>
                </a:solidFill>
              </a:defRPr>
            </a:lvl6pPr>
            <a:lvl7pPr lvl="6">
              <a:lnSpc>
                <a:spcPct val="115000"/>
              </a:lnSpc>
              <a:spcBef>
                <a:spcPts val="0"/>
              </a:spcBef>
              <a:spcAft>
                <a:spcPts val="0"/>
              </a:spcAft>
              <a:buNone/>
              <a:defRPr b="1" sz="1200">
                <a:solidFill>
                  <a:schemeClr val="lt2"/>
                </a:solidFill>
              </a:defRPr>
            </a:lvl7pPr>
            <a:lvl8pPr lvl="7">
              <a:lnSpc>
                <a:spcPct val="115000"/>
              </a:lnSpc>
              <a:spcBef>
                <a:spcPts val="0"/>
              </a:spcBef>
              <a:spcAft>
                <a:spcPts val="0"/>
              </a:spcAft>
              <a:buNone/>
              <a:defRPr b="1" sz="1200">
                <a:solidFill>
                  <a:schemeClr val="lt2"/>
                </a:solidFill>
              </a:defRPr>
            </a:lvl8pPr>
            <a:lvl9pPr lvl="8">
              <a:lnSpc>
                <a:spcPct val="115000"/>
              </a:lnSpc>
              <a:spcBef>
                <a:spcPts val="0"/>
              </a:spcBef>
              <a:spcAft>
                <a:spcPts val="0"/>
              </a:spcAft>
              <a:buNone/>
              <a:defRPr b="1" sz="1200">
                <a:solidFill>
                  <a:schemeClr val="lt2"/>
                </a:solidFill>
              </a:defRPr>
            </a:lvl9pPr>
          </a:lstStyle>
          <a:p/>
        </p:txBody>
      </p:sp>
      <p:sp>
        <p:nvSpPr>
          <p:cNvPr id="839" name="Google Shape;839;p68"/>
          <p:cNvSpPr txBox="1"/>
          <p:nvPr>
            <p:ph idx="4" type="title"/>
          </p:nvPr>
        </p:nvSpPr>
        <p:spPr>
          <a:xfrm>
            <a:off x="1731400" y="3144025"/>
            <a:ext cx="2064000" cy="409500"/>
          </a:xfrm>
          <a:prstGeom prst="rect">
            <a:avLst/>
          </a:prstGeom>
        </p:spPr>
        <p:txBody>
          <a:bodyPr anchorCtr="0" anchor="t" bIns="0" lIns="164575" spcFirstLastPara="1" rIns="91425" wrap="square" tIns="164575">
            <a:spAutoFit/>
          </a:bodyPr>
          <a:lstStyle>
            <a:lvl1pPr lvl="0">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b="1" sz="1200">
                <a:solidFill>
                  <a:schemeClr val="lt2"/>
                </a:solidFill>
              </a:defRPr>
            </a:lvl2pPr>
            <a:lvl3pPr lvl="2">
              <a:lnSpc>
                <a:spcPct val="115000"/>
              </a:lnSpc>
              <a:spcBef>
                <a:spcPts val="0"/>
              </a:spcBef>
              <a:spcAft>
                <a:spcPts val="0"/>
              </a:spcAft>
              <a:buNone/>
              <a:defRPr b="1" sz="1200">
                <a:solidFill>
                  <a:schemeClr val="lt2"/>
                </a:solidFill>
              </a:defRPr>
            </a:lvl3pPr>
            <a:lvl4pPr lvl="3">
              <a:lnSpc>
                <a:spcPct val="115000"/>
              </a:lnSpc>
              <a:spcBef>
                <a:spcPts val="0"/>
              </a:spcBef>
              <a:spcAft>
                <a:spcPts val="0"/>
              </a:spcAft>
              <a:buNone/>
              <a:defRPr b="1" sz="1200">
                <a:solidFill>
                  <a:schemeClr val="lt2"/>
                </a:solidFill>
              </a:defRPr>
            </a:lvl4pPr>
            <a:lvl5pPr lvl="4">
              <a:lnSpc>
                <a:spcPct val="115000"/>
              </a:lnSpc>
              <a:spcBef>
                <a:spcPts val="0"/>
              </a:spcBef>
              <a:spcAft>
                <a:spcPts val="0"/>
              </a:spcAft>
              <a:buNone/>
              <a:defRPr b="1" sz="1200">
                <a:solidFill>
                  <a:schemeClr val="lt2"/>
                </a:solidFill>
              </a:defRPr>
            </a:lvl5pPr>
            <a:lvl6pPr lvl="5">
              <a:lnSpc>
                <a:spcPct val="115000"/>
              </a:lnSpc>
              <a:spcBef>
                <a:spcPts val="0"/>
              </a:spcBef>
              <a:spcAft>
                <a:spcPts val="0"/>
              </a:spcAft>
              <a:buNone/>
              <a:defRPr b="1" sz="1200">
                <a:solidFill>
                  <a:schemeClr val="lt2"/>
                </a:solidFill>
              </a:defRPr>
            </a:lvl6pPr>
            <a:lvl7pPr lvl="6">
              <a:lnSpc>
                <a:spcPct val="115000"/>
              </a:lnSpc>
              <a:spcBef>
                <a:spcPts val="0"/>
              </a:spcBef>
              <a:spcAft>
                <a:spcPts val="0"/>
              </a:spcAft>
              <a:buNone/>
              <a:defRPr b="1" sz="1200">
                <a:solidFill>
                  <a:schemeClr val="lt2"/>
                </a:solidFill>
              </a:defRPr>
            </a:lvl7pPr>
            <a:lvl8pPr lvl="7">
              <a:lnSpc>
                <a:spcPct val="115000"/>
              </a:lnSpc>
              <a:spcBef>
                <a:spcPts val="0"/>
              </a:spcBef>
              <a:spcAft>
                <a:spcPts val="0"/>
              </a:spcAft>
              <a:buNone/>
              <a:defRPr b="1" sz="1200">
                <a:solidFill>
                  <a:schemeClr val="lt2"/>
                </a:solidFill>
              </a:defRPr>
            </a:lvl8pPr>
            <a:lvl9pPr lvl="8">
              <a:lnSpc>
                <a:spcPct val="115000"/>
              </a:lnSpc>
              <a:spcBef>
                <a:spcPts val="0"/>
              </a:spcBef>
              <a:spcAft>
                <a:spcPts val="0"/>
              </a:spcAft>
              <a:buNone/>
              <a:defRPr b="1" sz="1200">
                <a:solidFill>
                  <a:schemeClr val="lt2"/>
                </a:solidFill>
              </a:defRPr>
            </a:lvl9pPr>
          </a:lstStyle>
          <a:p/>
        </p:txBody>
      </p:sp>
      <p:sp>
        <p:nvSpPr>
          <p:cNvPr id="840" name="Google Shape;840;p68"/>
          <p:cNvSpPr txBox="1"/>
          <p:nvPr>
            <p:ph idx="5" type="title"/>
          </p:nvPr>
        </p:nvSpPr>
        <p:spPr>
          <a:xfrm>
            <a:off x="6795150" y="389475"/>
            <a:ext cx="2064000" cy="409500"/>
          </a:xfrm>
          <a:prstGeom prst="rect">
            <a:avLst/>
          </a:prstGeom>
        </p:spPr>
        <p:txBody>
          <a:bodyPr anchorCtr="0" anchor="t" bIns="0" lIns="164575" spcFirstLastPara="1" rIns="91425" wrap="square" tIns="164575">
            <a:spAutoFit/>
          </a:bodyPr>
          <a:lstStyle>
            <a:lvl1pPr lvl="0">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b="1" sz="1200">
                <a:solidFill>
                  <a:schemeClr val="lt2"/>
                </a:solidFill>
              </a:defRPr>
            </a:lvl2pPr>
            <a:lvl3pPr lvl="2">
              <a:lnSpc>
                <a:spcPct val="115000"/>
              </a:lnSpc>
              <a:spcBef>
                <a:spcPts val="0"/>
              </a:spcBef>
              <a:spcAft>
                <a:spcPts val="0"/>
              </a:spcAft>
              <a:buNone/>
              <a:defRPr b="1" sz="1200">
                <a:solidFill>
                  <a:schemeClr val="lt2"/>
                </a:solidFill>
              </a:defRPr>
            </a:lvl3pPr>
            <a:lvl4pPr lvl="3">
              <a:lnSpc>
                <a:spcPct val="115000"/>
              </a:lnSpc>
              <a:spcBef>
                <a:spcPts val="0"/>
              </a:spcBef>
              <a:spcAft>
                <a:spcPts val="0"/>
              </a:spcAft>
              <a:buNone/>
              <a:defRPr b="1" sz="1200">
                <a:solidFill>
                  <a:schemeClr val="lt2"/>
                </a:solidFill>
              </a:defRPr>
            </a:lvl4pPr>
            <a:lvl5pPr lvl="4">
              <a:lnSpc>
                <a:spcPct val="115000"/>
              </a:lnSpc>
              <a:spcBef>
                <a:spcPts val="0"/>
              </a:spcBef>
              <a:spcAft>
                <a:spcPts val="0"/>
              </a:spcAft>
              <a:buNone/>
              <a:defRPr b="1" sz="1200">
                <a:solidFill>
                  <a:schemeClr val="lt2"/>
                </a:solidFill>
              </a:defRPr>
            </a:lvl5pPr>
            <a:lvl6pPr lvl="5">
              <a:lnSpc>
                <a:spcPct val="115000"/>
              </a:lnSpc>
              <a:spcBef>
                <a:spcPts val="0"/>
              </a:spcBef>
              <a:spcAft>
                <a:spcPts val="0"/>
              </a:spcAft>
              <a:buNone/>
              <a:defRPr b="1" sz="1200">
                <a:solidFill>
                  <a:schemeClr val="lt2"/>
                </a:solidFill>
              </a:defRPr>
            </a:lvl6pPr>
            <a:lvl7pPr lvl="6">
              <a:lnSpc>
                <a:spcPct val="115000"/>
              </a:lnSpc>
              <a:spcBef>
                <a:spcPts val="0"/>
              </a:spcBef>
              <a:spcAft>
                <a:spcPts val="0"/>
              </a:spcAft>
              <a:buNone/>
              <a:defRPr b="1" sz="1200">
                <a:solidFill>
                  <a:schemeClr val="lt2"/>
                </a:solidFill>
              </a:defRPr>
            </a:lvl7pPr>
            <a:lvl8pPr lvl="7">
              <a:lnSpc>
                <a:spcPct val="115000"/>
              </a:lnSpc>
              <a:spcBef>
                <a:spcPts val="0"/>
              </a:spcBef>
              <a:spcAft>
                <a:spcPts val="0"/>
              </a:spcAft>
              <a:buNone/>
              <a:defRPr b="1" sz="1200">
                <a:solidFill>
                  <a:schemeClr val="lt2"/>
                </a:solidFill>
              </a:defRPr>
            </a:lvl8pPr>
            <a:lvl9pPr lvl="8">
              <a:lnSpc>
                <a:spcPct val="115000"/>
              </a:lnSpc>
              <a:spcBef>
                <a:spcPts val="0"/>
              </a:spcBef>
              <a:spcAft>
                <a:spcPts val="0"/>
              </a:spcAft>
              <a:buNone/>
              <a:defRPr b="1" sz="1200">
                <a:solidFill>
                  <a:schemeClr val="lt2"/>
                </a:solidFill>
              </a:defRPr>
            </a:lvl9pPr>
          </a:lstStyle>
          <a:p/>
        </p:txBody>
      </p:sp>
      <p:sp>
        <p:nvSpPr>
          <p:cNvPr id="841" name="Google Shape;841;p68"/>
          <p:cNvSpPr txBox="1"/>
          <p:nvPr>
            <p:ph idx="6" type="title"/>
          </p:nvPr>
        </p:nvSpPr>
        <p:spPr>
          <a:xfrm>
            <a:off x="7518450" y="2625650"/>
            <a:ext cx="1340700" cy="409500"/>
          </a:xfrm>
          <a:prstGeom prst="rect">
            <a:avLst/>
          </a:prstGeom>
        </p:spPr>
        <p:txBody>
          <a:bodyPr anchorCtr="0" anchor="t" bIns="0" lIns="164575" spcFirstLastPara="1" rIns="91425" wrap="square" tIns="164575">
            <a:spAutoFit/>
          </a:bodyPr>
          <a:lstStyle>
            <a:lvl1pPr lvl="0">
              <a:spcBef>
                <a:spcPts val="0"/>
              </a:spcBef>
              <a:spcAft>
                <a:spcPts val="0"/>
              </a:spcAft>
              <a:buNone/>
              <a:defRPr sz="1200">
                <a:solidFill>
                  <a:schemeClr val="lt2"/>
                </a:solidFill>
                <a:latin typeface="Outfit SemiBold"/>
                <a:ea typeface="Outfit SemiBold"/>
                <a:cs typeface="Outfit SemiBold"/>
                <a:sym typeface="Outfit SemiBold"/>
              </a:defRPr>
            </a:lvl1pPr>
            <a:lvl2pPr lvl="1">
              <a:lnSpc>
                <a:spcPct val="115000"/>
              </a:lnSpc>
              <a:spcBef>
                <a:spcPts val="0"/>
              </a:spcBef>
              <a:spcAft>
                <a:spcPts val="0"/>
              </a:spcAft>
              <a:buNone/>
              <a:defRPr b="1" sz="1200">
                <a:solidFill>
                  <a:schemeClr val="lt2"/>
                </a:solidFill>
              </a:defRPr>
            </a:lvl2pPr>
            <a:lvl3pPr lvl="2">
              <a:lnSpc>
                <a:spcPct val="115000"/>
              </a:lnSpc>
              <a:spcBef>
                <a:spcPts val="0"/>
              </a:spcBef>
              <a:spcAft>
                <a:spcPts val="0"/>
              </a:spcAft>
              <a:buNone/>
              <a:defRPr b="1" sz="1200">
                <a:solidFill>
                  <a:schemeClr val="lt2"/>
                </a:solidFill>
              </a:defRPr>
            </a:lvl3pPr>
            <a:lvl4pPr lvl="3">
              <a:lnSpc>
                <a:spcPct val="115000"/>
              </a:lnSpc>
              <a:spcBef>
                <a:spcPts val="0"/>
              </a:spcBef>
              <a:spcAft>
                <a:spcPts val="0"/>
              </a:spcAft>
              <a:buNone/>
              <a:defRPr b="1" sz="1200">
                <a:solidFill>
                  <a:schemeClr val="lt2"/>
                </a:solidFill>
              </a:defRPr>
            </a:lvl4pPr>
            <a:lvl5pPr lvl="4">
              <a:lnSpc>
                <a:spcPct val="115000"/>
              </a:lnSpc>
              <a:spcBef>
                <a:spcPts val="0"/>
              </a:spcBef>
              <a:spcAft>
                <a:spcPts val="0"/>
              </a:spcAft>
              <a:buNone/>
              <a:defRPr b="1" sz="1200">
                <a:solidFill>
                  <a:schemeClr val="lt2"/>
                </a:solidFill>
              </a:defRPr>
            </a:lvl5pPr>
            <a:lvl6pPr lvl="5">
              <a:lnSpc>
                <a:spcPct val="115000"/>
              </a:lnSpc>
              <a:spcBef>
                <a:spcPts val="0"/>
              </a:spcBef>
              <a:spcAft>
                <a:spcPts val="0"/>
              </a:spcAft>
              <a:buNone/>
              <a:defRPr b="1" sz="1200">
                <a:solidFill>
                  <a:schemeClr val="lt2"/>
                </a:solidFill>
              </a:defRPr>
            </a:lvl6pPr>
            <a:lvl7pPr lvl="6">
              <a:lnSpc>
                <a:spcPct val="115000"/>
              </a:lnSpc>
              <a:spcBef>
                <a:spcPts val="0"/>
              </a:spcBef>
              <a:spcAft>
                <a:spcPts val="0"/>
              </a:spcAft>
              <a:buNone/>
              <a:defRPr b="1" sz="1200">
                <a:solidFill>
                  <a:schemeClr val="lt2"/>
                </a:solidFill>
              </a:defRPr>
            </a:lvl7pPr>
            <a:lvl8pPr lvl="7">
              <a:lnSpc>
                <a:spcPct val="115000"/>
              </a:lnSpc>
              <a:spcBef>
                <a:spcPts val="0"/>
              </a:spcBef>
              <a:spcAft>
                <a:spcPts val="0"/>
              </a:spcAft>
              <a:buNone/>
              <a:defRPr b="1" sz="1200">
                <a:solidFill>
                  <a:schemeClr val="lt2"/>
                </a:solidFill>
              </a:defRPr>
            </a:lvl8pPr>
            <a:lvl9pPr lvl="8">
              <a:lnSpc>
                <a:spcPct val="115000"/>
              </a:lnSpc>
              <a:spcBef>
                <a:spcPts val="0"/>
              </a:spcBef>
              <a:spcAft>
                <a:spcPts val="0"/>
              </a:spcAft>
              <a:buNone/>
              <a:defRPr b="1" sz="1200">
                <a:solidFill>
                  <a:schemeClr val="lt2"/>
                </a:solidFill>
              </a:defRPr>
            </a:lvl9pPr>
          </a:lstStyle>
          <a:p/>
        </p:txBody>
      </p:sp>
      <p:sp>
        <p:nvSpPr>
          <p:cNvPr id="842" name="Google Shape;842;p68"/>
          <p:cNvSpPr txBox="1"/>
          <p:nvPr>
            <p:ph idx="7"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843" name="Google Shape;843;p68"/>
          <p:cNvSpPr txBox="1"/>
          <p:nvPr>
            <p:ph idx="8"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 Alt 2">
  <p:cSld name="BLANK_1_1_1_1_1_1_1_1_1_1_1_1_1_1_1_1_1_3">
    <p:spTree>
      <p:nvGrpSpPr>
        <p:cNvPr id="844" name="Shape 844"/>
        <p:cNvGrpSpPr/>
        <p:nvPr/>
      </p:nvGrpSpPr>
      <p:grpSpPr>
        <a:xfrm>
          <a:off x="0" y="0"/>
          <a:ext cx="0" cy="0"/>
          <a:chOff x="0" y="0"/>
          <a:chExt cx="0" cy="0"/>
        </a:xfrm>
      </p:grpSpPr>
      <p:sp>
        <p:nvSpPr>
          <p:cNvPr id="845" name="Google Shape;845;p69"/>
          <p:cNvSpPr txBox="1"/>
          <p:nvPr>
            <p:ph idx="1" type="body"/>
          </p:nvPr>
        </p:nvSpPr>
        <p:spPr>
          <a:xfrm>
            <a:off x="1883800" y="2695375"/>
            <a:ext cx="1564500" cy="1273500"/>
          </a:xfrm>
          <a:prstGeom prst="rect">
            <a:avLst/>
          </a:prstGeom>
        </p:spPr>
        <p:txBody>
          <a:bodyPr anchorCtr="0" anchor="t" bIns="0" lIns="0" spcFirstLastPara="1" rIns="0" wrap="square" tIns="0">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846" name="Google Shape;846;p69"/>
          <p:cNvSpPr txBox="1"/>
          <p:nvPr>
            <p:ph idx="2" type="body"/>
          </p:nvPr>
        </p:nvSpPr>
        <p:spPr>
          <a:xfrm>
            <a:off x="3571625" y="2695375"/>
            <a:ext cx="1564500" cy="1273500"/>
          </a:xfrm>
          <a:prstGeom prst="rect">
            <a:avLst/>
          </a:prstGeom>
        </p:spPr>
        <p:txBody>
          <a:bodyPr anchorCtr="0" anchor="t" bIns="0" lIns="0" spcFirstLastPara="1" rIns="91425" wrap="square" tIns="0">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847" name="Google Shape;847;p69"/>
          <p:cNvSpPr txBox="1"/>
          <p:nvPr>
            <p:ph idx="3" type="body"/>
          </p:nvPr>
        </p:nvSpPr>
        <p:spPr>
          <a:xfrm>
            <a:off x="5500650" y="2695375"/>
            <a:ext cx="1564500" cy="1273500"/>
          </a:xfrm>
          <a:prstGeom prst="rect">
            <a:avLst/>
          </a:prstGeom>
        </p:spPr>
        <p:txBody>
          <a:bodyPr anchorCtr="0" anchor="t" bIns="0" lIns="0" spcFirstLastPara="1" rIns="0" wrap="square" tIns="0">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848" name="Google Shape;848;p69"/>
          <p:cNvSpPr txBox="1"/>
          <p:nvPr>
            <p:ph idx="4" type="body"/>
          </p:nvPr>
        </p:nvSpPr>
        <p:spPr>
          <a:xfrm>
            <a:off x="7188475" y="2695375"/>
            <a:ext cx="1564500" cy="1273500"/>
          </a:xfrm>
          <a:prstGeom prst="rect">
            <a:avLst/>
          </a:prstGeom>
        </p:spPr>
        <p:txBody>
          <a:bodyPr anchorCtr="0" anchor="t" bIns="0" lIns="0" spcFirstLastPara="1" rIns="91425" wrap="square" tIns="0">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849" name="Google Shape;849;p69"/>
          <p:cNvSpPr txBox="1"/>
          <p:nvPr>
            <p:ph idx="5" type="subTitle"/>
          </p:nvPr>
        </p:nvSpPr>
        <p:spPr>
          <a:xfrm>
            <a:off x="1883800" y="2406325"/>
            <a:ext cx="3207300" cy="1692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1200"/>
              <a:buFont typeface="Outfit"/>
              <a:buNone/>
              <a:defRPr>
                <a:latin typeface="Outfit"/>
                <a:ea typeface="Outfit"/>
                <a:cs typeface="Outfit"/>
                <a:sym typeface="Outfit"/>
              </a:defRPr>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p:txBody>
      </p:sp>
      <p:sp>
        <p:nvSpPr>
          <p:cNvPr id="850" name="Google Shape;850;p69"/>
          <p:cNvSpPr/>
          <p:nvPr>
            <p:ph idx="6" type="pic"/>
          </p:nvPr>
        </p:nvSpPr>
        <p:spPr>
          <a:xfrm>
            <a:off x="1731400" y="967275"/>
            <a:ext cx="2064000" cy="1273500"/>
          </a:xfrm>
          <a:prstGeom prst="round2DiagRect">
            <a:avLst>
              <a:gd fmla="val 0" name="adj1"/>
              <a:gd fmla="val 16572" name="adj2"/>
            </a:avLst>
          </a:prstGeom>
          <a:noFill/>
          <a:ln>
            <a:noFill/>
          </a:ln>
        </p:spPr>
      </p:sp>
      <p:sp>
        <p:nvSpPr>
          <p:cNvPr id="851" name="Google Shape;851;p69"/>
          <p:cNvSpPr/>
          <p:nvPr>
            <p:ph idx="7" type="pic"/>
          </p:nvPr>
        </p:nvSpPr>
        <p:spPr>
          <a:xfrm>
            <a:off x="5348325" y="967275"/>
            <a:ext cx="2064000" cy="1273500"/>
          </a:xfrm>
          <a:prstGeom prst="round2DiagRect">
            <a:avLst>
              <a:gd fmla="val 0" name="adj1"/>
              <a:gd fmla="val 16572" name="adj2"/>
            </a:avLst>
          </a:prstGeom>
          <a:noFill/>
          <a:ln>
            <a:noFill/>
          </a:ln>
        </p:spPr>
      </p:sp>
      <p:sp>
        <p:nvSpPr>
          <p:cNvPr id="852" name="Google Shape;852;p69"/>
          <p:cNvSpPr txBox="1"/>
          <p:nvPr>
            <p:ph idx="8" type="subTitle"/>
          </p:nvPr>
        </p:nvSpPr>
        <p:spPr>
          <a:xfrm>
            <a:off x="5500650" y="2406325"/>
            <a:ext cx="3207300" cy="1692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1200"/>
              <a:buFont typeface="Outfit"/>
              <a:buNone/>
              <a:defRPr>
                <a:latin typeface="Outfit"/>
                <a:ea typeface="Outfit"/>
                <a:cs typeface="Outfit"/>
                <a:sym typeface="Outfit"/>
              </a:defRPr>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p:txBody>
      </p:sp>
      <p:sp>
        <p:nvSpPr>
          <p:cNvPr id="853" name="Google Shape;853;p69"/>
          <p:cNvSpPr txBox="1"/>
          <p:nvPr>
            <p:ph type="title"/>
          </p:nvPr>
        </p:nvSpPr>
        <p:spPr>
          <a:xfrm>
            <a:off x="284775" y="282900"/>
            <a:ext cx="7851300" cy="476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854" name="Google Shape;854;p69"/>
          <p:cNvSpPr txBox="1"/>
          <p:nvPr>
            <p:ph idx="9"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855" name="Google Shape;855;p69"/>
          <p:cNvSpPr txBox="1"/>
          <p:nvPr>
            <p:ph idx="13"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storyboards">
  <p:cSld name="CUSTOM">
    <p:bg>
      <p:bgPr>
        <a:solidFill>
          <a:schemeClr val="lt2"/>
        </a:solidFill>
      </p:bgPr>
    </p:bg>
    <p:spTree>
      <p:nvGrpSpPr>
        <p:cNvPr id="856" name="Shape 856"/>
        <p:cNvGrpSpPr/>
        <p:nvPr/>
      </p:nvGrpSpPr>
      <p:grpSpPr>
        <a:xfrm>
          <a:off x="0" y="0"/>
          <a:ext cx="0" cy="0"/>
          <a:chOff x="0" y="0"/>
          <a:chExt cx="0" cy="0"/>
        </a:xfrm>
      </p:grpSpPr>
      <p:sp>
        <p:nvSpPr>
          <p:cNvPr id="857" name="Google Shape;857;p70"/>
          <p:cNvSpPr txBox="1"/>
          <p:nvPr>
            <p:ph idx="1" type="subTitle"/>
          </p:nvPr>
        </p:nvSpPr>
        <p:spPr>
          <a:xfrm>
            <a:off x="6794975" y="3103750"/>
            <a:ext cx="2064000" cy="530100"/>
          </a:xfrm>
          <a:prstGeom prst="rect">
            <a:avLst/>
          </a:prstGeom>
        </p:spPr>
        <p:txBody>
          <a:bodyPr anchorCtr="0" anchor="t" bIns="182875" lIns="182875" spcFirstLastPara="1" rIns="182875" wrap="square" tIns="182875">
            <a:noAutofit/>
          </a:bodyPr>
          <a:lstStyle>
            <a:lvl1pPr lvl="0">
              <a:lnSpc>
                <a:spcPct val="90000"/>
              </a:lnSpc>
              <a:spcBef>
                <a:spcPts val="0"/>
              </a:spcBef>
              <a:spcAft>
                <a:spcPts val="0"/>
              </a:spcAft>
              <a:buNone/>
              <a:defRPr/>
            </a:lvl1pPr>
            <a:lvl2pPr lvl="1">
              <a:spcBef>
                <a:spcPts val="0"/>
              </a:spcBef>
              <a:spcAft>
                <a:spcPts val="0"/>
              </a:spcAft>
              <a:buClr>
                <a:schemeClr val="lt1"/>
              </a:buClr>
              <a:buSzPts val="1200"/>
              <a:buNone/>
              <a:defRPr/>
            </a:lvl2pPr>
            <a:lvl3pPr lvl="2">
              <a:spcBef>
                <a:spcPts val="0"/>
              </a:spcBef>
              <a:spcAft>
                <a:spcPts val="0"/>
              </a:spcAft>
              <a:buClr>
                <a:schemeClr val="lt1"/>
              </a:buClr>
              <a:buSzPts val="1200"/>
              <a:buNone/>
              <a:defRPr/>
            </a:lvl3pPr>
            <a:lvl4pPr lvl="3">
              <a:spcBef>
                <a:spcPts val="0"/>
              </a:spcBef>
              <a:spcAft>
                <a:spcPts val="0"/>
              </a:spcAft>
              <a:buClr>
                <a:schemeClr val="lt1"/>
              </a:buClr>
              <a:buSzPts val="1200"/>
              <a:buNone/>
              <a:defRPr/>
            </a:lvl4pPr>
            <a:lvl5pPr lvl="4">
              <a:spcBef>
                <a:spcPts val="0"/>
              </a:spcBef>
              <a:spcAft>
                <a:spcPts val="0"/>
              </a:spcAft>
              <a:buClr>
                <a:schemeClr val="lt1"/>
              </a:buClr>
              <a:buSzPts val="1200"/>
              <a:buNone/>
              <a:defRPr/>
            </a:lvl5pPr>
            <a:lvl6pPr lvl="5">
              <a:spcBef>
                <a:spcPts val="0"/>
              </a:spcBef>
              <a:spcAft>
                <a:spcPts val="0"/>
              </a:spcAft>
              <a:buClr>
                <a:schemeClr val="lt1"/>
              </a:buClr>
              <a:buSzPts val="1200"/>
              <a:buNone/>
              <a:defRPr/>
            </a:lvl6pPr>
            <a:lvl7pPr lvl="6">
              <a:spcBef>
                <a:spcPts val="0"/>
              </a:spcBef>
              <a:spcAft>
                <a:spcPts val="0"/>
              </a:spcAft>
              <a:buClr>
                <a:schemeClr val="lt1"/>
              </a:buClr>
              <a:buSzPts val="1200"/>
              <a:buNone/>
              <a:defRPr/>
            </a:lvl7pPr>
            <a:lvl8pPr lvl="7">
              <a:spcBef>
                <a:spcPts val="0"/>
              </a:spcBef>
              <a:spcAft>
                <a:spcPts val="0"/>
              </a:spcAft>
              <a:buClr>
                <a:schemeClr val="lt1"/>
              </a:buClr>
              <a:buSzPts val="1200"/>
              <a:buNone/>
              <a:defRPr/>
            </a:lvl8pPr>
            <a:lvl9pPr lvl="8">
              <a:spcBef>
                <a:spcPts val="0"/>
              </a:spcBef>
              <a:spcAft>
                <a:spcPts val="0"/>
              </a:spcAft>
              <a:buClr>
                <a:schemeClr val="lt1"/>
              </a:buClr>
              <a:buSzPts val="1200"/>
              <a:buNone/>
              <a:defRPr/>
            </a:lvl9pPr>
          </a:lstStyle>
          <a:p/>
        </p:txBody>
      </p:sp>
      <p:sp>
        <p:nvSpPr>
          <p:cNvPr id="858" name="Google Shape;858;p70"/>
          <p:cNvSpPr/>
          <p:nvPr>
            <p:ph idx="2" type="pic"/>
          </p:nvPr>
        </p:nvSpPr>
        <p:spPr>
          <a:xfrm>
            <a:off x="2455025" y="1980250"/>
            <a:ext cx="2064000" cy="1122300"/>
          </a:xfrm>
          <a:prstGeom prst="round2SameRect">
            <a:avLst>
              <a:gd fmla="val 16667" name="adj1"/>
              <a:gd fmla="val 0" name="adj2"/>
            </a:avLst>
          </a:prstGeom>
          <a:noFill/>
          <a:ln>
            <a:noFill/>
          </a:ln>
        </p:spPr>
      </p:sp>
      <p:sp>
        <p:nvSpPr>
          <p:cNvPr id="859" name="Google Shape;859;p70"/>
          <p:cNvSpPr txBox="1"/>
          <p:nvPr>
            <p:ph idx="3" type="subTitle"/>
          </p:nvPr>
        </p:nvSpPr>
        <p:spPr>
          <a:xfrm>
            <a:off x="2455025" y="3103750"/>
            <a:ext cx="2064000" cy="530100"/>
          </a:xfrm>
          <a:prstGeom prst="rect">
            <a:avLst/>
          </a:prstGeom>
        </p:spPr>
        <p:txBody>
          <a:bodyPr anchorCtr="0" anchor="t" bIns="182875" lIns="182875" spcFirstLastPara="1" rIns="182875" wrap="square" tIns="182875">
            <a:noAutofit/>
          </a:bodyPr>
          <a:lstStyle>
            <a:lvl1pPr lvl="0">
              <a:lnSpc>
                <a:spcPct val="90000"/>
              </a:lnSpc>
              <a:spcBef>
                <a:spcPts val="0"/>
              </a:spcBef>
              <a:spcAft>
                <a:spcPts val="0"/>
              </a:spcAft>
              <a:buNone/>
              <a:defRPr/>
            </a:lvl1pPr>
            <a:lvl2pPr lvl="1">
              <a:spcBef>
                <a:spcPts val="0"/>
              </a:spcBef>
              <a:spcAft>
                <a:spcPts val="0"/>
              </a:spcAft>
              <a:buClr>
                <a:schemeClr val="lt1"/>
              </a:buClr>
              <a:buSzPts val="1200"/>
              <a:buNone/>
              <a:defRPr/>
            </a:lvl2pPr>
            <a:lvl3pPr lvl="2">
              <a:spcBef>
                <a:spcPts val="0"/>
              </a:spcBef>
              <a:spcAft>
                <a:spcPts val="0"/>
              </a:spcAft>
              <a:buClr>
                <a:schemeClr val="lt1"/>
              </a:buClr>
              <a:buSzPts val="1200"/>
              <a:buNone/>
              <a:defRPr/>
            </a:lvl3pPr>
            <a:lvl4pPr lvl="3">
              <a:spcBef>
                <a:spcPts val="0"/>
              </a:spcBef>
              <a:spcAft>
                <a:spcPts val="0"/>
              </a:spcAft>
              <a:buClr>
                <a:schemeClr val="lt1"/>
              </a:buClr>
              <a:buSzPts val="1200"/>
              <a:buNone/>
              <a:defRPr/>
            </a:lvl4pPr>
            <a:lvl5pPr lvl="4">
              <a:spcBef>
                <a:spcPts val="0"/>
              </a:spcBef>
              <a:spcAft>
                <a:spcPts val="0"/>
              </a:spcAft>
              <a:buClr>
                <a:schemeClr val="lt1"/>
              </a:buClr>
              <a:buSzPts val="1200"/>
              <a:buNone/>
              <a:defRPr/>
            </a:lvl5pPr>
            <a:lvl6pPr lvl="5">
              <a:spcBef>
                <a:spcPts val="0"/>
              </a:spcBef>
              <a:spcAft>
                <a:spcPts val="0"/>
              </a:spcAft>
              <a:buClr>
                <a:schemeClr val="lt1"/>
              </a:buClr>
              <a:buSzPts val="1200"/>
              <a:buNone/>
              <a:defRPr/>
            </a:lvl6pPr>
            <a:lvl7pPr lvl="6">
              <a:spcBef>
                <a:spcPts val="0"/>
              </a:spcBef>
              <a:spcAft>
                <a:spcPts val="0"/>
              </a:spcAft>
              <a:buClr>
                <a:schemeClr val="lt1"/>
              </a:buClr>
              <a:buSzPts val="1200"/>
              <a:buNone/>
              <a:defRPr/>
            </a:lvl7pPr>
            <a:lvl8pPr lvl="7">
              <a:spcBef>
                <a:spcPts val="0"/>
              </a:spcBef>
              <a:spcAft>
                <a:spcPts val="0"/>
              </a:spcAft>
              <a:buClr>
                <a:schemeClr val="lt1"/>
              </a:buClr>
              <a:buSzPts val="1200"/>
              <a:buNone/>
              <a:defRPr/>
            </a:lvl8pPr>
            <a:lvl9pPr lvl="8">
              <a:spcBef>
                <a:spcPts val="0"/>
              </a:spcBef>
              <a:spcAft>
                <a:spcPts val="0"/>
              </a:spcAft>
              <a:buClr>
                <a:schemeClr val="lt1"/>
              </a:buClr>
              <a:buSzPts val="1200"/>
              <a:buNone/>
              <a:defRPr/>
            </a:lvl9pPr>
          </a:lstStyle>
          <a:p/>
        </p:txBody>
      </p:sp>
      <p:sp>
        <p:nvSpPr>
          <p:cNvPr id="860" name="Google Shape;860;p70"/>
          <p:cNvSpPr/>
          <p:nvPr>
            <p:ph idx="4" type="pic"/>
          </p:nvPr>
        </p:nvSpPr>
        <p:spPr>
          <a:xfrm>
            <a:off x="4625000" y="1980250"/>
            <a:ext cx="2064000" cy="1122300"/>
          </a:xfrm>
          <a:prstGeom prst="round2SameRect">
            <a:avLst>
              <a:gd fmla="val 16667" name="adj1"/>
              <a:gd fmla="val 0" name="adj2"/>
            </a:avLst>
          </a:prstGeom>
          <a:noFill/>
          <a:ln>
            <a:noFill/>
          </a:ln>
        </p:spPr>
      </p:sp>
      <p:sp>
        <p:nvSpPr>
          <p:cNvPr id="861" name="Google Shape;861;p70"/>
          <p:cNvSpPr txBox="1"/>
          <p:nvPr>
            <p:ph idx="5" type="subTitle"/>
          </p:nvPr>
        </p:nvSpPr>
        <p:spPr>
          <a:xfrm>
            <a:off x="4625000" y="3103750"/>
            <a:ext cx="2064000" cy="530100"/>
          </a:xfrm>
          <a:prstGeom prst="rect">
            <a:avLst/>
          </a:prstGeom>
        </p:spPr>
        <p:txBody>
          <a:bodyPr anchorCtr="0" anchor="t" bIns="182875" lIns="182875" spcFirstLastPara="1" rIns="182875" wrap="square" tIns="182875">
            <a:noAutofit/>
          </a:bodyPr>
          <a:lstStyle>
            <a:lvl1pPr lvl="0">
              <a:lnSpc>
                <a:spcPct val="90000"/>
              </a:lnSpc>
              <a:spcBef>
                <a:spcPts val="0"/>
              </a:spcBef>
              <a:spcAft>
                <a:spcPts val="0"/>
              </a:spcAft>
              <a:buNone/>
              <a:defRPr/>
            </a:lvl1pPr>
            <a:lvl2pPr lvl="1">
              <a:spcBef>
                <a:spcPts val="0"/>
              </a:spcBef>
              <a:spcAft>
                <a:spcPts val="0"/>
              </a:spcAft>
              <a:buClr>
                <a:schemeClr val="lt1"/>
              </a:buClr>
              <a:buSzPts val="1200"/>
              <a:buNone/>
              <a:defRPr/>
            </a:lvl2pPr>
            <a:lvl3pPr lvl="2">
              <a:spcBef>
                <a:spcPts val="0"/>
              </a:spcBef>
              <a:spcAft>
                <a:spcPts val="0"/>
              </a:spcAft>
              <a:buClr>
                <a:schemeClr val="lt1"/>
              </a:buClr>
              <a:buSzPts val="1200"/>
              <a:buNone/>
              <a:defRPr/>
            </a:lvl3pPr>
            <a:lvl4pPr lvl="3">
              <a:spcBef>
                <a:spcPts val="0"/>
              </a:spcBef>
              <a:spcAft>
                <a:spcPts val="0"/>
              </a:spcAft>
              <a:buClr>
                <a:schemeClr val="lt1"/>
              </a:buClr>
              <a:buSzPts val="1200"/>
              <a:buNone/>
              <a:defRPr/>
            </a:lvl4pPr>
            <a:lvl5pPr lvl="4">
              <a:spcBef>
                <a:spcPts val="0"/>
              </a:spcBef>
              <a:spcAft>
                <a:spcPts val="0"/>
              </a:spcAft>
              <a:buClr>
                <a:schemeClr val="lt1"/>
              </a:buClr>
              <a:buSzPts val="1200"/>
              <a:buNone/>
              <a:defRPr/>
            </a:lvl5pPr>
            <a:lvl6pPr lvl="5">
              <a:spcBef>
                <a:spcPts val="0"/>
              </a:spcBef>
              <a:spcAft>
                <a:spcPts val="0"/>
              </a:spcAft>
              <a:buClr>
                <a:schemeClr val="lt1"/>
              </a:buClr>
              <a:buSzPts val="1200"/>
              <a:buNone/>
              <a:defRPr/>
            </a:lvl6pPr>
            <a:lvl7pPr lvl="6">
              <a:spcBef>
                <a:spcPts val="0"/>
              </a:spcBef>
              <a:spcAft>
                <a:spcPts val="0"/>
              </a:spcAft>
              <a:buClr>
                <a:schemeClr val="lt1"/>
              </a:buClr>
              <a:buSzPts val="1200"/>
              <a:buNone/>
              <a:defRPr/>
            </a:lvl7pPr>
            <a:lvl8pPr lvl="7">
              <a:spcBef>
                <a:spcPts val="0"/>
              </a:spcBef>
              <a:spcAft>
                <a:spcPts val="0"/>
              </a:spcAft>
              <a:buClr>
                <a:schemeClr val="lt1"/>
              </a:buClr>
              <a:buSzPts val="1200"/>
              <a:buNone/>
              <a:defRPr/>
            </a:lvl8pPr>
            <a:lvl9pPr lvl="8">
              <a:spcBef>
                <a:spcPts val="0"/>
              </a:spcBef>
              <a:spcAft>
                <a:spcPts val="0"/>
              </a:spcAft>
              <a:buClr>
                <a:schemeClr val="lt1"/>
              </a:buClr>
              <a:buSzPts val="1200"/>
              <a:buNone/>
              <a:defRPr/>
            </a:lvl9pPr>
          </a:lstStyle>
          <a:p/>
        </p:txBody>
      </p:sp>
      <p:sp>
        <p:nvSpPr>
          <p:cNvPr id="862" name="Google Shape;862;p70"/>
          <p:cNvSpPr/>
          <p:nvPr>
            <p:ph idx="6" type="pic"/>
          </p:nvPr>
        </p:nvSpPr>
        <p:spPr>
          <a:xfrm>
            <a:off x="285050" y="1980250"/>
            <a:ext cx="2064000" cy="1122300"/>
          </a:xfrm>
          <a:prstGeom prst="round2SameRect">
            <a:avLst>
              <a:gd fmla="val 16667" name="adj1"/>
              <a:gd fmla="val 0" name="adj2"/>
            </a:avLst>
          </a:prstGeom>
          <a:noFill/>
          <a:ln>
            <a:noFill/>
          </a:ln>
        </p:spPr>
      </p:sp>
      <p:sp>
        <p:nvSpPr>
          <p:cNvPr id="863" name="Google Shape;863;p70"/>
          <p:cNvSpPr txBox="1"/>
          <p:nvPr>
            <p:ph type="title"/>
          </p:nvPr>
        </p:nvSpPr>
        <p:spPr>
          <a:xfrm>
            <a:off x="284775" y="282900"/>
            <a:ext cx="7851300" cy="476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864" name="Google Shape;864;p70"/>
          <p:cNvSpPr txBox="1"/>
          <p:nvPr>
            <p:ph idx="7" type="body"/>
          </p:nvPr>
        </p:nvSpPr>
        <p:spPr>
          <a:xfrm>
            <a:off x="284750" y="3862050"/>
            <a:ext cx="2064000" cy="888600"/>
          </a:xfrm>
          <a:prstGeom prst="rect">
            <a:avLst/>
          </a:prstGeom>
        </p:spPr>
        <p:txBody>
          <a:bodyPr anchorCtr="0" anchor="t" bIns="0"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865" name="Google Shape;865;p70"/>
          <p:cNvSpPr txBox="1"/>
          <p:nvPr>
            <p:ph idx="8" type="subTitle"/>
          </p:nvPr>
        </p:nvSpPr>
        <p:spPr>
          <a:xfrm>
            <a:off x="285050" y="3103750"/>
            <a:ext cx="2064000" cy="530100"/>
          </a:xfrm>
          <a:prstGeom prst="rect">
            <a:avLst/>
          </a:prstGeom>
        </p:spPr>
        <p:txBody>
          <a:bodyPr anchorCtr="0" anchor="t" bIns="182875" lIns="182875" spcFirstLastPara="1" rIns="182875" wrap="square" tIns="182875">
            <a:noAutofit/>
          </a:bodyPr>
          <a:lstStyle>
            <a:lvl1pPr lvl="0">
              <a:lnSpc>
                <a:spcPct val="90000"/>
              </a:lnSpc>
              <a:spcBef>
                <a:spcPts val="0"/>
              </a:spcBef>
              <a:spcAft>
                <a:spcPts val="0"/>
              </a:spcAft>
              <a:buNone/>
              <a:defRPr/>
            </a:lvl1pPr>
            <a:lvl2pPr lvl="1">
              <a:spcBef>
                <a:spcPts val="0"/>
              </a:spcBef>
              <a:spcAft>
                <a:spcPts val="0"/>
              </a:spcAft>
              <a:buClr>
                <a:schemeClr val="lt1"/>
              </a:buClr>
              <a:buSzPts val="1200"/>
              <a:buNone/>
              <a:defRPr/>
            </a:lvl2pPr>
            <a:lvl3pPr lvl="2">
              <a:spcBef>
                <a:spcPts val="0"/>
              </a:spcBef>
              <a:spcAft>
                <a:spcPts val="0"/>
              </a:spcAft>
              <a:buClr>
                <a:schemeClr val="lt1"/>
              </a:buClr>
              <a:buSzPts val="1200"/>
              <a:buNone/>
              <a:defRPr/>
            </a:lvl3pPr>
            <a:lvl4pPr lvl="3">
              <a:spcBef>
                <a:spcPts val="0"/>
              </a:spcBef>
              <a:spcAft>
                <a:spcPts val="0"/>
              </a:spcAft>
              <a:buClr>
                <a:schemeClr val="lt1"/>
              </a:buClr>
              <a:buSzPts val="1200"/>
              <a:buNone/>
              <a:defRPr/>
            </a:lvl4pPr>
            <a:lvl5pPr lvl="4">
              <a:spcBef>
                <a:spcPts val="0"/>
              </a:spcBef>
              <a:spcAft>
                <a:spcPts val="0"/>
              </a:spcAft>
              <a:buClr>
                <a:schemeClr val="lt1"/>
              </a:buClr>
              <a:buSzPts val="1200"/>
              <a:buNone/>
              <a:defRPr/>
            </a:lvl5pPr>
            <a:lvl6pPr lvl="5">
              <a:spcBef>
                <a:spcPts val="0"/>
              </a:spcBef>
              <a:spcAft>
                <a:spcPts val="0"/>
              </a:spcAft>
              <a:buClr>
                <a:schemeClr val="lt1"/>
              </a:buClr>
              <a:buSzPts val="1200"/>
              <a:buNone/>
              <a:defRPr/>
            </a:lvl6pPr>
            <a:lvl7pPr lvl="6">
              <a:spcBef>
                <a:spcPts val="0"/>
              </a:spcBef>
              <a:spcAft>
                <a:spcPts val="0"/>
              </a:spcAft>
              <a:buClr>
                <a:schemeClr val="lt1"/>
              </a:buClr>
              <a:buSzPts val="1200"/>
              <a:buNone/>
              <a:defRPr/>
            </a:lvl7pPr>
            <a:lvl8pPr lvl="7">
              <a:spcBef>
                <a:spcPts val="0"/>
              </a:spcBef>
              <a:spcAft>
                <a:spcPts val="0"/>
              </a:spcAft>
              <a:buClr>
                <a:schemeClr val="lt1"/>
              </a:buClr>
              <a:buSzPts val="1200"/>
              <a:buNone/>
              <a:defRPr/>
            </a:lvl8pPr>
            <a:lvl9pPr lvl="8">
              <a:spcBef>
                <a:spcPts val="0"/>
              </a:spcBef>
              <a:spcAft>
                <a:spcPts val="0"/>
              </a:spcAft>
              <a:buClr>
                <a:schemeClr val="lt1"/>
              </a:buClr>
              <a:buSzPts val="1200"/>
              <a:buNone/>
              <a:defRPr/>
            </a:lvl9pPr>
          </a:lstStyle>
          <a:p/>
        </p:txBody>
      </p:sp>
      <p:sp>
        <p:nvSpPr>
          <p:cNvPr id="866" name="Google Shape;866;p70"/>
          <p:cNvSpPr txBox="1"/>
          <p:nvPr>
            <p:ph idx="9" type="body"/>
          </p:nvPr>
        </p:nvSpPr>
        <p:spPr>
          <a:xfrm>
            <a:off x="2454725" y="3862050"/>
            <a:ext cx="2064000" cy="888600"/>
          </a:xfrm>
          <a:prstGeom prst="rect">
            <a:avLst/>
          </a:prstGeom>
        </p:spPr>
        <p:txBody>
          <a:bodyPr anchorCtr="0" anchor="t" bIns="0"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867" name="Google Shape;867;p70"/>
          <p:cNvSpPr txBox="1"/>
          <p:nvPr>
            <p:ph idx="13" type="body"/>
          </p:nvPr>
        </p:nvSpPr>
        <p:spPr>
          <a:xfrm>
            <a:off x="4624700" y="3862050"/>
            <a:ext cx="2064000" cy="888600"/>
          </a:xfrm>
          <a:prstGeom prst="rect">
            <a:avLst/>
          </a:prstGeom>
        </p:spPr>
        <p:txBody>
          <a:bodyPr anchorCtr="0" anchor="t" bIns="0"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868" name="Google Shape;868;p70"/>
          <p:cNvSpPr txBox="1"/>
          <p:nvPr>
            <p:ph idx="14" type="body"/>
          </p:nvPr>
        </p:nvSpPr>
        <p:spPr>
          <a:xfrm>
            <a:off x="6794675" y="3862050"/>
            <a:ext cx="2064000" cy="888600"/>
          </a:xfrm>
          <a:prstGeom prst="rect">
            <a:avLst/>
          </a:prstGeom>
        </p:spPr>
        <p:txBody>
          <a:bodyPr anchorCtr="0" anchor="t" bIns="0"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869" name="Google Shape;869;p70"/>
          <p:cNvSpPr/>
          <p:nvPr>
            <p:ph idx="15" type="pic"/>
          </p:nvPr>
        </p:nvSpPr>
        <p:spPr>
          <a:xfrm>
            <a:off x="6794975" y="1980250"/>
            <a:ext cx="2064000" cy="1122300"/>
          </a:xfrm>
          <a:prstGeom prst="round2SameRect">
            <a:avLst>
              <a:gd fmla="val 16667" name="adj1"/>
              <a:gd fmla="val 0" name="adj2"/>
            </a:avLst>
          </a:prstGeom>
          <a:noFill/>
          <a:ln>
            <a:noFill/>
          </a:ln>
        </p:spPr>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Alt 3">
  <p:cSld name="CUSTOM_3">
    <p:bg>
      <p:bgPr>
        <a:solidFill>
          <a:schemeClr val="lt2"/>
        </a:solidFill>
      </p:bgPr>
    </p:bg>
    <p:spTree>
      <p:nvGrpSpPr>
        <p:cNvPr id="870" name="Shape 870"/>
        <p:cNvGrpSpPr/>
        <p:nvPr/>
      </p:nvGrpSpPr>
      <p:grpSpPr>
        <a:xfrm>
          <a:off x="0" y="0"/>
          <a:ext cx="0" cy="0"/>
          <a:chOff x="0" y="0"/>
          <a:chExt cx="0" cy="0"/>
        </a:xfrm>
      </p:grpSpPr>
      <p:sp>
        <p:nvSpPr>
          <p:cNvPr id="871" name="Google Shape;871;p71"/>
          <p:cNvSpPr/>
          <p:nvPr>
            <p:ph idx="2" type="pic"/>
          </p:nvPr>
        </p:nvSpPr>
        <p:spPr>
          <a:xfrm>
            <a:off x="5965025" y="3740450"/>
            <a:ext cx="2894400" cy="1116900"/>
          </a:xfrm>
          <a:prstGeom prst="roundRect">
            <a:avLst>
              <a:gd fmla="val 13273" name="adj"/>
            </a:avLst>
          </a:prstGeom>
          <a:noFill/>
          <a:ln>
            <a:noFill/>
          </a:ln>
        </p:spPr>
      </p:sp>
      <p:sp>
        <p:nvSpPr>
          <p:cNvPr id="872" name="Google Shape;872;p71"/>
          <p:cNvSpPr/>
          <p:nvPr/>
        </p:nvSpPr>
        <p:spPr>
          <a:xfrm flipH="1" rot="10800000">
            <a:off x="575775" y="282975"/>
            <a:ext cx="7992600" cy="3457500"/>
          </a:xfrm>
          <a:prstGeom prst="round2DiagRect">
            <a:avLst>
              <a:gd fmla="val 9463"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Outfit"/>
              <a:ea typeface="Outfit"/>
              <a:cs typeface="Outfit"/>
              <a:sym typeface="Outfit"/>
            </a:endParaRPr>
          </a:p>
        </p:txBody>
      </p:sp>
      <p:sp>
        <p:nvSpPr>
          <p:cNvPr id="873" name="Google Shape;873;p71"/>
          <p:cNvSpPr/>
          <p:nvPr/>
        </p:nvSpPr>
        <p:spPr>
          <a:xfrm flipH="1" rot="10800000">
            <a:off x="575775" y="3740475"/>
            <a:ext cx="5389200" cy="1116900"/>
          </a:xfrm>
          <a:prstGeom prst="round2DiagRect">
            <a:avLst>
              <a:gd fmla="val 16002" name="adj1"/>
              <a:gd fmla="val 0" name="adj2"/>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Outfit"/>
              <a:ea typeface="Outfit"/>
              <a:cs typeface="Outfit"/>
              <a:sym typeface="Outfit"/>
            </a:endParaRPr>
          </a:p>
        </p:txBody>
      </p:sp>
      <p:sp>
        <p:nvSpPr>
          <p:cNvPr id="874" name="Google Shape;874;p71"/>
          <p:cNvSpPr/>
          <p:nvPr/>
        </p:nvSpPr>
        <p:spPr>
          <a:xfrm rot="10800000">
            <a:off x="284775" y="282975"/>
            <a:ext cx="291000" cy="45744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Outfit"/>
              <a:ea typeface="Outfit"/>
              <a:cs typeface="Outfit"/>
              <a:sym typeface="Outfit"/>
            </a:endParaRPr>
          </a:p>
        </p:txBody>
      </p:sp>
      <p:sp>
        <p:nvSpPr>
          <p:cNvPr id="875" name="Google Shape;875;p71"/>
          <p:cNvSpPr/>
          <p:nvPr/>
        </p:nvSpPr>
        <p:spPr>
          <a:xfrm rot="10800000">
            <a:off x="8568225" y="282900"/>
            <a:ext cx="291000" cy="3457500"/>
          </a:xfrm>
          <a:prstGeom prst="round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Outfit"/>
              <a:ea typeface="Outfit"/>
              <a:cs typeface="Outfit"/>
              <a:sym typeface="Outfit"/>
            </a:endParaRPr>
          </a:p>
        </p:txBody>
      </p:sp>
      <p:sp>
        <p:nvSpPr>
          <p:cNvPr id="876" name="Google Shape;876;p71"/>
          <p:cNvSpPr txBox="1"/>
          <p:nvPr>
            <p:ph type="title"/>
          </p:nvPr>
        </p:nvSpPr>
        <p:spPr>
          <a:xfrm>
            <a:off x="917100" y="528525"/>
            <a:ext cx="7337100" cy="2912100"/>
          </a:xfrm>
          <a:prstGeom prst="rect">
            <a:avLst/>
          </a:prstGeom>
        </p:spPr>
        <p:txBody>
          <a:bodyPr anchorCtr="0" anchor="t"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877" name="Google Shape;877;p71"/>
          <p:cNvSpPr txBox="1"/>
          <p:nvPr>
            <p:ph idx="1" type="subTitle"/>
          </p:nvPr>
        </p:nvSpPr>
        <p:spPr>
          <a:xfrm>
            <a:off x="917100" y="3989175"/>
            <a:ext cx="4625100" cy="597900"/>
          </a:xfrm>
          <a:prstGeom prst="rect">
            <a:avLst/>
          </a:prstGeom>
        </p:spPr>
        <p:txBody>
          <a:bodyPr anchorCtr="0" anchor="t" bIns="0" lIns="0" spcFirstLastPara="1" rIns="0" wrap="square" tIns="0">
            <a:noAutofit/>
          </a:bodyPr>
          <a:lstStyle>
            <a:lvl1pPr lvl="0">
              <a:spcBef>
                <a:spcPts val="0"/>
              </a:spcBef>
              <a:spcAft>
                <a:spcPts val="0"/>
              </a:spcAft>
              <a:buSzPts val="1800"/>
              <a:buFont typeface="Outfit"/>
              <a:buNone/>
              <a:defRPr sz="1800">
                <a:latin typeface="Outfit"/>
                <a:ea typeface="Outfit"/>
                <a:cs typeface="Outfit"/>
                <a:sym typeface="Outfit"/>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ards - Alt 1">
  <p:cSld name="CUSTOM_4">
    <p:bg>
      <p:bgPr>
        <a:solidFill>
          <a:schemeClr val="lt2"/>
        </a:solidFill>
      </p:bgPr>
    </p:bg>
    <p:spTree>
      <p:nvGrpSpPr>
        <p:cNvPr id="878" name="Shape 878"/>
        <p:cNvGrpSpPr/>
        <p:nvPr/>
      </p:nvGrpSpPr>
      <p:grpSpPr>
        <a:xfrm>
          <a:off x="0" y="0"/>
          <a:ext cx="0" cy="0"/>
          <a:chOff x="0" y="0"/>
          <a:chExt cx="0" cy="0"/>
        </a:xfrm>
      </p:grpSpPr>
      <p:sp>
        <p:nvSpPr>
          <p:cNvPr id="879" name="Google Shape;879;p72"/>
          <p:cNvSpPr/>
          <p:nvPr>
            <p:ph idx="2" type="pic"/>
          </p:nvPr>
        </p:nvSpPr>
        <p:spPr>
          <a:xfrm>
            <a:off x="717825" y="2478076"/>
            <a:ext cx="1197900" cy="1197900"/>
          </a:xfrm>
          <a:prstGeom prst="ellipse">
            <a:avLst/>
          </a:prstGeom>
          <a:noFill/>
          <a:ln cap="flat" cmpd="sng" w="9525">
            <a:solidFill>
              <a:schemeClr val="lt2"/>
            </a:solidFill>
            <a:prstDash val="solid"/>
            <a:round/>
            <a:headEnd len="sm" w="sm" type="none"/>
            <a:tailEnd len="sm" w="sm" type="none"/>
          </a:ln>
        </p:spPr>
      </p:sp>
      <p:sp>
        <p:nvSpPr>
          <p:cNvPr id="880" name="Google Shape;880;p72"/>
          <p:cNvSpPr/>
          <p:nvPr>
            <p:ph idx="3" type="pic"/>
          </p:nvPr>
        </p:nvSpPr>
        <p:spPr>
          <a:xfrm>
            <a:off x="2887875" y="2478076"/>
            <a:ext cx="1197900" cy="1197900"/>
          </a:xfrm>
          <a:prstGeom prst="ellipse">
            <a:avLst/>
          </a:prstGeom>
          <a:noFill/>
          <a:ln cap="flat" cmpd="sng" w="9525">
            <a:solidFill>
              <a:schemeClr val="lt2"/>
            </a:solidFill>
            <a:prstDash val="solid"/>
            <a:round/>
            <a:headEnd len="sm" w="sm" type="none"/>
            <a:tailEnd len="sm" w="sm" type="none"/>
          </a:ln>
        </p:spPr>
      </p:sp>
      <p:sp>
        <p:nvSpPr>
          <p:cNvPr id="881" name="Google Shape;881;p72"/>
          <p:cNvSpPr/>
          <p:nvPr>
            <p:ph idx="4" type="pic"/>
          </p:nvPr>
        </p:nvSpPr>
        <p:spPr>
          <a:xfrm>
            <a:off x="5057925" y="2478076"/>
            <a:ext cx="1197900" cy="1197900"/>
          </a:xfrm>
          <a:prstGeom prst="ellipse">
            <a:avLst/>
          </a:prstGeom>
          <a:noFill/>
          <a:ln cap="flat" cmpd="sng" w="9525">
            <a:solidFill>
              <a:schemeClr val="lt2"/>
            </a:solidFill>
            <a:prstDash val="solid"/>
            <a:round/>
            <a:headEnd len="sm" w="sm" type="none"/>
            <a:tailEnd len="sm" w="sm" type="none"/>
          </a:ln>
        </p:spPr>
      </p:sp>
      <p:sp>
        <p:nvSpPr>
          <p:cNvPr id="882" name="Google Shape;882;p72"/>
          <p:cNvSpPr/>
          <p:nvPr>
            <p:ph idx="5" type="pic"/>
          </p:nvPr>
        </p:nvSpPr>
        <p:spPr>
          <a:xfrm>
            <a:off x="7227975" y="2478076"/>
            <a:ext cx="1197900" cy="1197900"/>
          </a:xfrm>
          <a:prstGeom prst="ellipse">
            <a:avLst/>
          </a:prstGeom>
          <a:noFill/>
          <a:ln cap="flat" cmpd="sng" w="9525">
            <a:solidFill>
              <a:schemeClr val="lt2"/>
            </a:solidFill>
            <a:prstDash val="solid"/>
            <a:round/>
            <a:headEnd len="sm" w="sm" type="none"/>
            <a:tailEnd len="sm" w="sm" type="none"/>
          </a:ln>
        </p:spPr>
      </p:sp>
      <p:sp>
        <p:nvSpPr>
          <p:cNvPr id="883" name="Google Shape;883;p72"/>
          <p:cNvSpPr txBox="1"/>
          <p:nvPr>
            <p:ph idx="1" type="subTitle"/>
          </p:nvPr>
        </p:nvSpPr>
        <p:spPr>
          <a:xfrm>
            <a:off x="284775" y="1675050"/>
            <a:ext cx="1933800" cy="558600"/>
          </a:xfrm>
          <a:prstGeom prst="rect">
            <a:avLst/>
          </a:prstGeom>
        </p:spPr>
        <p:txBody>
          <a:bodyPr anchorCtr="0" anchor="t" bIns="0" lIns="182875" spcFirstLastPara="1" rIns="182875" wrap="square" tIns="182875">
            <a:noAutofit/>
          </a:bodyPr>
          <a:lstStyle>
            <a:lvl1pPr lvl="0">
              <a:lnSpc>
                <a:spcPct val="90000"/>
              </a:lnSpc>
              <a:spcBef>
                <a:spcPts val="0"/>
              </a:spcBef>
              <a:spcAft>
                <a:spcPts val="0"/>
              </a:spcAft>
              <a:buSzPts val="1800"/>
              <a:buNone/>
              <a:defRPr b="1" sz="1800"/>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884" name="Google Shape;884;p72"/>
          <p:cNvSpPr txBox="1"/>
          <p:nvPr>
            <p:ph idx="6" type="subTitle"/>
          </p:nvPr>
        </p:nvSpPr>
        <p:spPr>
          <a:xfrm>
            <a:off x="2454825" y="1675050"/>
            <a:ext cx="1933800" cy="558600"/>
          </a:xfrm>
          <a:prstGeom prst="rect">
            <a:avLst/>
          </a:prstGeom>
        </p:spPr>
        <p:txBody>
          <a:bodyPr anchorCtr="0" anchor="t" bIns="0" lIns="182875" spcFirstLastPara="1" rIns="182875" wrap="square" tIns="182875">
            <a:noAutofit/>
          </a:bodyPr>
          <a:lstStyle>
            <a:lvl1pPr lvl="0">
              <a:lnSpc>
                <a:spcPct val="90000"/>
              </a:lnSpc>
              <a:spcBef>
                <a:spcPts val="0"/>
              </a:spcBef>
              <a:spcAft>
                <a:spcPts val="0"/>
              </a:spcAft>
              <a:buClr>
                <a:schemeClr val="lt1"/>
              </a:buClr>
              <a:buSzPts val="1800"/>
              <a:buNone/>
              <a:defRPr b="1" sz="1800"/>
            </a:lvl1pPr>
            <a:lvl2pPr lvl="1">
              <a:lnSpc>
                <a:spcPct val="90000"/>
              </a:lnSpc>
              <a:spcBef>
                <a:spcPts val="0"/>
              </a:spcBef>
              <a:spcAft>
                <a:spcPts val="0"/>
              </a:spcAft>
              <a:buSzPts val="1200"/>
              <a:buNone/>
              <a:defRPr/>
            </a:lvl2pPr>
            <a:lvl3pPr lvl="2">
              <a:lnSpc>
                <a:spcPct val="90000"/>
              </a:lnSpc>
              <a:spcBef>
                <a:spcPts val="0"/>
              </a:spcBef>
              <a:spcAft>
                <a:spcPts val="0"/>
              </a:spcAft>
              <a:buSzPts val="1200"/>
              <a:buNone/>
              <a:defRPr/>
            </a:lvl3pPr>
            <a:lvl4pPr lvl="3">
              <a:lnSpc>
                <a:spcPct val="90000"/>
              </a:lnSpc>
              <a:spcBef>
                <a:spcPts val="0"/>
              </a:spcBef>
              <a:spcAft>
                <a:spcPts val="0"/>
              </a:spcAft>
              <a:buSzPts val="1200"/>
              <a:buNone/>
              <a:defRPr/>
            </a:lvl4pPr>
            <a:lvl5pPr lvl="4">
              <a:lnSpc>
                <a:spcPct val="90000"/>
              </a:lnSpc>
              <a:spcBef>
                <a:spcPts val="0"/>
              </a:spcBef>
              <a:spcAft>
                <a:spcPts val="0"/>
              </a:spcAft>
              <a:buSzPts val="1200"/>
              <a:buNone/>
              <a:defRPr/>
            </a:lvl5pPr>
            <a:lvl6pPr lvl="5">
              <a:lnSpc>
                <a:spcPct val="90000"/>
              </a:lnSpc>
              <a:spcBef>
                <a:spcPts val="0"/>
              </a:spcBef>
              <a:spcAft>
                <a:spcPts val="0"/>
              </a:spcAft>
              <a:buSzPts val="1200"/>
              <a:buNone/>
              <a:defRPr/>
            </a:lvl6pPr>
            <a:lvl7pPr lvl="6">
              <a:lnSpc>
                <a:spcPct val="90000"/>
              </a:lnSpc>
              <a:spcBef>
                <a:spcPts val="0"/>
              </a:spcBef>
              <a:spcAft>
                <a:spcPts val="0"/>
              </a:spcAft>
              <a:buSzPts val="1200"/>
              <a:buNone/>
              <a:defRPr/>
            </a:lvl7pPr>
            <a:lvl8pPr lvl="7">
              <a:lnSpc>
                <a:spcPct val="90000"/>
              </a:lnSpc>
              <a:spcBef>
                <a:spcPts val="0"/>
              </a:spcBef>
              <a:spcAft>
                <a:spcPts val="0"/>
              </a:spcAft>
              <a:buSzPts val="1200"/>
              <a:buNone/>
              <a:defRPr/>
            </a:lvl8pPr>
            <a:lvl9pPr lvl="8">
              <a:lnSpc>
                <a:spcPct val="90000"/>
              </a:lnSpc>
              <a:spcBef>
                <a:spcPts val="0"/>
              </a:spcBef>
              <a:spcAft>
                <a:spcPts val="0"/>
              </a:spcAft>
              <a:buSzPts val="1200"/>
              <a:buNone/>
              <a:defRPr/>
            </a:lvl9pPr>
          </a:lstStyle>
          <a:p/>
        </p:txBody>
      </p:sp>
      <p:sp>
        <p:nvSpPr>
          <p:cNvPr id="885" name="Google Shape;885;p72"/>
          <p:cNvSpPr txBox="1"/>
          <p:nvPr>
            <p:ph idx="7" type="subTitle"/>
          </p:nvPr>
        </p:nvSpPr>
        <p:spPr>
          <a:xfrm>
            <a:off x="4624863" y="1675050"/>
            <a:ext cx="1933800" cy="558600"/>
          </a:xfrm>
          <a:prstGeom prst="rect">
            <a:avLst/>
          </a:prstGeom>
        </p:spPr>
        <p:txBody>
          <a:bodyPr anchorCtr="0" anchor="t" bIns="0" lIns="182875" spcFirstLastPara="1" rIns="182875" wrap="square" tIns="182875">
            <a:noAutofit/>
          </a:bodyPr>
          <a:lstStyle>
            <a:lvl1pPr lvl="0">
              <a:lnSpc>
                <a:spcPct val="90000"/>
              </a:lnSpc>
              <a:spcBef>
                <a:spcPts val="0"/>
              </a:spcBef>
              <a:spcAft>
                <a:spcPts val="0"/>
              </a:spcAft>
              <a:buClr>
                <a:schemeClr val="lt1"/>
              </a:buClr>
              <a:buSzPts val="1800"/>
              <a:buNone/>
              <a:defRPr b="1" sz="1800"/>
            </a:lvl1pPr>
            <a:lvl2pPr lvl="1">
              <a:lnSpc>
                <a:spcPct val="90000"/>
              </a:lnSpc>
              <a:spcBef>
                <a:spcPts val="0"/>
              </a:spcBef>
              <a:spcAft>
                <a:spcPts val="0"/>
              </a:spcAft>
              <a:buSzPts val="1200"/>
              <a:buNone/>
              <a:defRPr/>
            </a:lvl2pPr>
            <a:lvl3pPr lvl="2">
              <a:lnSpc>
                <a:spcPct val="90000"/>
              </a:lnSpc>
              <a:spcBef>
                <a:spcPts val="0"/>
              </a:spcBef>
              <a:spcAft>
                <a:spcPts val="0"/>
              </a:spcAft>
              <a:buSzPts val="1200"/>
              <a:buNone/>
              <a:defRPr/>
            </a:lvl3pPr>
            <a:lvl4pPr lvl="3">
              <a:lnSpc>
                <a:spcPct val="90000"/>
              </a:lnSpc>
              <a:spcBef>
                <a:spcPts val="0"/>
              </a:spcBef>
              <a:spcAft>
                <a:spcPts val="0"/>
              </a:spcAft>
              <a:buSzPts val="1200"/>
              <a:buNone/>
              <a:defRPr/>
            </a:lvl4pPr>
            <a:lvl5pPr lvl="4">
              <a:lnSpc>
                <a:spcPct val="90000"/>
              </a:lnSpc>
              <a:spcBef>
                <a:spcPts val="0"/>
              </a:spcBef>
              <a:spcAft>
                <a:spcPts val="0"/>
              </a:spcAft>
              <a:buSzPts val="1200"/>
              <a:buNone/>
              <a:defRPr/>
            </a:lvl5pPr>
            <a:lvl6pPr lvl="5">
              <a:lnSpc>
                <a:spcPct val="90000"/>
              </a:lnSpc>
              <a:spcBef>
                <a:spcPts val="0"/>
              </a:spcBef>
              <a:spcAft>
                <a:spcPts val="0"/>
              </a:spcAft>
              <a:buSzPts val="1200"/>
              <a:buNone/>
              <a:defRPr/>
            </a:lvl6pPr>
            <a:lvl7pPr lvl="6">
              <a:lnSpc>
                <a:spcPct val="90000"/>
              </a:lnSpc>
              <a:spcBef>
                <a:spcPts val="0"/>
              </a:spcBef>
              <a:spcAft>
                <a:spcPts val="0"/>
              </a:spcAft>
              <a:buSzPts val="1200"/>
              <a:buNone/>
              <a:defRPr/>
            </a:lvl7pPr>
            <a:lvl8pPr lvl="7">
              <a:lnSpc>
                <a:spcPct val="90000"/>
              </a:lnSpc>
              <a:spcBef>
                <a:spcPts val="0"/>
              </a:spcBef>
              <a:spcAft>
                <a:spcPts val="0"/>
              </a:spcAft>
              <a:buSzPts val="1200"/>
              <a:buNone/>
              <a:defRPr/>
            </a:lvl8pPr>
            <a:lvl9pPr lvl="8">
              <a:lnSpc>
                <a:spcPct val="90000"/>
              </a:lnSpc>
              <a:spcBef>
                <a:spcPts val="0"/>
              </a:spcBef>
              <a:spcAft>
                <a:spcPts val="0"/>
              </a:spcAft>
              <a:buSzPts val="1200"/>
              <a:buNone/>
              <a:defRPr/>
            </a:lvl9pPr>
          </a:lstStyle>
          <a:p/>
        </p:txBody>
      </p:sp>
      <p:sp>
        <p:nvSpPr>
          <p:cNvPr id="886" name="Google Shape;886;p72"/>
          <p:cNvSpPr txBox="1"/>
          <p:nvPr>
            <p:ph idx="8" type="subTitle"/>
          </p:nvPr>
        </p:nvSpPr>
        <p:spPr>
          <a:xfrm>
            <a:off x="6794913" y="1675050"/>
            <a:ext cx="1933800" cy="558600"/>
          </a:xfrm>
          <a:prstGeom prst="rect">
            <a:avLst/>
          </a:prstGeom>
        </p:spPr>
        <p:txBody>
          <a:bodyPr anchorCtr="0" anchor="t" bIns="0" lIns="182875" spcFirstLastPara="1" rIns="182875" wrap="square" tIns="182875">
            <a:noAutofit/>
          </a:bodyPr>
          <a:lstStyle>
            <a:lvl1pPr lvl="0">
              <a:lnSpc>
                <a:spcPct val="90000"/>
              </a:lnSpc>
              <a:spcBef>
                <a:spcPts val="0"/>
              </a:spcBef>
              <a:spcAft>
                <a:spcPts val="0"/>
              </a:spcAft>
              <a:buClr>
                <a:schemeClr val="lt2"/>
              </a:buClr>
              <a:buSzPts val="1800"/>
              <a:buNone/>
              <a:defRPr b="1" sz="1800">
                <a:solidFill>
                  <a:schemeClr val="lt2"/>
                </a:solidFill>
              </a:defRPr>
            </a:lvl1pPr>
            <a:lvl2pPr lvl="1">
              <a:lnSpc>
                <a:spcPct val="90000"/>
              </a:lnSpc>
              <a:spcBef>
                <a:spcPts val="0"/>
              </a:spcBef>
              <a:spcAft>
                <a:spcPts val="0"/>
              </a:spcAft>
              <a:buClr>
                <a:schemeClr val="lt2"/>
              </a:buClr>
              <a:buSzPts val="1200"/>
              <a:buNone/>
              <a:defRPr>
                <a:solidFill>
                  <a:schemeClr val="lt2"/>
                </a:solidFill>
              </a:defRPr>
            </a:lvl2pPr>
            <a:lvl3pPr lvl="2">
              <a:lnSpc>
                <a:spcPct val="90000"/>
              </a:lnSpc>
              <a:spcBef>
                <a:spcPts val="0"/>
              </a:spcBef>
              <a:spcAft>
                <a:spcPts val="0"/>
              </a:spcAft>
              <a:buClr>
                <a:schemeClr val="lt2"/>
              </a:buClr>
              <a:buSzPts val="1200"/>
              <a:buNone/>
              <a:defRPr>
                <a:solidFill>
                  <a:schemeClr val="lt2"/>
                </a:solidFill>
              </a:defRPr>
            </a:lvl3pPr>
            <a:lvl4pPr lvl="3">
              <a:lnSpc>
                <a:spcPct val="90000"/>
              </a:lnSpc>
              <a:spcBef>
                <a:spcPts val="0"/>
              </a:spcBef>
              <a:spcAft>
                <a:spcPts val="0"/>
              </a:spcAft>
              <a:buClr>
                <a:schemeClr val="lt2"/>
              </a:buClr>
              <a:buSzPts val="1200"/>
              <a:buNone/>
              <a:defRPr>
                <a:solidFill>
                  <a:schemeClr val="lt2"/>
                </a:solidFill>
              </a:defRPr>
            </a:lvl4pPr>
            <a:lvl5pPr lvl="4">
              <a:lnSpc>
                <a:spcPct val="90000"/>
              </a:lnSpc>
              <a:spcBef>
                <a:spcPts val="0"/>
              </a:spcBef>
              <a:spcAft>
                <a:spcPts val="0"/>
              </a:spcAft>
              <a:buClr>
                <a:schemeClr val="lt2"/>
              </a:buClr>
              <a:buSzPts val="1200"/>
              <a:buNone/>
              <a:defRPr>
                <a:solidFill>
                  <a:schemeClr val="lt2"/>
                </a:solidFill>
              </a:defRPr>
            </a:lvl5pPr>
            <a:lvl6pPr lvl="5">
              <a:lnSpc>
                <a:spcPct val="90000"/>
              </a:lnSpc>
              <a:spcBef>
                <a:spcPts val="0"/>
              </a:spcBef>
              <a:spcAft>
                <a:spcPts val="0"/>
              </a:spcAft>
              <a:buClr>
                <a:schemeClr val="lt2"/>
              </a:buClr>
              <a:buSzPts val="1200"/>
              <a:buNone/>
              <a:defRPr>
                <a:solidFill>
                  <a:schemeClr val="lt2"/>
                </a:solidFill>
              </a:defRPr>
            </a:lvl6pPr>
            <a:lvl7pPr lvl="6">
              <a:lnSpc>
                <a:spcPct val="90000"/>
              </a:lnSpc>
              <a:spcBef>
                <a:spcPts val="0"/>
              </a:spcBef>
              <a:spcAft>
                <a:spcPts val="0"/>
              </a:spcAft>
              <a:buClr>
                <a:schemeClr val="lt2"/>
              </a:buClr>
              <a:buSzPts val="1200"/>
              <a:buNone/>
              <a:defRPr>
                <a:solidFill>
                  <a:schemeClr val="lt2"/>
                </a:solidFill>
              </a:defRPr>
            </a:lvl7pPr>
            <a:lvl8pPr lvl="7">
              <a:lnSpc>
                <a:spcPct val="90000"/>
              </a:lnSpc>
              <a:spcBef>
                <a:spcPts val="0"/>
              </a:spcBef>
              <a:spcAft>
                <a:spcPts val="0"/>
              </a:spcAft>
              <a:buClr>
                <a:schemeClr val="lt2"/>
              </a:buClr>
              <a:buSzPts val="1200"/>
              <a:buNone/>
              <a:defRPr>
                <a:solidFill>
                  <a:schemeClr val="lt2"/>
                </a:solidFill>
              </a:defRPr>
            </a:lvl8pPr>
            <a:lvl9pPr lvl="8">
              <a:lnSpc>
                <a:spcPct val="90000"/>
              </a:lnSpc>
              <a:spcBef>
                <a:spcPts val="0"/>
              </a:spcBef>
              <a:spcAft>
                <a:spcPts val="0"/>
              </a:spcAft>
              <a:buClr>
                <a:schemeClr val="lt2"/>
              </a:buClr>
              <a:buSzPts val="1200"/>
              <a:buNone/>
              <a:defRPr>
                <a:solidFill>
                  <a:schemeClr val="lt2"/>
                </a:solidFill>
              </a:defRPr>
            </a:lvl9pPr>
          </a:lstStyle>
          <a:p/>
        </p:txBody>
      </p:sp>
      <p:sp>
        <p:nvSpPr>
          <p:cNvPr id="887" name="Google Shape;887;p72"/>
          <p:cNvSpPr txBox="1"/>
          <p:nvPr>
            <p:ph idx="9" type="subTitle"/>
          </p:nvPr>
        </p:nvSpPr>
        <p:spPr>
          <a:xfrm>
            <a:off x="284775" y="3874800"/>
            <a:ext cx="2064000" cy="971400"/>
          </a:xfrm>
          <a:prstGeom prst="rect">
            <a:avLst/>
          </a:prstGeom>
        </p:spPr>
        <p:txBody>
          <a:bodyPr anchorCtr="0" anchor="t" bIns="182875" lIns="182875" spcFirstLastPara="1" rIns="182875" wrap="square" tIns="0">
            <a:noAutofit/>
          </a:bodyPr>
          <a:lstStyle>
            <a:lvl1pPr lvl="0">
              <a:spcBef>
                <a:spcPts val="0"/>
              </a:spcBef>
              <a:spcAft>
                <a:spcPts val="0"/>
              </a:spcAft>
              <a:buSzPts val="1000"/>
              <a:buNone/>
              <a:defRPr sz="1000"/>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888" name="Google Shape;888;p72"/>
          <p:cNvSpPr txBox="1"/>
          <p:nvPr>
            <p:ph idx="13" type="subTitle"/>
          </p:nvPr>
        </p:nvSpPr>
        <p:spPr>
          <a:xfrm>
            <a:off x="2454825" y="3874800"/>
            <a:ext cx="2064000" cy="971400"/>
          </a:xfrm>
          <a:prstGeom prst="rect">
            <a:avLst/>
          </a:prstGeom>
        </p:spPr>
        <p:txBody>
          <a:bodyPr anchorCtr="0" anchor="t" bIns="182875" lIns="182875" spcFirstLastPara="1" rIns="182875" wrap="square" tIns="0">
            <a:noAutofit/>
          </a:bodyPr>
          <a:lstStyle>
            <a:lvl1pPr lvl="0">
              <a:spcBef>
                <a:spcPts val="0"/>
              </a:spcBef>
              <a:spcAft>
                <a:spcPts val="0"/>
              </a:spcAft>
              <a:buSzPts val="1000"/>
              <a:buNone/>
              <a:defRPr sz="1000"/>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889" name="Google Shape;889;p72"/>
          <p:cNvSpPr txBox="1"/>
          <p:nvPr>
            <p:ph idx="14" type="subTitle"/>
          </p:nvPr>
        </p:nvSpPr>
        <p:spPr>
          <a:xfrm>
            <a:off x="4624875" y="3874800"/>
            <a:ext cx="2064000" cy="971400"/>
          </a:xfrm>
          <a:prstGeom prst="rect">
            <a:avLst/>
          </a:prstGeom>
        </p:spPr>
        <p:txBody>
          <a:bodyPr anchorCtr="0" anchor="t" bIns="182875" lIns="182875" spcFirstLastPara="1" rIns="182875" wrap="square" tIns="0">
            <a:noAutofit/>
          </a:bodyPr>
          <a:lstStyle>
            <a:lvl1pPr lvl="0">
              <a:spcBef>
                <a:spcPts val="0"/>
              </a:spcBef>
              <a:spcAft>
                <a:spcPts val="0"/>
              </a:spcAft>
              <a:buSzPts val="1000"/>
              <a:buNone/>
              <a:defRPr sz="1000"/>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890" name="Google Shape;890;p72"/>
          <p:cNvSpPr txBox="1"/>
          <p:nvPr>
            <p:ph idx="15" type="subTitle"/>
          </p:nvPr>
        </p:nvSpPr>
        <p:spPr>
          <a:xfrm>
            <a:off x="6794925" y="3874800"/>
            <a:ext cx="2064000" cy="971400"/>
          </a:xfrm>
          <a:prstGeom prst="rect">
            <a:avLst/>
          </a:prstGeom>
        </p:spPr>
        <p:txBody>
          <a:bodyPr anchorCtr="0" anchor="t" bIns="182875" lIns="182875" spcFirstLastPara="1" rIns="182875" wrap="square" tIns="0">
            <a:noAutofit/>
          </a:bodyPr>
          <a:lstStyle>
            <a:lvl1pPr lvl="0">
              <a:spcBef>
                <a:spcPts val="0"/>
              </a:spcBef>
              <a:spcAft>
                <a:spcPts val="0"/>
              </a:spcAft>
              <a:buClr>
                <a:schemeClr val="lt2"/>
              </a:buClr>
              <a:buSzPts val="1000"/>
              <a:buNone/>
              <a:defRPr sz="1000">
                <a:solidFill>
                  <a:schemeClr val="lt2"/>
                </a:solidFill>
              </a:defRPr>
            </a:lvl1pPr>
            <a:lvl2pPr lvl="1">
              <a:spcBef>
                <a:spcPts val="0"/>
              </a:spcBef>
              <a:spcAft>
                <a:spcPts val="0"/>
              </a:spcAft>
              <a:buClr>
                <a:schemeClr val="lt2"/>
              </a:buClr>
              <a:buSzPts val="1200"/>
              <a:buNone/>
              <a:defRPr>
                <a:solidFill>
                  <a:schemeClr val="lt2"/>
                </a:solidFill>
              </a:defRPr>
            </a:lvl2pPr>
            <a:lvl3pPr lvl="2">
              <a:spcBef>
                <a:spcPts val="0"/>
              </a:spcBef>
              <a:spcAft>
                <a:spcPts val="0"/>
              </a:spcAft>
              <a:buClr>
                <a:schemeClr val="lt2"/>
              </a:buClr>
              <a:buSzPts val="1200"/>
              <a:buNone/>
              <a:defRPr>
                <a:solidFill>
                  <a:schemeClr val="lt2"/>
                </a:solidFill>
              </a:defRPr>
            </a:lvl3pPr>
            <a:lvl4pPr lvl="3">
              <a:spcBef>
                <a:spcPts val="0"/>
              </a:spcBef>
              <a:spcAft>
                <a:spcPts val="0"/>
              </a:spcAft>
              <a:buClr>
                <a:schemeClr val="lt2"/>
              </a:buClr>
              <a:buSzPts val="1200"/>
              <a:buNone/>
              <a:defRPr>
                <a:solidFill>
                  <a:schemeClr val="lt2"/>
                </a:solidFill>
              </a:defRPr>
            </a:lvl4pPr>
            <a:lvl5pPr lvl="4">
              <a:spcBef>
                <a:spcPts val="0"/>
              </a:spcBef>
              <a:spcAft>
                <a:spcPts val="0"/>
              </a:spcAft>
              <a:buClr>
                <a:schemeClr val="lt2"/>
              </a:buClr>
              <a:buSzPts val="1200"/>
              <a:buNone/>
              <a:defRPr>
                <a:solidFill>
                  <a:schemeClr val="lt2"/>
                </a:solidFill>
              </a:defRPr>
            </a:lvl5pPr>
            <a:lvl6pPr lvl="5">
              <a:spcBef>
                <a:spcPts val="0"/>
              </a:spcBef>
              <a:spcAft>
                <a:spcPts val="0"/>
              </a:spcAft>
              <a:buClr>
                <a:schemeClr val="lt2"/>
              </a:buClr>
              <a:buSzPts val="1200"/>
              <a:buNone/>
              <a:defRPr>
                <a:solidFill>
                  <a:schemeClr val="lt2"/>
                </a:solidFill>
              </a:defRPr>
            </a:lvl6pPr>
            <a:lvl7pPr lvl="6">
              <a:spcBef>
                <a:spcPts val="0"/>
              </a:spcBef>
              <a:spcAft>
                <a:spcPts val="0"/>
              </a:spcAft>
              <a:buClr>
                <a:schemeClr val="lt2"/>
              </a:buClr>
              <a:buSzPts val="1200"/>
              <a:buNone/>
              <a:defRPr>
                <a:solidFill>
                  <a:schemeClr val="lt2"/>
                </a:solidFill>
              </a:defRPr>
            </a:lvl7pPr>
            <a:lvl8pPr lvl="7">
              <a:spcBef>
                <a:spcPts val="0"/>
              </a:spcBef>
              <a:spcAft>
                <a:spcPts val="0"/>
              </a:spcAft>
              <a:buClr>
                <a:schemeClr val="lt2"/>
              </a:buClr>
              <a:buSzPts val="1200"/>
              <a:buNone/>
              <a:defRPr>
                <a:solidFill>
                  <a:schemeClr val="lt2"/>
                </a:solidFill>
              </a:defRPr>
            </a:lvl8pPr>
            <a:lvl9pPr lvl="8">
              <a:spcBef>
                <a:spcPts val="0"/>
              </a:spcBef>
              <a:spcAft>
                <a:spcPts val="0"/>
              </a:spcAft>
              <a:buClr>
                <a:schemeClr val="lt2"/>
              </a:buClr>
              <a:buSzPts val="1200"/>
              <a:buNone/>
              <a:defRPr>
                <a:solidFill>
                  <a:schemeClr val="lt2"/>
                </a:solidFill>
              </a:defRPr>
            </a:lvl9pPr>
          </a:lstStyle>
          <a:p/>
        </p:txBody>
      </p:sp>
      <p:sp>
        <p:nvSpPr>
          <p:cNvPr id="891" name="Google Shape;891;p72"/>
          <p:cNvSpPr txBox="1"/>
          <p:nvPr>
            <p:ph type="title"/>
          </p:nvPr>
        </p:nvSpPr>
        <p:spPr>
          <a:xfrm>
            <a:off x="284775" y="282900"/>
            <a:ext cx="7851300" cy="476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ards - Alt 2">
  <p:cSld name="CUSTOM_12">
    <p:spTree>
      <p:nvGrpSpPr>
        <p:cNvPr id="892" name="Shape 892"/>
        <p:cNvGrpSpPr/>
        <p:nvPr/>
      </p:nvGrpSpPr>
      <p:grpSpPr>
        <a:xfrm>
          <a:off x="0" y="0"/>
          <a:ext cx="0" cy="0"/>
          <a:chOff x="0" y="0"/>
          <a:chExt cx="0" cy="0"/>
        </a:xfrm>
      </p:grpSpPr>
      <p:sp>
        <p:nvSpPr>
          <p:cNvPr id="893" name="Google Shape;893;p73"/>
          <p:cNvSpPr txBox="1"/>
          <p:nvPr>
            <p:ph type="title"/>
          </p:nvPr>
        </p:nvSpPr>
        <p:spPr>
          <a:xfrm>
            <a:off x="3901500" y="1277850"/>
            <a:ext cx="1157700" cy="1010400"/>
          </a:xfrm>
          <a:prstGeom prst="rect">
            <a:avLst/>
          </a:prstGeom>
        </p:spPr>
        <p:txBody>
          <a:bodyPr anchorCtr="0" anchor="t" bIns="0" lIns="164575" spcFirstLastPara="1" rIns="91425" wrap="square" tIns="164575">
            <a:spAutoFit/>
          </a:bodyPr>
          <a:lstStyle>
            <a:lvl1pPr lvl="0">
              <a:lnSpc>
                <a:spcPct val="100000"/>
              </a:lnSpc>
              <a:spcBef>
                <a:spcPts val="0"/>
              </a:spcBef>
              <a:spcAft>
                <a:spcPts val="0"/>
              </a:spcAft>
              <a:buNone/>
              <a:defRPr sz="10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b="1" sz="1200">
                <a:solidFill>
                  <a:schemeClr val="lt2"/>
                </a:solidFill>
              </a:defRPr>
            </a:lvl2pPr>
            <a:lvl3pPr lvl="2">
              <a:lnSpc>
                <a:spcPct val="115000"/>
              </a:lnSpc>
              <a:spcBef>
                <a:spcPts val="0"/>
              </a:spcBef>
              <a:spcAft>
                <a:spcPts val="0"/>
              </a:spcAft>
              <a:buNone/>
              <a:defRPr b="1" sz="1200">
                <a:solidFill>
                  <a:schemeClr val="lt2"/>
                </a:solidFill>
              </a:defRPr>
            </a:lvl3pPr>
            <a:lvl4pPr lvl="3">
              <a:lnSpc>
                <a:spcPct val="115000"/>
              </a:lnSpc>
              <a:spcBef>
                <a:spcPts val="0"/>
              </a:spcBef>
              <a:spcAft>
                <a:spcPts val="0"/>
              </a:spcAft>
              <a:buNone/>
              <a:defRPr b="1" sz="1200">
                <a:solidFill>
                  <a:schemeClr val="lt2"/>
                </a:solidFill>
              </a:defRPr>
            </a:lvl4pPr>
            <a:lvl5pPr lvl="4">
              <a:lnSpc>
                <a:spcPct val="115000"/>
              </a:lnSpc>
              <a:spcBef>
                <a:spcPts val="0"/>
              </a:spcBef>
              <a:spcAft>
                <a:spcPts val="0"/>
              </a:spcAft>
              <a:buNone/>
              <a:defRPr b="1" sz="1200">
                <a:solidFill>
                  <a:schemeClr val="lt2"/>
                </a:solidFill>
              </a:defRPr>
            </a:lvl5pPr>
            <a:lvl6pPr lvl="5">
              <a:lnSpc>
                <a:spcPct val="115000"/>
              </a:lnSpc>
              <a:spcBef>
                <a:spcPts val="0"/>
              </a:spcBef>
              <a:spcAft>
                <a:spcPts val="0"/>
              </a:spcAft>
              <a:buNone/>
              <a:defRPr b="1" sz="1200">
                <a:solidFill>
                  <a:schemeClr val="lt2"/>
                </a:solidFill>
              </a:defRPr>
            </a:lvl6pPr>
            <a:lvl7pPr lvl="6">
              <a:lnSpc>
                <a:spcPct val="115000"/>
              </a:lnSpc>
              <a:spcBef>
                <a:spcPts val="0"/>
              </a:spcBef>
              <a:spcAft>
                <a:spcPts val="0"/>
              </a:spcAft>
              <a:buNone/>
              <a:defRPr b="1" sz="1200">
                <a:solidFill>
                  <a:schemeClr val="lt2"/>
                </a:solidFill>
              </a:defRPr>
            </a:lvl7pPr>
            <a:lvl8pPr lvl="7">
              <a:lnSpc>
                <a:spcPct val="115000"/>
              </a:lnSpc>
              <a:spcBef>
                <a:spcPts val="0"/>
              </a:spcBef>
              <a:spcAft>
                <a:spcPts val="0"/>
              </a:spcAft>
              <a:buNone/>
              <a:defRPr b="1" sz="1200">
                <a:solidFill>
                  <a:schemeClr val="lt2"/>
                </a:solidFill>
              </a:defRPr>
            </a:lvl8pPr>
            <a:lvl9pPr lvl="8">
              <a:lnSpc>
                <a:spcPct val="115000"/>
              </a:lnSpc>
              <a:spcBef>
                <a:spcPts val="0"/>
              </a:spcBef>
              <a:spcAft>
                <a:spcPts val="0"/>
              </a:spcAft>
              <a:buNone/>
              <a:defRPr b="1" sz="1200">
                <a:solidFill>
                  <a:schemeClr val="lt2"/>
                </a:solidFill>
              </a:defRPr>
            </a:lvl9pPr>
          </a:lstStyle>
          <a:p/>
        </p:txBody>
      </p:sp>
      <p:sp>
        <p:nvSpPr>
          <p:cNvPr id="894" name="Google Shape;894;p73"/>
          <p:cNvSpPr/>
          <p:nvPr>
            <p:ph idx="2" type="pic"/>
          </p:nvPr>
        </p:nvSpPr>
        <p:spPr>
          <a:xfrm>
            <a:off x="1731450" y="1277775"/>
            <a:ext cx="2062500" cy="3352200"/>
          </a:xfrm>
          <a:prstGeom prst="roundRect">
            <a:avLst>
              <a:gd fmla="val 10994" name="adj"/>
            </a:avLst>
          </a:prstGeom>
          <a:noFill/>
          <a:ln>
            <a:noFill/>
          </a:ln>
        </p:spPr>
      </p:sp>
      <p:sp>
        <p:nvSpPr>
          <p:cNvPr id="895" name="Google Shape;895;p73"/>
          <p:cNvSpPr txBox="1"/>
          <p:nvPr>
            <p:ph idx="3" type="title"/>
          </p:nvPr>
        </p:nvSpPr>
        <p:spPr>
          <a:xfrm>
            <a:off x="284775" y="282900"/>
            <a:ext cx="7851300" cy="476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896" name="Google Shape;896;p73"/>
          <p:cNvSpPr txBox="1"/>
          <p:nvPr>
            <p:ph idx="1" type="subTitle"/>
          </p:nvPr>
        </p:nvSpPr>
        <p:spPr>
          <a:xfrm>
            <a:off x="1729925" y="1430175"/>
            <a:ext cx="2064000" cy="971400"/>
          </a:xfrm>
          <a:prstGeom prst="rect">
            <a:avLst/>
          </a:prstGeom>
        </p:spPr>
        <p:txBody>
          <a:bodyPr anchorCtr="0" anchor="t" bIns="182875" lIns="182875" spcFirstLastPara="1" rIns="182875" wrap="square" tIns="0">
            <a:noAutofit/>
          </a:bodyPr>
          <a:lstStyle>
            <a:lvl1pPr lvl="0">
              <a:spcBef>
                <a:spcPts val="0"/>
              </a:spcBef>
              <a:spcAft>
                <a:spcPts val="0"/>
              </a:spcAft>
              <a:buSzPts val="1000"/>
              <a:buNone/>
              <a:defRPr sz="1000"/>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897" name="Google Shape;897;p73"/>
          <p:cNvSpPr txBox="1"/>
          <p:nvPr>
            <p:ph idx="4" type="title"/>
          </p:nvPr>
        </p:nvSpPr>
        <p:spPr>
          <a:xfrm>
            <a:off x="6071550" y="2401575"/>
            <a:ext cx="2787900" cy="409500"/>
          </a:xfrm>
          <a:prstGeom prst="rect">
            <a:avLst/>
          </a:prstGeom>
        </p:spPr>
        <p:txBody>
          <a:bodyPr anchorCtr="0" anchor="t" bIns="0" lIns="164575" spcFirstLastPara="1" rIns="91425" wrap="square" tIns="164575">
            <a:spAutoFit/>
          </a:bodyPr>
          <a:lstStyle>
            <a:lvl1pPr lvl="0">
              <a:spcBef>
                <a:spcPts val="0"/>
              </a:spcBef>
              <a:spcAft>
                <a:spcPts val="0"/>
              </a:spcAft>
              <a:buNone/>
              <a:defRPr sz="1000">
                <a:latin typeface="Instrument Sans SemiBold"/>
                <a:ea typeface="Instrument Sans SemiBold"/>
                <a:cs typeface="Instrument Sans SemiBold"/>
                <a:sym typeface="Instrument Sans SemiBold"/>
              </a:defRPr>
            </a:lvl1pPr>
            <a:lvl2pPr lvl="1">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2pPr>
            <a:lvl3pPr lvl="2">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3pPr>
            <a:lvl4pPr lvl="3">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4pPr>
            <a:lvl5pPr lvl="4">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5pPr>
            <a:lvl6pPr lvl="5">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6pPr>
            <a:lvl7pPr lvl="6">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7pPr>
            <a:lvl8pPr lvl="7">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8pPr>
            <a:lvl9pPr lvl="8">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9pPr>
          </a:lstStyle>
          <a:p/>
        </p:txBody>
      </p:sp>
      <p:sp>
        <p:nvSpPr>
          <p:cNvPr id="898" name="Google Shape;898;p73"/>
          <p:cNvSpPr txBox="1"/>
          <p:nvPr>
            <p:ph idx="5"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899" name="Google Shape;899;p73"/>
          <p:cNvSpPr txBox="1"/>
          <p:nvPr>
            <p:ph idx="6"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
        <p:nvSpPr>
          <p:cNvPr id="900" name="Google Shape;900;p73"/>
          <p:cNvSpPr txBox="1"/>
          <p:nvPr>
            <p:ph idx="7" type="subTitle"/>
          </p:nvPr>
        </p:nvSpPr>
        <p:spPr>
          <a:xfrm>
            <a:off x="4071675" y="3061794"/>
            <a:ext cx="1728300" cy="173100"/>
          </a:xfrm>
          <a:prstGeom prst="rect">
            <a:avLst/>
          </a:prstGeom>
        </p:spPr>
        <p:txBody>
          <a:bodyPr anchorCtr="0" anchor="t" bIns="0" lIns="0" spcFirstLastPara="1" rIns="0" wrap="square" tIns="0">
            <a:noAutofit/>
          </a:bodyPr>
          <a:lstStyle>
            <a:lvl1pPr lvl="0">
              <a:spcBef>
                <a:spcPts val="0"/>
              </a:spcBef>
              <a:spcAft>
                <a:spcPts val="0"/>
              </a:spcAft>
              <a:buNone/>
              <a:defRPr sz="1000">
                <a:latin typeface="Instrument Sans Medium"/>
                <a:ea typeface="Instrument Sans Medium"/>
                <a:cs typeface="Instrument Sans Medium"/>
                <a:sym typeface="Instrument Sans Medium"/>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901" name="Google Shape;901;p73"/>
          <p:cNvSpPr txBox="1"/>
          <p:nvPr>
            <p:ph idx="8" type="subTitle"/>
          </p:nvPr>
        </p:nvSpPr>
        <p:spPr>
          <a:xfrm>
            <a:off x="4071675" y="2542375"/>
            <a:ext cx="1728300" cy="519300"/>
          </a:xfrm>
          <a:prstGeom prst="rect">
            <a:avLst/>
          </a:prstGeom>
        </p:spPr>
        <p:txBody>
          <a:bodyPr anchorCtr="0" anchor="t" bIns="0" lIns="0" spcFirstLastPara="1" rIns="0" wrap="square" tIns="0">
            <a:noAutofit/>
          </a:bodyPr>
          <a:lstStyle>
            <a:lvl1pPr lvl="0">
              <a:spcBef>
                <a:spcPts val="0"/>
              </a:spcBef>
              <a:spcAft>
                <a:spcPts val="0"/>
              </a:spcAft>
              <a:buNone/>
              <a:defRPr sz="3600">
                <a:latin typeface="Outfit"/>
                <a:ea typeface="Outfit"/>
                <a:cs typeface="Outfit"/>
                <a:sym typeface="Outfit"/>
              </a:defRPr>
            </a:lvl1pPr>
            <a:lvl2pPr lvl="1">
              <a:spcBef>
                <a:spcPts val="0"/>
              </a:spcBef>
              <a:spcAft>
                <a:spcPts val="0"/>
              </a:spcAft>
              <a:buSzPts val="3600"/>
              <a:buFont typeface="Outfit"/>
              <a:buNone/>
              <a:defRPr sz="3600">
                <a:latin typeface="Outfit"/>
                <a:ea typeface="Outfit"/>
                <a:cs typeface="Outfit"/>
                <a:sym typeface="Outfit"/>
              </a:defRPr>
            </a:lvl2pPr>
            <a:lvl3pPr lvl="2">
              <a:spcBef>
                <a:spcPts val="0"/>
              </a:spcBef>
              <a:spcAft>
                <a:spcPts val="0"/>
              </a:spcAft>
              <a:buSzPts val="3600"/>
              <a:buFont typeface="Outfit"/>
              <a:buNone/>
              <a:defRPr sz="3600">
                <a:latin typeface="Outfit"/>
                <a:ea typeface="Outfit"/>
                <a:cs typeface="Outfit"/>
                <a:sym typeface="Outfit"/>
              </a:defRPr>
            </a:lvl3pPr>
            <a:lvl4pPr lvl="3">
              <a:spcBef>
                <a:spcPts val="0"/>
              </a:spcBef>
              <a:spcAft>
                <a:spcPts val="0"/>
              </a:spcAft>
              <a:buSzPts val="3600"/>
              <a:buFont typeface="Outfit"/>
              <a:buNone/>
              <a:defRPr sz="3600">
                <a:latin typeface="Outfit"/>
                <a:ea typeface="Outfit"/>
                <a:cs typeface="Outfit"/>
                <a:sym typeface="Outfit"/>
              </a:defRPr>
            </a:lvl4pPr>
            <a:lvl5pPr lvl="4">
              <a:spcBef>
                <a:spcPts val="0"/>
              </a:spcBef>
              <a:spcAft>
                <a:spcPts val="0"/>
              </a:spcAft>
              <a:buSzPts val="3600"/>
              <a:buFont typeface="Outfit"/>
              <a:buNone/>
              <a:defRPr sz="3600">
                <a:latin typeface="Outfit"/>
                <a:ea typeface="Outfit"/>
                <a:cs typeface="Outfit"/>
                <a:sym typeface="Outfit"/>
              </a:defRPr>
            </a:lvl5pPr>
            <a:lvl6pPr lvl="5">
              <a:spcBef>
                <a:spcPts val="0"/>
              </a:spcBef>
              <a:spcAft>
                <a:spcPts val="0"/>
              </a:spcAft>
              <a:buSzPts val="3600"/>
              <a:buFont typeface="Outfit"/>
              <a:buNone/>
              <a:defRPr sz="3600">
                <a:latin typeface="Outfit"/>
                <a:ea typeface="Outfit"/>
                <a:cs typeface="Outfit"/>
                <a:sym typeface="Outfit"/>
              </a:defRPr>
            </a:lvl6pPr>
            <a:lvl7pPr lvl="6">
              <a:spcBef>
                <a:spcPts val="0"/>
              </a:spcBef>
              <a:spcAft>
                <a:spcPts val="0"/>
              </a:spcAft>
              <a:buSzPts val="3600"/>
              <a:buFont typeface="Outfit"/>
              <a:buNone/>
              <a:defRPr sz="3600">
                <a:latin typeface="Outfit"/>
                <a:ea typeface="Outfit"/>
                <a:cs typeface="Outfit"/>
                <a:sym typeface="Outfit"/>
              </a:defRPr>
            </a:lvl7pPr>
            <a:lvl8pPr lvl="7">
              <a:spcBef>
                <a:spcPts val="0"/>
              </a:spcBef>
              <a:spcAft>
                <a:spcPts val="0"/>
              </a:spcAft>
              <a:buSzPts val="3600"/>
              <a:buFont typeface="Outfit"/>
              <a:buNone/>
              <a:defRPr sz="3600">
                <a:latin typeface="Outfit"/>
                <a:ea typeface="Outfit"/>
                <a:cs typeface="Outfit"/>
                <a:sym typeface="Outfit"/>
              </a:defRPr>
            </a:lvl8pPr>
            <a:lvl9pPr lvl="8">
              <a:spcBef>
                <a:spcPts val="0"/>
              </a:spcBef>
              <a:spcAft>
                <a:spcPts val="0"/>
              </a:spcAft>
              <a:buSzPts val="3600"/>
              <a:buFont typeface="Outfit"/>
              <a:buNone/>
              <a:defRPr sz="3600">
                <a:latin typeface="Outfit"/>
                <a:ea typeface="Outfit"/>
                <a:cs typeface="Outfit"/>
                <a:sym typeface="Outfit"/>
              </a:defRPr>
            </a:lvl9pPr>
          </a:lstStyle>
          <a:p/>
        </p:txBody>
      </p:sp>
      <p:sp>
        <p:nvSpPr>
          <p:cNvPr id="902" name="Google Shape;902;p73"/>
          <p:cNvSpPr txBox="1"/>
          <p:nvPr>
            <p:ph idx="9" type="subTitle"/>
          </p:nvPr>
        </p:nvSpPr>
        <p:spPr>
          <a:xfrm>
            <a:off x="4071675" y="4178694"/>
            <a:ext cx="1728300" cy="173100"/>
          </a:xfrm>
          <a:prstGeom prst="rect">
            <a:avLst/>
          </a:prstGeom>
        </p:spPr>
        <p:txBody>
          <a:bodyPr anchorCtr="0" anchor="t" bIns="0" lIns="0" spcFirstLastPara="1" rIns="0" wrap="square" tIns="0">
            <a:noAutofit/>
          </a:bodyPr>
          <a:lstStyle>
            <a:lvl1pPr lvl="0">
              <a:spcBef>
                <a:spcPts val="0"/>
              </a:spcBef>
              <a:spcAft>
                <a:spcPts val="0"/>
              </a:spcAft>
              <a:buNone/>
              <a:defRPr sz="1000">
                <a:latin typeface="Instrument Sans Medium"/>
                <a:ea typeface="Instrument Sans Medium"/>
                <a:cs typeface="Instrument Sans Medium"/>
                <a:sym typeface="Instrument Sans Medium"/>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903" name="Google Shape;903;p73"/>
          <p:cNvSpPr txBox="1"/>
          <p:nvPr>
            <p:ph idx="13" type="subTitle"/>
          </p:nvPr>
        </p:nvSpPr>
        <p:spPr>
          <a:xfrm>
            <a:off x="4071675" y="3659275"/>
            <a:ext cx="1728300" cy="519300"/>
          </a:xfrm>
          <a:prstGeom prst="rect">
            <a:avLst/>
          </a:prstGeom>
        </p:spPr>
        <p:txBody>
          <a:bodyPr anchorCtr="0" anchor="t" bIns="0" lIns="0" spcFirstLastPara="1" rIns="0" wrap="square" tIns="0">
            <a:noAutofit/>
          </a:bodyPr>
          <a:lstStyle>
            <a:lvl1pPr lvl="0">
              <a:spcBef>
                <a:spcPts val="0"/>
              </a:spcBef>
              <a:spcAft>
                <a:spcPts val="0"/>
              </a:spcAft>
              <a:buNone/>
              <a:defRPr sz="3600">
                <a:latin typeface="Outfit"/>
                <a:ea typeface="Outfit"/>
                <a:cs typeface="Outfit"/>
                <a:sym typeface="Outfit"/>
              </a:defRPr>
            </a:lvl1pPr>
            <a:lvl2pPr lvl="1">
              <a:spcBef>
                <a:spcPts val="0"/>
              </a:spcBef>
              <a:spcAft>
                <a:spcPts val="0"/>
              </a:spcAft>
              <a:buSzPts val="3600"/>
              <a:buFont typeface="Outfit"/>
              <a:buNone/>
              <a:defRPr sz="3600">
                <a:latin typeface="Outfit"/>
                <a:ea typeface="Outfit"/>
                <a:cs typeface="Outfit"/>
                <a:sym typeface="Outfit"/>
              </a:defRPr>
            </a:lvl2pPr>
            <a:lvl3pPr lvl="2">
              <a:spcBef>
                <a:spcPts val="0"/>
              </a:spcBef>
              <a:spcAft>
                <a:spcPts val="0"/>
              </a:spcAft>
              <a:buSzPts val="3600"/>
              <a:buFont typeface="Outfit"/>
              <a:buNone/>
              <a:defRPr sz="3600">
                <a:latin typeface="Outfit"/>
                <a:ea typeface="Outfit"/>
                <a:cs typeface="Outfit"/>
                <a:sym typeface="Outfit"/>
              </a:defRPr>
            </a:lvl3pPr>
            <a:lvl4pPr lvl="3">
              <a:spcBef>
                <a:spcPts val="0"/>
              </a:spcBef>
              <a:spcAft>
                <a:spcPts val="0"/>
              </a:spcAft>
              <a:buSzPts val="3600"/>
              <a:buFont typeface="Outfit"/>
              <a:buNone/>
              <a:defRPr sz="3600">
                <a:latin typeface="Outfit"/>
                <a:ea typeface="Outfit"/>
                <a:cs typeface="Outfit"/>
                <a:sym typeface="Outfit"/>
              </a:defRPr>
            </a:lvl4pPr>
            <a:lvl5pPr lvl="4">
              <a:spcBef>
                <a:spcPts val="0"/>
              </a:spcBef>
              <a:spcAft>
                <a:spcPts val="0"/>
              </a:spcAft>
              <a:buSzPts val="3600"/>
              <a:buFont typeface="Outfit"/>
              <a:buNone/>
              <a:defRPr sz="3600">
                <a:latin typeface="Outfit"/>
                <a:ea typeface="Outfit"/>
                <a:cs typeface="Outfit"/>
                <a:sym typeface="Outfit"/>
              </a:defRPr>
            </a:lvl5pPr>
            <a:lvl6pPr lvl="5">
              <a:spcBef>
                <a:spcPts val="0"/>
              </a:spcBef>
              <a:spcAft>
                <a:spcPts val="0"/>
              </a:spcAft>
              <a:buSzPts val="3600"/>
              <a:buFont typeface="Outfit"/>
              <a:buNone/>
              <a:defRPr sz="3600">
                <a:latin typeface="Outfit"/>
                <a:ea typeface="Outfit"/>
                <a:cs typeface="Outfit"/>
                <a:sym typeface="Outfit"/>
              </a:defRPr>
            </a:lvl6pPr>
            <a:lvl7pPr lvl="6">
              <a:spcBef>
                <a:spcPts val="0"/>
              </a:spcBef>
              <a:spcAft>
                <a:spcPts val="0"/>
              </a:spcAft>
              <a:buSzPts val="3600"/>
              <a:buFont typeface="Outfit"/>
              <a:buNone/>
              <a:defRPr sz="3600">
                <a:latin typeface="Outfit"/>
                <a:ea typeface="Outfit"/>
                <a:cs typeface="Outfit"/>
                <a:sym typeface="Outfit"/>
              </a:defRPr>
            </a:lvl7pPr>
            <a:lvl8pPr lvl="7">
              <a:spcBef>
                <a:spcPts val="0"/>
              </a:spcBef>
              <a:spcAft>
                <a:spcPts val="0"/>
              </a:spcAft>
              <a:buSzPts val="3600"/>
              <a:buFont typeface="Outfit"/>
              <a:buNone/>
              <a:defRPr sz="3600">
                <a:latin typeface="Outfit"/>
                <a:ea typeface="Outfit"/>
                <a:cs typeface="Outfit"/>
                <a:sym typeface="Outfit"/>
              </a:defRPr>
            </a:lvl8pPr>
            <a:lvl9pPr lvl="8">
              <a:spcBef>
                <a:spcPts val="0"/>
              </a:spcBef>
              <a:spcAft>
                <a:spcPts val="0"/>
              </a:spcAft>
              <a:buSzPts val="3600"/>
              <a:buFont typeface="Outfit"/>
              <a:buNone/>
              <a:defRPr sz="3600">
                <a:latin typeface="Outfit"/>
                <a:ea typeface="Outfit"/>
                <a:cs typeface="Outfit"/>
                <a:sym typeface="Outfit"/>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able">
  <p:cSld name="CUSTOM_11">
    <p:spTree>
      <p:nvGrpSpPr>
        <p:cNvPr id="904" name="Shape 904"/>
        <p:cNvGrpSpPr/>
        <p:nvPr/>
      </p:nvGrpSpPr>
      <p:grpSpPr>
        <a:xfrm>
          <a:off x="0" y="0"/>
          <a:ext cx="0" cy="0"/>
          <a:chOff x="0" y="0"/>
          <a:chExt cx="0" cy="0"/>
        </a:xfrm>
      </p:grpSpPr>
      <p:sp>
        <p:nvSpPr>
          <p:cNvPr id="905" name="Google Shape;905;p74"/>
          <p:cNvSpPr txBox="1"/>
          <p:nvPr>
            <p:ph type="title"/>
          </p:nvPr>
        </p:nvSpPr>
        <p:spPr>
          <a:xfrm>
            <a:off x="284775" y="282900"/>
            <a:ext cx="7851300" cy="476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906" name="Google Shape;906;p74"/>
          <p:cNvSpPr txBox="1"/>
          <p:nvPr>
            <p:ph idx="1" type="subTitle"/>
          </p:nvPr>
        </p:nvSpPr>
        <p:spPr>
          <a:xfrm>
            <a:off x="2455100" y="1661000"/>
            <a:ext cx="2064000" cy="195300"/>
          </a:xfrm>
          <a:prstGeom prst="rect">
            <a:avLst/>
          </a:prstGeom>
        </p:spPr>
        <p:txBody>
          <a:bodyPr anchorCtr="0" anchor="ctr" bIns="0" lIns="0" spcFirstLastPara="1" rIns="0" wrap="square" tIns="0">
            <a:noAutofit/>
          </a:bodyPr>
          <a:lstStyle>
            <a:lvl1pPr lvl="0">
              <a:spcBef>
                <a:spcPts val="0"/>
              </a:spcBef>
              <a:spcAft>
                <a:spcPts val="0"/>
              </a:spcAft>
              <a:buNone/>
              <a:defRPr>
                <a:latin typeface="Outfit SemiBold"/>
                <a:ea typeface="Outfit SemiBold"/>
                <a:cs typeface="Outfit SemiBold"/>
                <a:sym typeface="Outfit SemiBold"/>
              </a:defRPr>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p:txBody>
      </p:sp>
      <p:sp>
        <p:nvSpPr>
          <p:cNvPr id="907" name="Google Shape;907;p74"/>
          <p:cNvSpPr txBox="1"/>
          <p:nvPr>
            <p:ph idx="2" type="subTitle"/>
          </p:nvPr>
        </p:nvSpPr>
        <p:spPr>
          <a:xfrm>
            <a:off x="4624900" y="1661000"/>
            <a:ext cx="2064000" cy="195300"/>
          </a:xfrm>
          <a:prstGeom prst="rect">
            <a:avLst/>
          </a:prstGeom>
        </p:spPr>
        <p:txBody>
          <a:bodyPr anchorCtr="0" anchor="ctr" bIns="0" lIns="0" spcFirstLastPara="1" rIns="0" wrap="square" tIns="0">
            <a:noAutofit/>
          </a:bodyPr>
          <a:lstStyle>
            <a:lvl1pPr lvl="0">
              <a:spcBef>
                <a:spcPts val="0"/>
              </a:spcBef>
              <a:spcAft>
                <a:spcPts val="0"/>
              </a:spcAft>
              <a:buNone/>
              <a:defRPr>
                <a:latin typeface="Outfit SemiBold"/>
                <a:ea typeface="Outfit SemiBold"/>
                <a:cs typeface="Outfit SemiBold"/>
                <a:sym typeface="Outfit SemiBold"/>
              </a:defRPr>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p:txBody>
      </p:sp>
      <p:sp>
        <p:nvSpPr>
          <p:cNvPr id="908" name="Google Shape;908;p74"/>
          <p:cNvSpPr txBox="1"/>
          <p:nvPr>
            <p:ph idx="3" type="subTitle"/>
          </p:nvPr>
        </p:nvSpPr>
        <p:spPr>
          <a:xfrm>
            <a:off x="6794700" y="1661000"/>
            <a:ext cx="2064000" cy="195300"/>
          </a:xfrm>
          <a:prstGeom prst="rect">
            <a:avLst/>
          </a:prstGeom>
        </p:spPr>
        <p:txBody>
          <a:bodyPr anchorCtr="0" anchor="ctr" bIns="0" lIns="0" spcFirstLastPara="1" rIns="0" wrap="square" tIns="0">
            <a:noAutofit/>
          </a:bodyPr>
          <a:lstStyle>
            <a:lvl1pPr lvl="0">
              <a:spcBef>
                <a:spcPts val="0"/>
              </a:spcBef>
              <a:spcAft>
                <a:spcPts val="0"/>
              </a:spcAft>
              <a:buNone/>
              <a:defRPr>
                <a:latin typeface="Outfit SemiBold"/>
                <a:ea typeface="Outfit SemiBold"/>
                <a:cs typeface="Outfit SemiBold"/>
                <a:sym typeface="Outfit SemiBold"/>
              </a:defRPr>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p:txBody>
      </p:sp>
      <p:sp>
        <p:nvSpPr>
          <p:cNvPr id="909" name="Google Shape;909;p74"/>
          <p:cNvSpPr txBox="1"/>
          <p:nvPr>
            <p:ph idx="4" type="subTitle"/>
          </p:nvPr>
        </p:nvSpPr>
        <p:spPr>
          <a:xfrm>
            <a:off x="391275" y="1661000"/>
            <a:ext cx="1957500" cy="195300"/>
          </a:xfrm>
          <a:prstGeom prst="rect">
            <a:avLst/>
          </a:prstGeom>
        </p:spPr>
        <p:txBody>
          <a:bodyPr anchorCtr="0" anchor="ctr" bIns="0" lIns="0" spcFirstLastPara="1" rIns="0" wrap="square" tIns="0">
            <a:noAutofit/>
          </a:bodyPr>
          <a:lstStyle>
            <a:lvl1pPr lvl="0">
              <a:spcBef>
                <a:spcPts val="0"/>
              </a:spcBef>
              <a:spcAft>
                <a:spcPts val="0"/>
              </a:spcAft>
              <a:buNone/>
              <a:defRPr>
                <a:latin typeface="Outfit SemiBold"/>
                <a:ea typeface="Outfit SemiBold"/>
                <a:cs typeface="Outfit SemiBold"/>
                <a:sym typeface="Outfit SemiBold"/>
              </a:defRPr>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p:txBody>
      </p:sp>
      <p:sp>
        <p:nvSpPr>
          <p:cNvPr id="910" name="Google Shape;910;p74"/>
          <p:cNvSpPr txBox="1"/>
          <p:nvPr>
            <p:ph idx="5" type="subTitle"/>
          </p:nvPr>
        </p:nvSpPr>
        <p:spPr>
          <a:xfrm>
            <a:off x="391275" y="2111375"/>
            <a:ext cx="1957500" cy="195300"/>
          </a:xfrm>
          <a:prstGeom prst="rect">
            <a:avLst/>
          </a:prstGeom>
        </p:spPr>
        <p:txBody>
          <a:bodyPr anchorCtr="0" anchor="t" bIns="0" lIns="0" spcFirstLastPara="1" rIns="182875" wrap="square" tIns="0">
            <a:noAutofit/>
          </a:bodyPr>
          <a:lstStyle>
            <a:lvl1pPr lvl="0">
              <a:spcBef>
                <a:spcPts val="0"/>
              </a:spcBef>
              <a:spcAft>
                <a:spcPts val="0"/>
              </a:spcAft>
              <a:buNone/>
              <a:defRPr sz="1000">
                <a:latin typeface="Outfit SemiBold"/>
                <a:ea typeface="Outfit SemiBold"/>
                <a:cs typeface="Outfit SemiBold"/>
                <a:sym typeface="Outfit SemiBold"/>
              </a:defRPr>
            </a:lvl1pPr>
            <a:lvl2pPr lvl="1">
              <a:lnSpc>
                <a:spcPct val="90000"/>
              </a:lnSpc>
              <a:spcBef>
                <a:spcPts val="0"/>
              </a:spcBef>
              <a:spcAft>
                <a:spcPts val="0"/>
              </a:spcAft>
              <a:buSzPts val="1000"/>
              <a:buFont typeface="Outfit"/>
              <a:buNone/>
              <a:defRPr sz="1000">
                <a:latin typeface="Outfit"/>
                <a:ea typeface="Outfit"/>
                <a:cs typeface="Outfit"/>
                <a:sym typeface="Outfit"/>
              </a:defRPr>
            </a:lvl2pPr>
            <a:lvl3pPr lvl="2">
              <a:lnSpc>
                <a:spcPct val="90000"/>
              </a:lnSpc>
              <a:spcBef>
                <a:spcPts val="0"/>
              </a:spcBef>
              <a:spcAft>
                <a:spcPts val="0"/>
              </a:spcAft>
              <a:buSzPts val="1000"/>
              <a:buFont typeface="Outfit"/>
              <a:buNone/>
              <a:defRPr sz="1000">
                <a:latin typeface="Outfit"/>
                <a:ea typeface="Outfit"/>
                <a:cs typeface="Outfit"/>
                <a:sym typeface="Outfit"/>
              </a:defRPr>
            </a:lvl3pPr>
            <a:lvl4pPr lvl="3">
              <a:lnSpc>
                <a:spcPct val="90000"/>
              </a:lnSpc>
              <a:spcBef>
                <a:spcPts val="0"/>
              </a:spcBef>
              <a:spcAft>
                <a:spcPts val="0"/>
              </a:spcAft>
              <a:buSzPts val="1000"/>
              <a:buFont typeface="Outfit"/>
              <a:buNone/>
              <a:defRPr sz="1000">
                <a:latin typeface="Outfit"/>
                <a:ea typeface="Outfit"/>
                <a:cs typeface="Outfit"/>
                <a:sym typeface="Outfit"/>
              </a:defRPr>
            </a:lvl4pPr>
            <a:lvl5pPr lvl="4">
              <a:lnSpc>
                <a:spcPct val="90000"/>
              </a:lnSpc>
              <a:spcBef>
                <a:spcPts val="0"/>
              </a:spcBef>
              <a:spcAft>
                <a:spcPts val="0"/>
              </a:spcAft>
              <a:buSzPts val="1000"/>
              <a:buFont typeface="Outfit"/>
              <a:buNone/>
              <a:defRPr sz="1000">
                <a:latin typeface="Outfit"/>
                <a:ea typeface="Outfit"/>
                <a:cs typeface="Outfit"/>
                <a:sym typeface="Outfit"/>
              </a:defRPr>
            </a:lvl5pPr>
            <a:lvl6pPr lvl="5">
              <a:lnSpc>
                <a:spcPct val="90000"/>
              </a:lnSpc>
              <a:spcBef>
                <a:spcPts val="0"/>
              </a:spcBef>
              <a:spcAft>
                <a:spcPts val="0"/>
              </a:spcAft>
              <a:buSzPts val="1000"/>
              <a:buFont typeface="Outfit"/>
              <a:buNone/>
              <a:defRPr sz="1000">
                <a:latin typeface="Outfit"/>
                <a:ea typeface="Outfit"/>
                <a:cs typeface="Outfit"/>
                <a:sym typeface="Outfit"/>
              </a:defRPr>
            </a:lvl6pPr>
            <a:lvl7pPr lvl="6">
              <a:lnSpc>
                <a:spcPct val="90000"/>
              </a:lnSpc>
              <a:spcBef>
                <a:spcPts val="0"/>
              </a:spcBef>
              <a:spcAft>
                <a:spcPts val="0"/>
              </a:spcAft>
              <a:buSzPts val="1000"/>
              <a:buFont typeface="Outfit"/>
              <a:buNone/>
              <a:defRPr sz="1000">
                <a:latin typeface="Outfit"/>
                <a:ea typeface="Outfit"/>
                <a:cs typeface="Outfit"/>
                <a:sym typeface="Outfit"/>
              </a:defRPr>
            </a:lvl7pPr>
            <a:lvl8pPr lvl="7">
              <a:lnSpc>
                <a:spcPct val="90000"/>
              </a:lnSpc>
              <a:spcBef>
                <a:spcPts val="0"/>
              </a:spcBef>
              <a:spcAft>
                <a:spcPts val="0"/>
              </a:spcAft>
              <a:buSzPts val="1000"/>
              <a:buFont typeface="Outfit"/>
              <a:buNone/>
              <a:defRPr sz="1000">
                <a:latin typeface="Outfit"/>
                <a:ea typeface="Outfit"/>
                <a:cs typeface="Outfit"/>
                <a:sym typeface="Outfit"/>
              </a:defRPr>
            </a:lvl8pPr>
            <a:lvl9pPr lvl="8">
              <a:lnSpc>
                <a:spcPct val="90000"/>
              </a:lnSpc>
              <a:spcBef>
                <a:spcPts val="0"/>
              </a:spcBef>
              <a:spcAft>
                <a:spcPts val="0"/>
              </a:spcAft>
              <a:buSzPts val="1000"/>
              <a:buFont typeface="Outfit"/>
              <a:buNone/>
              <a:defRPr sz="1000">
                <a:latin typeface="Outfit"/>
                <a:ea typeface="Outfit"/>
                <a:cs typeface="Outfit"/>
                <a:sym typeface="Outfit"/>
              </a:defRPr>
            </a:lvl9pPr>
          </a:lstStyle>
          <a:p/>
        </p:txBody>
      </p:sp>
      <p:sp>
        <p:nvSpPr>
          <p:cNvPr id="911" name="Google Shape;911;p74"/>
          <p:cNvSpPr txBox="1"/>
          <p:nvPr>
            <p:ph idx="6" type="subTitle"/>
          </p:nvPr>
        </p:nvSpPr>
        <p:spPr>
          <a:xfrm>
            <a:off x="391275" y="3160850"/>
            <a:ext cx="1957500" cy="195300"/>
          </a:xfrm>
          <a:prstGeom prst="rect">
            <a:avLst/>
          </a:prstGeom>
        </p:spPr>
        <p:txBody>
          <a:bodyPr anchorCtr="0" anchor="t" bIns="0" lIns="0" spcFirstLastPara="1" rIns="182875" wrap="square" tIns="0">
            <a:noAutofit/>
          </a:bodyPr>
          <a:lstStyle>
            <a:lvl1pPr lvl="0">
              <a:spcBef>
                <a:spcPts val="0"/>
              </a:spcBef>
              <a:spcAft>
                <a:spcPts val="0"/>
              </a:spcAft>
              <a:buNone/>
              <a:defRPr sz="1000">
                <a:latin typeface="Outfit SemiBold"/>
                <a:ea typeface="Outfit SemiBold"/>
                <a:cs typeface="Outfit SemiBold"/>
                <a:sym typeface="Outfit SemiBold"/>
              </a:defRPr>
            </a:lvl1pPr>
            <a:lvl2pPr lvl="1">
              <a:lnSpc>
                <a:spcPct val="90000"/>
              </a:lnSpc>
              <a:spcBef>
                <a:spcPts val="0"/>
              </a:spcBef>
              <a:spcAft>
                <a:spcPts val="0"/>
              </a:spcAft>
              <a:buSzPts val="1000"/>
              <a:buFont typeface="Outfit"/>
              <a:buNone/>
              <a:defRPr sz="1000">
                <a:latin typeface="Outfit"/>
                <a:ea typeface="Outfit"/>
                <a:cs typeface="Outfit"/>
                <a:sym typeface="Outfit"/>
              </a:defRPr>
            </a:lvl2pPr>
            <a:lvl3pPr lvl="2">
              <a:lnSpc>
                <a:spcPct val="90000"/>
              </a:lnSpc>
              <a:spcBef>
                <a:spcPts val="0"/>
              </a:spcBef>
              <a:spcAft>
                <a:spcPts val="0"/>
              </a:spcAft>
              <a:buSzPts val="1000"/>
              <a:buFont typeface="Outfit"/>
              <a:buNone/>
              <a:defRPr sz="1000">
                <a:latin typeface="Outfit"/>
                <a:ea typeface="Outfit"/>
                <a:cs typeface="Outfit"/>
                <a:sym typeface="Outfit"/>
              </a:defRPr>
            </a:lvl3pPr>
            <a:lvl4pPr lvl="3">
              <a:lnSpc>
                <a:spcPct val="90000"/>
              </a:lnSpc>
              <a:spcBef>
                <a:spcPts val="0"/>
              </a:spcBef>
              <a:spcAft>
                <a:spcPts val="0"/>
              </a:spcAft>
              <a:buSzPts val="1000"/>
              <a:buFont typeface="Outfit"/>
              <a:buNone/>
              <a:defRPr sz="1000">
                <a:latin typeface="Outfit"/>
                <a:ea typeface="Outfit"/>
                <a:cs typeface="Outfit"/>
                <a:sym typeface="Outfit"/>
              </a:defRPr>
            </a:lvl4pPr>
            <a:lvl5pPr lvl="4">
              <a:lnSpc>
                <a:spcPct val="90000"/>
              </a:lnSpc>
              <a:spcBef>
                <a:spcPts val="0"/>
              </a:spcBef>
              <a:spcAft>
                <a:spcPts val="0"/>
              </a:spcAft>
              <a:buSzPts val="1000"/>
              <a:buFont typeface="Outfit"/>
              <a:buNone/>
              <a:defRPr sz="1000">
                <a:latin typeface="Outfit"/>
                <a:ea typeface="Outfit"/>
                <a:cs typeface="Outfit"/>
                <a:sym typeface="Outfit"/>
              </a:defRPr>
            </a:lvl5pPr>
            <a:lvl6pPr lvl="5">
              <a:lnSpc>
                <a:spcPct val="90000"/>
              </a:lnSpc>
              <a:spcBef>
                <a:spcPts val="0"/>
              </a:spcBef>
              <a:spcAft>
                <a:spcPts val="0"/>
              </a:spcAft>
              <a:buSzPts val="1000"/>
              <a:buFont typeface="Outfit"/>
              <a:buNone/>
              <a:defRPr sz="1000">
                <a:latin typeface="Outfit"/>
                <a:ea typeface="Outfit"/>
                <a:cs typeface="Outfit"/>
                <a:sym typeface="Outfit"/>
              </a:defRPr>
            </a:lvl6pPr>
            <a:lvl7pPr lvl="6">
              <a:lnSpc>
                <a:spcPct val="90000"/>
              </a:lnSpc>
              <a:spcBef>
                <a:spcPts val="0"/>
              </a:spcBef>
              <a:spcAft>
                <a:spcPts val="0"/>
              </a:spcAft>
              <a:buSzPts val="1000"/>
              <a:buFont typeface="Outfit"/>
              <a:buNone/>
              <a:defRPr sz="1000">
                <a:latin typeface="Outfit"/>
                <a:ea typeface="Outfit"/>
                <a:cs typeface="Outfit"/>
                <a:sym typeface="Outfit"/>
              </a:defRPr>
            </a:lvl7pPr>
            <a:lvl8pPr lvl="7">
              <a:lnSpc>
                <a:spcPct val="90000"/>
              </a:lnSpc>
              <a:spcBef>
                <a:spcPts val="0"/>
              </a:spcBef>
              <a:spcAft>
                <a:spcPts val="0"/>
              </a:spcAft>
              <a:buSzPts val="1000"/>
              <a:buFont typeface="Outfit"/>
              <a:buNone/>
              <a:defRPr sz="1000">
                <a:latin typeface="Outfit"/>
                <a:ea typeface="Outfit"/>
                <a:cs typeface="Outfit"/>
                <a:sym typeface="Outfit"/>
              </a:defRPr>
            </a:lvl8pPr>
            <a:lvl9pPr lvl="8">
              <a:lnSpc>
                <a:spcPct val="90000"/>
              </a:lnSpc>
              <a:spcBef>
                <a:spcPts val="0"/>
              </a:spcBef>
              <a:spcAft>
                <a:spcPts val="0"/>
              </a:spcAft>
              <a:buSzPts val="1000"/>
              <a:buFont typeface="Outfit"/>
              <a:buNone/>
              <a:defRPr sz="1000">
                <a:latin typeface="Outfit"/>
                <a:ea typeface="Outfit"/>
                <a:cs typeface="Outfit"/>
                <a:sym typeface="Outfit"/>
              </a:defRPr>
            </a:lvl9pPr>
          </a:lstStyle>
          <a:p/>
        </p:txBody>
      </p:sp>
      <p:sp>
        <p:nvSpPr>
          <p:cNvPr id="912" name="Google Shape;912;p74"/>
          <p:cNvSpPr txBox="1"/>
          <p:nvPr>
            <p:ph idx="7" type="subTitle"/>
          </p:nvPr>
        </p:nvSpPr>
        <p:spPr>
          <a:xfrm>
            <a:off x="391275" y="4049675"/>
            <a:ext cx="1957500" cy="195300"/>
          </a:xfrm>
          <a:prstGeom prst="rect">
            <a:avLst/>
          </a:prstGeom>
        </p:spPr>
        <p:txBody>
          <a:bodyPr anchorCtr="0" anchor="t" bIns="0" lIns="0" spcFirstLastPara="1" rIns="182875" wrap="square" tIns="0">
            <a:noAutofit/>
          </a:bodyPr>
          <a:lstStyle>
            <a:lvl1pPr lvl="0">
              <a:spcBef>
                <a:spcPts val="0"/>
              </a:spcBef>
              <a:spcAft>
                <a:spcPts val="0"/>
              </a:spcAft>
              <a:buNone/>
              <a:defRPr sz="1000">
                <a:latin typeface="Outfit SemiBold"/>
                <a:ea typeface="Outfit SemiBold"/>
                <a:cs typeface="Outfit SemiBold"/>
                <a:sym typeface="Outfit SemiBold"/>
              </a:defRPr>
            </a:lvl1pPr>
            <a:lvl2pPr lvl="1">
              <a:lnSpc>
                <a:spcPct val="90000"/>
              </a:lnSpc>
              <a:spcBef>
                <a:spcPts val="0"/>
              </a:spcBef>
              <a:spcAft>
                <a:spcPts val="0"/>
              </a:spcAft>
              <a:buSzPts val="1000"/>
              <a:buFont typeface="Outfit"/>
              <a:buNone/>
              <a:defRPr sz="1000">
                <a:latin typeface="Outfit"/>
                <a:ea typeface="Outfit"/>
                <a:cs typeface="Outfit"/>
                <a:sym typeface="Outfit"/>
              </a:defRPr>
            </a:lvl2pPr>
            <a:lvl3pPr lvl="2">
              <a:lnSpc>
                <a:spcPct val="90000"/>
              </a:lnSpc>
              <a:spcBef>
                <a:spcPts val="0"/>
              </a:spcBef>
              <a:spcAft>
                <a:spcPts val="0"/>
              </a:spcAft>
              <a:buSzPts val="1000"/>
              <a:buFont typeface="Outfit"/>
              <a:buNone/>
              <a:defRPr sz="1000">
                <a:latin typeface="Outfit"/>
                <a:ea typeface="Outfit"/>
                <a:cs typeface="Outfit"/>
                <a:sym typeface="Outfit"/>
              </a:defRPr>
            </a:lvl3pPr>
            <a:lvl4pPr lvl="3">
              <a:lnSpc>
                <a:spcPct val="90000"/>
              </a:lnSpc>
              <a:spcBef>
                <a:spcPts val="0"/>
              </a:spcBef>
              <a:spcAft>
                <a:spcPts val="0"/>
              </a:spcAft>
              <a:buSzPts val="1000"/>
              <a:buFont typeface="Outfit"/>
              <a:buNone/>
              <a:defRPr sz="1000">
                <a:latin typeface="Outfit"/>
                <a:ea typeface="Outfit"/>
                <a:cs typeface="Outfit"/>
                <a:sym typeface="Outfit"/>
              </a:defRPr>
            </a:lvl4pPr>
            <a:lvl5pPr lvl="4">
              <a:lnSpc>
                <a:spcPct val="90000"/>
              </a:lnSpc>
              <a:spcBef>
                <a:spcPts val="0"/>
              </a:spcBef>
              <a:spcAft>
                <a:spcPts val="0"/>
              </a:spcAft>
              <a:buSzPts val="1000"/>
              <a:buFont typeface="Outfit"/>
              <a:buNone/>
              <a:defRPr sz="1000">
                <a:latin typeface="Outfit"/>
                <a:ea typeface="Outfit"/>
                <a:cs typeface="Outfit"/>
                <a:sym typeface="Outfit"/>
              </a:defRPr>
            </a:lvl5pPr>
            <a:lvl6pPr lvl="5">
              <a:lnSpc>
                <a:spcPct val="90000"/>
              </a:lnSpc>
              <a:spcBef>
                <a:spcPts val="0"/>
              </a:spcBef>
              <a:spcAft>
                <a:spcPts val="0"/>
              </a:spcAft>
              <a:buSzPts val="1000"/>
              <a:buFont typeface="Outfit"/>
              <a:buNone/>
              <a:defRPr sz="1000">
                <a:latin typeface="Outfit"/>
                <a:ea typeface="Outfit"/>
                <a:cs typeface="Outfit"/>
                <a:sym typeface="Outfit"/>
              </a:defRPr>
            </a:lvl6pPr>
            <a:lvl7pPr lvl="6">
              <a:lnSpc>
                <a:spcPct val="90000"/>
              </a:lnSpc>
              <a:spcBef>
                <a:spcPts val="0"/>
              </a:spcBef>
              <a:spcAft>
                <a:spcPts val="0"/>
              </a:spcAft>
              <a:buSzPts val="1000"/>
              <a:buFont typeface="Outfit"/>
              <a:buNone/>
              <a:defRPr sz="1000">
                <a:latin typeface="Outfit"/>
                <a:ea typeface="Outfit"/>
                <a:cs typeface="Outfit"/>
                <a:sym typeface="Outfit"/>
              </a:defRPr>
            </a:lvl7pPr>
            <a:lvl8pPr lvl="7">
              <a:lnSpc>
                <a:spcPct val="90000"/>
              </a:lnSpc>
              <a:spcBef>
                <a:spcPts val="0"/>
              </a:spcBef>
              <a:spcAft>
                <a:spcPts val="0"/>
              </a:spcAft>
              <a:buSzPts val="1000"/>
              <a:buFont typeface="Outfit"/>
              <a:buNone/>
              <a:defRPr sz="1000">
                <a:latin typeface="Outfit"/>
                <a:ea typeface="Outfit"/>
                <a:cs typeface="Outfit"/>
                <a:sym typeface="Outfit"/>
              </a:defRPr>
            </a:lvl8pPr>
            <a:lvl9pPr lvl="8">
              <a:lnSpc>
                <a:spcPct val="90000"/>
              </a:lnSpc>
              <a:spcBef>
                <a:spcPts val="0"/>
              </a:spcBef>
              <a:spcAft>
                <a:spcPts val="0"/>
              </a:spcAft>
              <a:buSzPts val="1000"/>
              <a:buFont typeface="Outfit"/>
              <a:buNone/>
              <a:defRPr sz="1000">
                <a:latin typeface="Outfit"/>
                <a:ea typeface="Outfit"/>
                <a:cs typeface="Outfit"/>
                <a:sym typeface="Outfit"/>
              </a:defRPr>
            </a:lvl9pPr>
          </a:lstStyle>
          <a:p/>
        </p:txBody>
      </p:sp>
      <p:sp>
        <p:nvSpPr>
          <p:cNvPr id="913" name="Google Shape;913;p74"/>
          <p:cNvSpPr txBox="1"/>
          <p:nvPr>
            <p:ph idx="8" type="subTitle"/>
          </p:nvPr>
        </p:nvSpPr>
        <p:spPr>
          <a:xfrm>
            <a:off x="2455100" y="2111375"/>
            <a:ext cx="2064000" cy="661200"/>
          </a:xfrm>
          <a:prstGeom prst="rect">
            <a:avLst/>
          </a:prstGeom>
        </p:spPr>
        <p:txBody>
          <a:bodyPr anchorCtr="0" anchor="t" bIns="0" lIns="0" spcFirstLastPara="1" rIns="182875" wrap="square" tIns="0">
            <a:noAutofit/>
          </a:bodyPr>
          <a:lstStyle>
            <a:lvl1pPr lvl="0">
              <a:spcBef>
                <a:spcPts val="0"/>
              </a:spcBef>
              <a:spcAft>
                <a:spcPts val="0"/>
              </a:spcAft>
              <a:buNone/>
              <a:defRPr sz="1000"/>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p:txBody>
      </p:sp>
      <p:sp>
        <p:nvSpPr>
          <p:cNvPr id="914" name="Google Shape;914;p74"/>
          <p:cNvSpPr txBox="1"/>
          <p:nvPr>
            <p:ph idx="9" type="subTitle"/>
          </p:nvPr>
        </p:nvSpPr>
        <p:spPr>
          <a:xfrm>
            <a:off x="2455100" y="3174088"/>
            <a:ext cx="2064000" cy="661200"/>
          </a:xfrm>
          <a:prstGeom prst="rect">
            <a:avLst/>
          </a:prstGeom>
        </p:spPr>
        <p:txBody>
          <a:bodyPr anchorCtr="0" anchor="t" bIns="0" lIns="0" spcFirstLastPara="1" rIns="182875" wrap="square" tIns="0">
            <a:noAutofit/>
          </a:bodyPr>
          <a:lstStyle>
            <a:lvl1pPr lvl="0">
              <a:spcBef>
                <a:spcPts val="0"/>
              </a:spcBef>
              <a:spcAft>
                <a:spcPts val="0"/>
              </a:spcAft>
              <a:buNone/>
              <a:defRPr sz="1000"/>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p:txBody>
      </p:sp>
      <p:sp>
        <p:nvSpPr>
          <p:cNvPr id="915" name="Google Shape;915;p74"/>
          <p:cNvSpPr txBox="1"/>
          <p:nvPr>
            <p:ph idx="13" type="subTitle"/>
          </p:nvPr>
        </p:nvSpPr>
        <p:spPr>
          <a:xfrm>
            <a:off x="2455100" y="4075913"/>
            <a:ext cx="2064000" cy="661200"/>
          </a:xfrm>
          <a:prstGeom prst="rect">
            <a:avLst/>
          </a:prstGeom>
        </p:spPr>
        <p:txBody>
          <a:bodyPr anchorCtr="0" anchor="t" bIns="0" lIns="0" spcFirstLastPara="1" rIns="182875" wrap="square" tIns="0">
            <a:noAutofit/>
          </a:bodyPr>
          <a:lstStyle>
            <a:lvl1pPr lvl="0">
              <a:spcBef>
                <a:spcPts val="0"/>
              </a:spcBef>
              <a:spcAft>
                <a:spcPts val="0"/>
              </a:spcAft>
              <a:buNone/>
              <a:defRPr sz="1000"/>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p:txBody>
      </p:sp>
      <p:sp>
        <p:nvSpPr>
          <p:cNvPr id="916" name="Google Shape;916;p74"/>
          <p:cNvSpPr txBox="1"/>
          <p:nvPr>
            <p:ph idx="14" type="subTitle"/>
          </p:nvPr>
        </p:nvSpPr>
        <p:spPr>
          <a:xfrm>
            <a:off x="4625425" y="2111375"/>
            <a:ext cx="2064000" cy="661200"/>
          </a:xfrm>
          <a:prstGeom prst="rect">
            <a:avLst/>
          </a:prstGeom>
        </p:spPr>
        <p:txBody>
          <a:bodyPr anchorCtr="0" anchor="t" bIns="0" lIns="0" spcFirstLastPara="1" rIns="182875" wrap="square" tIns="0">
            <a:noAutofit/>
          </a:bodyPr>
          <a:lstStyle>
            <a:lvl1pPr lvl="0">
              <a:spcBef>
                <a:spcPts val="0"/>
              </a:spcBef>
              <a:spcAft>
                <a:spcPts val="0"/>
              </a:spcAft>
              <a:buNone/>
              <a:defRPr sz="1000"/>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p:txBody>
      </p:sp>
      <p:sp>
        <p:nvSpPr>
          <p:cNvPr id="917" name="Google Shape;917;p74"/>
          <p:cNvSpPr txBox="1"/>
          <p:nvPr>
            <p:ph idx="15" type="subTitle"/>
          </p:nvPr>
        </p:nvSpPr>
        <p:spPr>
          <a:xfrm>
            <a:off x="4625425" y="3174088"/>
            <a:ext cx="2064000" cy="661200"/>
          </a:xfrm>
          <a:prstGeom prst="rect">
            <a:avLst/>
          </a:prstGeom>
        </p:spPr>
        <p:txBody>
          <a:bodyPr anchorCtr="0" anchor="t" bIns="0" lIns="0" spcFirstLastPara="1" rIns="182875" wrap="square" tIns="0">
            <a:noAutofit/>
          </a:bodyPr>
          <a:lstStyle>
            <a:lvl1pPr lvl="0">
              <a:spcBef>
                <a:spcPts val="0"/>
              </a:spcBef>
              <a:spcAft>
                <a:spcPts val="0"/>
              </a:spcAft>
              <a:buNone/>
              <a:defRPr sz="1000"/>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p:txBody>
      </p:sp>
      <p:sp>
        <p:nvSpPr>
          <p:cNvPr id="918" name="Google Shape;918;p74"/>
          <p:cNvSpPr txBox="1"/>
          <p:nvPr>
            <p:ph idx="16" type="subTitle"/>
          </p:nvPr>
        </p:nvSpPr>
        <p:spPr>
          <a:xfrm>
            <a:off x="4625425" y="4075913"/>
            <a:ext cx="2064000" cy="661200"/>
          </a:xfrm>
          <a:prstGeom prst="rect">
            <a:avLst/>
          </a:prstGeom>
        </p:spPr>
        <p:txBody>
          <a:bodyPr anchorCtr="0" anchor="t" bIns="0" lIns="0" spcFirstLastPara="1" rIns="182875" wrap="square" tIns="0">
            <a:noAutofit/>
          </a:bodyPr>
          <a:lstStyle>
            <a:lvl1pPr lvl="0">
              <a:spcBef>
                <a:spcPts val="0"/>
              </a:spcBef>
              <a:spcAft>
                <a:spcPts val="0"/>
              </a:spcAft>
              <a:buNone/>
              <a:defRPr sz="1000"/>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p:txBody>
      </p:sp>
      <p:sp>
        <p:nvSpPr>
          <p:cNvPr id="919" name="Google Shape;919;p74"/>
          <p:cNvSpPr txBox="1"/>
          <p:nvPr>
            <p:ph idx="17" type="subTitle"/>
          </p:nvPr>
        </p:nvSpPr>
        <p:spPr>
          <a:xfrm>
            <a:off x="6795750" y="2111375"/>
            <a:ext cx="2064000" cy="661200"/>
          </a:xfrm>
          <a:prstGeom prst="rect">
            <a:avLst/>
          </a:prstGeom>
        </p:spPr>
        <p:txBody>
          <a:bodyPr anchorCtr="0" anchor="t" bIns="0" lIns="0" spcFirstLastPara="1" rIns="182875" wrap="square" tIns="0">
            <a:noAutofit/>
          </a:bodyPr>
          <a:lstStyle>
            <a:lvl1pPr lvl="0">
              <a:spcBef>
                <a:spcPts val="0"/>
              </a:spcBef>
              <a:spcAft>
                <a:spcPts val="0"/>
              </a:spcAft>
              <a:buNone/>
              <a:defRPr sz="1000"/>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p:txBody>
      </p:sp>
      <p:sp>
        <p:nvSpPr>
          <p:cNvPr id="920" name="Google Shape;920;p74"/>
          <p:cNvSpPr txBox="1"/>
          <p:nvPr>
            <p:ph idx="18" type="subTitle"/>
          </p:nvPr>
        </p:nvSpPr>
        <p:spPr>
          <a:xfrm>
            <a:off x="6795750" y="3174088"/>
            <a:ext cx="2064000" cy="661200"/>
          </a:xfrm>
          <a:prstGeom prst="rect">
            <a:avLst/>
          </a:prstGeom>
        </p:spPr>
        <p:txBody>
          <a:bodyPr anchorCtr="0" anchor="t" bIns="0" lIns="0" spcFirstLastPara="1" rIns="182875" wrap="square" tIns="0">
            <a:noAutofit/>
          </a:bodyPr>
          <a:lstStyle>
            <a:lvl1pPr lvl="0">
              <a:spcBef>
                <a:spcPts val="0"/>
              </a:spcBef>
              <a:spcAft>
                <a:spcPts val="0"/>
              </a:spcAft>
              <a:buNone/>
              <a:defRPr sz="1000"/>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p:txBody>
      </p:sp>
      <p:sp>
        <p:nvSpPr>
          <p:cNvPr id="921" name="Google Shape;921;p74"/>
          <p:cNvSpPr txBox="1"/>
          <p:nvPr>
            <p:ph idx="19" type="subTitle"/>
          </p:nvPr>
        </p:nvSpPr>
        <p:spPr>
          <a:xfrm>
            <a:off x="6795750" y="4075913"/>
            <a:ext cx="2064000" cy="661200"/>
          </a:xfrm>
          <a:prstGeom prst="rect">
            <a:avLst/>
          </a:prstGeom>
        </p:spPr>
        <p:txBody>
          <a:bodyPr anchorCtr="0" anchor="t" bIns="0" lIns="0" spcFirstLastPara="1" rIns="182875" wrap="square" tIns="0">
            <a:noAutofit/>
          </a:bodyPr>
          <a:lstStyle>
            <a:lvl1pPr lvl="0">
              <a:spcBef>
                <a:spcPts val="0"/>
              </a:spcBef>
              <a:spcAft>
                <a:spcPts val="0"/>
              </a:spcAft>
              <a:buNone/>
              <a:defRPr sz="1000"/>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922" name="Shape 922"/>
        <p:cNvGrpSpPr/>
        <p:nvPr/>
      </p:nvGrpSpPr>
      <p:grpSpPr>
        <a:xfrm>
          <a:off x="0" y="0"/>
          <a:ext cx="0" cy="0"/>
          <a:chOff x="0" y="0"/>
          <a:chExt cx="0" cy="0"/>
        </a:xfrm>
      </p:grpSpPr>
      <p:sp>
        <p:nvSpPr>
          <p:cNvPr id="923" name="Google Shape;923;p75"/>
          <p:cNvSpPr txBox="1"/>
          <p:nvPr>
            <p:ph type="ctrTitle"/>
          </p:nvPr>
        </p:nvSpPr>
        <p:spPr>
          <a:xfrm>
            <a:off x="311708" y="744575"/>
            <a:ext cx="8520600" cy="2052600"/>
          </a:xfrm>
          <a:prstGeom prst="rect">
            <a:avLst/>
          </a:prstGeom>
        </p:spPr>
        <p:txBody>
          <a:bodyPr anchorCtr="0" anchor="b" bIns="0" lIns="0" spcFirstLastPara="1" rIns="0" wrap="square" tIns="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924" name="Google Shape;924;p75"/>
          <p:cNvSpPr txBox="1"/>
          <p:nvPr>
            <p:ph idx="1" type="subTitle"/>
          </p:nvPr>
        </p:nvSpPr>
        <p:spPr>
          <a:xfrm>
            <a:off x="311700" y="2834125"/>
            <a:ext cx="8520600" cy="792600"/>
          </a:xfrm>
          <a:prstGeom prst="rect">
            <a:avLst/>
          </a:prstGeom>
        </p:spPr>
        <p:txBody>
          <a:bodyPr anchorCtr="0" anchor="t" bIns="0" lIns="0" spcFirstLastPara="1" rIns="0" wrap="square" tIns="0">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925" name="Shape 925"/>
        <p:cNvGrpSpPr/>
        <p:nvPr/>
      </p:nvGrpSpPr>
      <p:grpSpPr>
        <a:xfrm>
          <a:off x="0" y="0"/>
          <a:ext cx="0" cy="0"/>
          <a:chOff x="0" y="0"/>
          <a:chExt cx="0" cy="0"/>
        </a:xfrm>
      </p:grpSpPr>
      <p:sp>
        <p:nvSpPr>
          <p:cNvPr id="926" name="Google Shape;926;p76"/>
          <p:cNvSpPr txBox="1"/>
          <p:nvPr>
            <p:ph type="title"/>
          </p:nvPr>
        </p:nvSpPr>
        <p:spPr>
          <a:xfrm>
            <a:off x="311700" y="2150850"/>
            <a:ext cx="8520600" cy="841800"/>
          </a:xfrm>
          <a:prstGeom prst="rect">
            <a:avLst/>
          </a:prstGeom>
        </p:spPr>
        <p:txBody>
          <a:bodyPr anchorCtr="0" anchor="ctr" bIns="0" lIns="0" spcFirstLastPara="1" rIns="0" wrap="square" tIns="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927" name="Shape 927"/>
        <p:cNvGrpSpPr/>
        <p:nvPr/>
      </p:nvGrpSpPr>
      <p:grpSpPr>
        <a:xfrm>
          <a:off x="0" y="0"/>
          <a:ext cx="0" cy="0"/>
          <a:chOff x="0" y="0"/>
          <a:chExt cx="0" cy="0"/>
        </a:xfrm>
      </p:grpSpPr>
      <p:sp>
        <p:nvSpPr>
          <p:cNvPr id="928" name="Google Shape;928;p77"/>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6000"/>
              <a:buNone/>
              <a:defRPr/>
            </a:lvl1pPr>
            <a:lvl2pPr lvl="1">
              <a:spcBef>
                <a:spcPts val="0"/>
              </a:spcBef>
              <a:spcAft>
                <a:spcPts val="0"/>
              </a:spcAft>
              <a:buSzPts val="6000"/>
              <a:buNone/>
              <a:defRPr/>
            </a:lvl2pPr>
            <a:lvl3pPr lvl="2">
              <a:spcBef>
                <a:spcPts val="0"/>
              </a:spcBef>
              <a:spcAft>
                <a:spcPts val="0"/>
              </a:spcAft>
              <a:buSzPts val="6000"/>
              <a:buNone/>
              <a:defRPr/>
            </a:lvl3pPr>
            <a:lvl4pPr lvl="3">
              <a:spcBef>
                <a:spcPts val="0"/>
              </a:spcBef>
              <a:spcAft>
                <a:spcPts val="0"/>
              </a:spcAft>
              <a:buSzPts val="6000"/>
              <a:buNone/>
              <a:defRPr/>
            </a:lvl4pPr>
            <a:lvl5pPr lvl="4">
              <a:spcBef>
                <a:spcPts val="0"/>
              </a:spcBef>
              <a:spcAft>
                <a:spcPts val="0"/>
              </a:spcAft>
              <a:buSzPts val="6000"/>
              <a:buNone/>
              <a:defRPr/>
            </a:lvl5pPr>
            <a:lvl6pPr lvl="5">
              <a:spcBef>
                <a:spcPts val="0"/>
              </a:spcBef>
              <a:spcAft>
                <a:spcPts val="0"/>
              </a:spcAft>
              <a:buSzPts val="6000"/>
              <a:buNone/>
              <a:defRPr/>
            </a:lvl6pPr>
            <a:lvl7pPr lvl="6">
              <a:spcBef>
                <a:spcPts val="0"/>
              </a:spcBef>
              <a:spcAft>
                <a:spcPts val="0"/>
              </a:spcAft>
              <a:buSzPts val="6000"/>
              <a:buNone/>
              <a:defRPr/>
            </a:lvl7pPr>
            <a:lvl8pPr lvl="7">
              <a:spcBef>
                <a:spcPts val="0"/>
              </a:spcBef>
              <a:spcAft>
                <a:spcPts val="0"/>
              </a:spcAft>
              <a:buSzPts val="6000"/>
              <a:buNone/>
              <a:defRPr/>
            </a:lvl8pPr>
            <a:lvl9pPr lvl="8">
              <a:spcBef>
                <a:spcPts val="0"/>
              </a:spcBef>
              <a:spcAft>
                <a:spcPts val="0"/>
              </a:spcAft>
              <a:buSzPts val="6000"/>
              <a:buNone/>
              <a:defRPr/>
            </a:lvl9pPr>
          </a:lstStyle>
          <a:p/>
        </p:txBody>
      </p:sp>
      <p:sp>
        <p:nvSpPr>
          <p:cNvPr id="929" name="Google Shape;929;p77"/>
          <p:cNvSpPr txBox="1"/>
          <p:nvPr>
            <p:ph idx="1" type="body"/>
          </p:nvPr>
        </p:nvSpPr>
        <p:spPr>
          <a:xfrm>
            <a:off x="311700" y="1152475"/>
            <a:ext cx="8520600" cy="34164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930" name="Shape 930"/>
        <p:cNvGrpSpPr/>
        <p:nvPr/>
      </p:nvGrpSpPr>
      <p:grpSpPr>
        <a:xfrm>
          <a:off x="0" y="0"/>
          <a:ext cx="0" cy="0"/>
          <a:chOff x="0" y="0"/>
          <a:chExt cx="0" cy="0"/>
        </a:xfrm>
      </p:grpSpPr>
      <p:sp>
        <p:nvSpPr>
          <p:cNvPr id="931" name="Google Shape;931;p78"/>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6000"/>
              <a:buNone/>
              <a:defRPr/>
            </a:lvl1pPr>
            <a:lvl2pPr lvl="1">
              <a:spcBef>
                <a:spcPts val="0"/>
              </a:spcBef>
              <a:spcAft>
                <a:spcPts val="0"/>
              </a:spcAft>
              <a:buSzPts val="6000"/>
              <a:buNone/>
              <a:defRPr/>
            </a:lvl2pPr>
            <a:lvl3pPr lvl="2">
              <a:spcBef>
                <a:spcPts val="0"/>
              </a:spcBef>
              <a:spcAft>
                <a:spcPts val="0"/>
              </a:spcAft>
              <a:buSzPts val="6000"/>
              <a:buNone/>
              <a:defRPr/>
            </a:lvl3pPr>
            <a:lvl4pPr lvl="3">
              <a:spcBef>
                <a:spcPts val="0"/>
              </a:spcBef>
              <a:spcAft>
                <a:spcPts val="0"/>
              </a:spcAft>
              <a:buSzPts val="6000"/>
              <a:buNone/>
              <a:defRPr/>
            </a:lvl4pPr>
            <a:lvl5pPr lvl="4">
              <a:spcBef>
                <a:spcPts val="0"/>
              </a:spcBef>
              <a:spcAft>
                <a:spcPts val="0"/>
              </a:spcAft>
              <a:buSzPts val="6000"/>
              <a:buNone/>
              <a:defRPr/>
            </a:lvl5pPr>
            <a:lvl6pPr lvl="5">
              <a:spcBef>
                <a:spcPts val="0"/>
              </a:spcBef>
              <a:spcAft>
                <a:spcPts val="0"/>
              </a:spcAft>
              <a:buSzPts val="6000"/>
              <a:buNone/>
              <a:defRPr/>
            </a:lvl6pPr>
            <a:lvl7pPr lvl="6">
              <a:spcBef>
                <a:spcPts val="0"/>
              </a:spcBef>
              <a:spcAft>
                <a:spcPts val="0"/>
              </a:spcAft>
              <a:buSzPts val="6000"/>
              <a:buNone/>
              <a:defRPr/>
            </a:lvl7pPr>
            <a:lvl8pPr lvl="7">
              <a:spcBef>
                <a:spcPts val="0"/>
              </a:spcBef>
              <a:spcAft>
                <a:spcPts val="0"/>
              </a:spcAft>
              <a:buSzPts val="6000"/>
              <a:buNone/>
              <a:defRPr/>
            </a:lvl8pPr>
            <a:lvl9pPr lvl="8">
              <a:spcBef>
                <a:spcPts val="0"/>
              </a:spcBef>
              <a:spcAft>
                <a:spcPts val="0"/>
              </a:spcAft>
              <a:buSzPts val="6000"/>
              <a:buNone/>
              <a:defRPr/>
            </a:lvl9pPr>
          </a:lstStyle>
          <a:p/>
        </p:txBody>
      </p:sp>
      <p:sp>
        <p:nvSpPr>
          <p:cNvPr id="932" name="Google Shape;932;p78"/>
          <p:cNvSpPr txBox="1"/>
          <p:nvPr>
            <p:ph idx="1" type="body"/>
          </p:nvPr>
        </p:nvSpPr>
        <p:spPr>
          <a:xfrm>
            <a:off x="311700" y="1152475"/>
            <a:ext cx="3999900" cy="34164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33" name="Google Shape;933;p78"/>
          <p:cNvSpPr txBox="1"/>
          <p:nvPr>
            <p:ph idx="2" type="body"/>
          </p:nvPr>
        </p:nvSpPr>
        <p:spPr>
          <a:xfrm>
            <a:off x="4832400" y="1152475"/>
            <a:ext cx="3999900" cy="34164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934" name="Shape 934"/>
        <p:cNvGrpSpPr/>
        <p:nvPr/>
      </p:nvGrpSpPr>
      <p:grpSpPr>
        <a:xfrm>
          <a:off x="0" y="0"/>
          <a:ext cx="0" cy="0"/>
          <a:chOff x="0" y="0"/>
          <a:chExt cx="0" cy="0"/>
        </a:xfrm>
      </p:grpSpPr>
      <p:sp>
        <p:nvSpPr>
          <p:cNvPr id="935" name="Google Shape;935;p79"/>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6000"/>
              <a:buNone/>
              <a:defRPr/>
            </a:lvl1pPr>
            <a:lvl2pPr lvl="1">
              <a:spcBef>
                <a:spcPts val="0"/>
              </a:spcBef>
              <a:spcAft>
                <a:spcPts val="0"/>
              </a:spcAft>
              <a:buSzPts val="6000"/>
              <a:buNone/>
              <a:defRPr/>
            </a:lvl2pPr>
            <a:lvl3pPr lvl="2">
              <a:spcBef>
                <a:spcPts val="0"/>
              </a:spcBef>
              <a:spcAft>
                <a:spcPts val="0"/>
              </a:spcAft>
              <a:buSzPts val="6000"/>
              <a:buNone/>
              <a:defRPr/>
            </a:lvl3pPr>
            <a:lvl4pPr lvl="3">
              <a:spcBef>
                <a:spcPts val="0"/>
              </a:spcBef>
              <a:spcAft>
                <a:spcPts val="0"/>
              </a:spcAft>
              <a:buSzPts val="6000"/>
              <a:buNone/>
              <a:defRPr/>
            </a:lvl4pPr>
            <a:lvl5pPr lvl="4">
              <a:spcBef>
                <a:spcPts val="0"/>
              </a:spcBef>
              <a:spcAft>
                <a:spcPts val="0"/>
              </a:spcAft>
              <a:buSzPts val="6000"/>
              <a:buNone/>
              <a:defRPr/>
            </a:lvl5pPr>
            <a:lvl6pPr lvl="5">
              <a:spcBef>
                <a:spcPts val="0"/>
              </a:spcBef>
              <a:spcAft>
                <a:spcPts val="0"/>
              </a:spcAft>
              <a:buSzPts val="6000"/>
              <a:buNone/>
              <a:defRPr/>
            </a:lvl6pPr>
            <a:lvl7pPr lvl="6">
              <a:spcBef>
                <a:spcPts val="0"/>
              </a:spcBef>
              <a:spcAft>
                <a:spcPts val="0"/>
              </a:spcAft>
              <a:buSzPts val="6000"/>
              <a:buNone/>
              <a:defRPr/>
            </a:lvl7pPr>
            <a:lvl8pPr lvl="7">
              <a:spcBef>
                <a:spcPts val="0"/>
              </a:spcBef>
              <a:spcAft>
                <a:spcPts val="0"/>
              </a:spcAft>
              <a:buSzPts val="6000"/>
              <a:buNone/>
              <a:defRPr/>
            </a:lvl8pPr>
            <a:lvl9pPr lvl="8">
              <a:spcBef>
                <a:spcPts val="0"/>
              </a:spcBef>
              <a:spcAft>
                <a:spcPts val="0"/>
              </a:spcAft>
              <a:buSzPts val="6000"/>
              <a:buNone/>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936" name="Shape 936"/>
        <p:cNvGrpSpPr/>
        <p:nvPr/>
      </p:nvGrpSpPr>
      <p:grpSpPr>
        <a:xfrm>
          <a:off x="0" y="0"/>
          <a:ext cx="0" cy="0"/>
          <a:chOff x="0" y="0"/>
          <a:chExt cx="0" cy="0"/>
        </a:xfrm>
      </p:grpSpPr>
      <p:sp>
        <p:nvSpPr>
          <p:cNvPr id="937" name="Google Shape;937;p80"/>
          <p:cNvSpPr txBox="1"/>
          <p:nvPr>
            <p:ph type="title"/>
          </p:nvPr>
        </p:nvSpPr>
        <p:spPr>
          <a:xfrm>
            <a:off x="311700" y="555600"/>
            <a:ext cx="2808000" cy="755700"/>
          </a:xfrm>
          <a:prstGeom prst="rect">
            <a:avLst/>
          </a:prstGeom>
        </p:spPr>
        <p:txBody>
          <a:bodyPr anchorCtr="0" anchor="b" bIns="0" lIns="0" spcFirstLastPara="1" rIns="0" wrap="square" tIns="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38" name="Google Shape;938;p80"/>
          <p:cNvSpPr txBox="1"/>
          <p:nvPr>
            <p:ph idx="1" type="body"/>
          </p:nvPr>
        </p:nvSpPr>
        <p:spPr>
          <a:xfrm>
            <a:off x="311700" y="1389600"/>
            <a:ext cx="2808000" cy="31794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939" name="Shape 939"/>
        <p:cNvGrpSpPr/>
        <p:nvPr/>
      </p:nvGrpSpPr>
      <p:grpSpPr>
        <a:xfrm>
          <a:off x="0" y="0"/>
          <a:ext cx="0" cy="0"/>
          <a:chOff x="0" y="0"/>
          <a:chExt cx="0" cy="0"/>
        </a:xfrm>
      </p:grpSpPr>
      <p:sp>
        <p:nvSpPr>
          <p:cNvPr id="940" name="Google Shape;940;p81"/>
          <p:cNvSpPr txBox="1"/>
          <p:nvPr>
            <p:ph type="title"/>
          </p:nvPr>
        </p:nvSpPr>
        <p:spPr>
          <a:xfrm>
            <a:off x="490250" y="450150"/>
            <a:ext cx="6367800" cy="4090800"/>
          </a:xfrm>
          <a:prstGeom prst="rect">
            <a:avLst/>
          </a:prstGeom>
        </p:spPr>
        <p:txBody>
          <a:bodyPr anchorCtr="0" anchor="ctr" bIns="0" lIns="0" spcFirstLastPara="1" rIns="0" wrap="square" tIns="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941" name="Shape 941"/>
        <p:cNvGrpSpPr/>
        <p:nvPr/>
      </p:nvGrpSpPr>
      <p:grpSpPr>
        <a:xfrm>
          <a:off x="0" y="0"/>
          <a:ext cx="0" cy="0"/>
          <a:chOff x="0" y="0"/>
          <a:chExt cx="0" cy="0"/>
        </a:xfrm>
      </p:grpSpPr>
      <p:sp>
        <p:nvSpPr>
          <p:cNvPr id="942" name="Google Shape;942;p82"/>
          <p:cNvSpPr txBox="1"/>
          <p:nvPr>
            <p:ph type="title"/>
          </p:nvPr>
        </p:nvSpPr>
        <p:spPr>
          <a:xfrm>
            <a:off x="265500" y="1233175"/>
            <a:ext cx="4045200" cy="1482300"/>
          </a:xfrm>
          <a:prstGeom prst="rect">
            <a:avLst/>
          </a:prstGeom>
        </p:spPr>
        <p:txBody>
          <a:bodyPr anchorCtr="0" anchor="b" bIns="0" lIns="0" spcFirstLastPara="1" rIns="0" wrap="square" tIns="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943" name="Google Shape;943;p82"/>
          <p:cNvSpPr txBox="1"/>
          <p:nvPr>
            <p:ph idx="1" type="subTitle"/>
          </p:nvPr>
        </p:nvSpPr>
        <p:spPr>
          <a:xfrm>
            <a:off x="265500" y="2803075"/>
            <a:ext cx="4045200" cy="1235100"/>
          </a:xfrm>
          <a:prstGeom prst="rect">
            <a:avLst/>
          </a:prstGeom>
        </p:spPr>
        <p:txBody>
          <a:bodyPr anchorCtr="0" anchor="t" bIns="0" lIns="0" spcFirstLastPara="1" rIns="0" wrap="square" tIns="0">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944" name="Google Shape;944;p82"/>
          <p:cNvSpPr txBox="1"/>
          <p:nvPr>
            <p:ph idx="2" type="body"/>
          </p:nvPr>
        </p:nvSpPr>
        <p:spPr>
          <a:xfrm>
            <a:off x="4939500" y="724075"/>
            <a:ext cx="3837000" cy="3695100"/>
          </a:xfrm>
          <a:prstGeom prst="rect">
            <a:avLst/>
          </a:prstGeom>
        </p:spPr>
        <p:txBody>
          <a:bodyPr anchorCtr="0" anchor="ctr"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945" name="Shape 945"/>
        <p:cNvGrpSpPr/>
        <p:nvPr/>
      </p:nvGrpSpPr>
      <p:grpSpPr>
        <a:xfrm>
          <a:off x="0" y="0"/>
          <a:ext cx="0" cy="0"/>
          <a:chOff x="0" y="0"/>
          <a:chExt cx="0" cy="0"/>
        </a:xfrm>
      </p:grpSpPr>
      <p:sp>
        <p:nvSpPr>
          <p:cNvPr id="946" name="Google Shape;946;p83"/>
          <p:cNvSpPr txBox="1"/>
          <p:nvPr>
            <p:ph idx="1" type="body"/>
          </p:nvPr>
        </p:nvSpPr>
        <p:spPr>
          <a:xfrm>
            <a:off x="311700" y="4230575"/>
            <a:ext cx="5998800" cy="605100"/>
          </a:xfrm>
          <a:prstGeom prst="rect">
            <a:avLst/>
          </a:prstGeom>
        </p:spPr>
        <p:txBody>
          <a:bodyPr anchorCtr="0" anchor="ctr" bIns="0" lIns="0" spcFirstLastPara="1" rIns="0" wrap="square" tIns="0">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947" name="Shape 947"/>
        <p:cNvGrpSpPr/>
        <p:nvPr/>
      </p:nvGrpSpPr>
      <p:grpSpPr>
        <a:xfrm>
          <a:off x="0" y="0"/>
          <a:ext cx="0" cy="0"/>
          <a:chOff x="0" y="0"/>
          <a:chExt cx="0" cy="0"/>
        </a:xfrm>
      </p:grpSpPr>
      <p:sp>
        <p:nvSpPr>
          <p:cNvPr id="948" name="Google Shape;948;p84"/>
          <p:cNvSpPr txBox="1"/>
          <p:nvPr>
            <p:ph hasCustomPrompt="1" type="title"/>
          </p:nvPr>
        </p:nvSpPr>
        <p:spPr>
          <a:xfrm>
            <a:off x="311700" y="1106125"/>
            <a:ext cx="8520600" cy="1963500"/>
          </a:xfrm>
          <a:prstGeom prst="rect">
            <a:avLst/>
          </a:prstGeom>
        </p:spPr>
        <p:txBody>
          <a:bodyPr anchorCtr="0" anchor="b" bIns="0" lIns="0" spcFirstLastPara="1" rIns="0" wrap="square" tIns="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49" name="Google Shape;949;p84"/>
          <p:cNvSpPr txBox="1"/>
          <p:nvPr>
            <p:ph idx="1" type="body"/>
          </p:nvPr>
        </p:nvSpPr>
        <p:spPr>
          <a:xfrm>
            <a:off x="311700" y="3152225"/>
            <a:ext cx="8520600" cy="1300800"/>
          </a:xfrm>
          <a:prstGeom prst="rect">
            <a:avLst/>
          </a:prstGeom>
        </p:spPr>
        <p:txBody>
          <a:bodyPr anchorCtr="0" anchor="t" bIns="0" lIns="0" spcFirstLastPara="1" rIns="0" wrap="square" tIns="0">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950" name="Shape 950"/>
        <p:cNvGrpSpPr/>
        <p:nvPr/>
      </p:nvGrpSpPr>
      <p:grpSpPr>
        <a:xfrm>
          <a:off x="0" y="0"/>
          <a:ext cx="0" cy="0"/>
          <a:chOff x="0" y="0"/>
          <a:chExt cx="0" cy="0"/>
        </a:xfrm>
      </p:grpSpPr>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951" name="Shape 951"/>
        <p:cNvGrpSpPr/>
        <p:nvPr/>
      </p:nvGrpSpPr>
      <p:grpSpPr>
        <a:xfrm>
          <a:off x="0" y="0"/>
          <a:ext cx="0" cy="0"/>
          <a:chOff x="0" y="0"/>
          <a:chExt cx="0" cy="0"/>
        </a:xfrm>
      </p:grpSpPr>
      <p:sp>
        <p:nvSpPr>
          <p:cNvPr id="952" name="Google Shape;952;p86"/>
          <p:cNvSpPr txBox="1"/>
          <p:nvPr>
            <p:ph type="title"/>
          </p:nvPr>
        </p:nvSpPr>
        <p:spPr>
          <a:xfrm>
            <a:off x="677325" y="1832775"/>
            <a:ext cx="3217200" cy="1484100"/>
          </a:xfrm>
          <a:prstGeom prst="rect">
            <a:avLst/>
          </a:prstGeom>
        </p:spPr>
        <p:txBody>
          <a:bodyPr anchorCtr="0" anchor="ctr" bIns="0" lIns="0" spcFirstLastPara="1" rIns="0" wrap="square" tIns="0">
            <a:noAutofit/>
          </a:bodyPr>
          <a:lstStyle>
            <a:lvl1pPr lvl="0">
              <a:spcBef>
                <a:spcPts val="0"/>
              </a:spcBef>
              <a:spcAft>
                <a:spcPts val="0"/>
              </a:spcAft>
              <a:buSzPts val="4200"/>
              <a:buNone/>
              <a:defRPr sz="4200"/>
            </a:lvl1pPr>
            <a:lvl2pPr lvl="1">
              <a:spcBef>
                <a:spcPts val="0"/>
              </a:spcBef>
              <a:spcAft>
                <a:spcPts val="0"/>
              </a:spcAft>
              <a:buSzPts val="6000"/>
              <a:buNone/>
              <a:defRPr/>
            </a:lvl2pPr>
            <a:lvl3pPr lvl="2">
              <a:spcBef>
                <a:spcPts val="0"/>
              </a:spcBef>
              <a:spcAft>
                <a:spcPts val="0"/>
              </a:spcAft>
              <a:buSzPts val="6000"/>
              <a:buNone/>
              <a:defRPr/>
            </a:lvl3pPr>
            <a:lvl4pPr lvl="3">
              <a:spcBef>
                <a:spcPts val="0"/>
              </a:spcBef>
              <a:spcAft>
                <a:spcPts val="0"/>
              </a:spcAft>
              <a:buSzPts val="6000"/>
              <a:buNone/>
              <a:defRPr/>
            </a:lvl4pPr>
            <a:lvl5pPr lvl="4">
              <a:spcBef>
                <a:spcPts val="0"/>
              </a:spcBef>
              <a:spcAft>
                <a:spcPts val="0"/>
              </a:spcAft>
              <a:buSzPts val="6000"/>
              <a:buNone/>
              <a:defRPr/>
            </a:lvl5pPr>
            <a:lvl6pPr lvl="5">
              <a:spcBef>
                <a:spcPts val="0"/>
              </a:spcBef>
              <a:spcAft>
                <a:spcPts val="0"/>
              </a:spcAft>
              <a:buSzPts val="6000"/>
              <a:buNone/>
              <a:defRPr/>
            </a:lvl6pPr>
            <a:lvl7pPr lvl="6">
              <a:spcBef>
                <a:spcPts val="0"/>
              </a:spcBef>
              <a:spcAft>
                <a:spcPts val="0"/>
              </a:spcAft>
              <a:buSzPts val="6000"/>
              <a:buNone/>
              <a:defRPr/>
            </a:lvl7pPr>
            <a:lvl8pPr lvl="7">
              <a:spcBef>
                <a:spcPts val="0"/>
              </a:spcBef>
              <a:spcAft>
                <a:spcPts val="0"/>
              </a:spcAft>
              <a:buSzPts val="6000"/>
              <a:buNone/>
              <a:defRPr/>
            </a:lvl8pPr>
            <a:lvl9pPr lvl="8">
              <a:spcBef>
                <a:spcPts val="0"/>
              </a:spcBef>
              <a:spcAft>
                <a:spcPts val="0"/>
              </a:spcAft>
              <a:buSzPts val="6000"/>
              <a:buNone/>
              <a:defRPr/>
            </a:lvl9pPr>
          </a:lstStyle>
          <a:p/>
        </p:txBody>
      </p:sp>
      <p:sp>
        <p:nvSpPr>
          <p:cNvPr id="953" name="Google Shape;953;p86"/>
          <p:cNvSpPr txBox="1"/>
          <p:nvPr>
            <p:ph idx="1" type="subTitle"/>
          </p:nvPr>
        </p:nvSpPr>
        <p:spPr>
          <a:xfrm>
            <a:off x="4406650" y="39375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954" name="Google Shape;954;p86"/>
          <p:cNvSpPr txBox="1"/>
          <p:nvPr>
            <p:ph idx="2" type="subTitle"/>
          </p:nvPr>
        </p:nvSpPr>
        <p:spPr>
          <a:xfrm>
            <a:off x="4406650" y="115170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955" name="Google Shape;955;p86"/>
          <p:cNvSpPr txBox="1"/>
          <p:nvPr>
            <p:ph idx="3" type="subTitle"/>
          </p:nvPr>
        </p:nvSpPr>
        <p:spPr>
          <a:xfrm>
            <a:off x="4406650" y="342557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956" name="Google Shape;956;p86"/>
          <p:cNvSpPr txBox="1"/>
          <p:nvPr>
            <p:ph idx="4" type="subTitle"/>
          </p:nvPr>
        </p:nvSpPr>
        <p:spPr>
          <a:xfrm>
            <a:off x="4406650" y="190966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957" name="Google Shape;957;p86"/>
          <p:cNvSpPr txBox="1"/>
          <p:nvPr>
            <p:ph idx="5" type="subTitle"/>
          </p:nvPr>
        </p:nvSpPr>
        <p:spPr>
          <a:xfrm>
            <a:off x="4406650" y="418352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958" name="Google Shape;958;p86"/>
          <p:cNvSpPr txBox="1"/>
          <p:nvPr>
            <p:ph idx="6" type="subTitle"/>
          </p:nvPr>
        </p:nvSpPr>
        <p:spPr>
          <a:xfrm>
            <a:off x="4406650" y="266761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959" name="Shape 959"/>
        <p:cNvGrpSpPr/>
        <p:nvPr/>
      </p:nvGrpSpPr>
      <p:grpSpPr>
        <a:xfrm>
          <a:off x="0" y="0"/>
          <a:ext cx="0" cy="0"/>
          <a:chOff x="0" y="0"/>
          <a:chExt cx="0" cy="0"/>
        </a:xfrm>
      </p:grpSpPr>
      <p:sp>
        <p:nvSpPr>
          <p:cNvPr id="960" name="Google Shape;960;p87"/>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6000"/>
              <a:buNone/>
              <a:defRPr/>
            </a:lvl1pPr>
            <a:lvl2pPr lvl="1">
              <a:spcBef>
                <a:spcPts val="0"/>
              </a:spcBef>
              <a:spcAft>
                <a:spcPts val="0"/>
              </a:spcAft>
              <a:buSzPts val="6000"/>
              <a:buNone/>
              <a:defRPr/>
            </a:lvl2pPr>
            <a:lvl3pPr lvl="2">
              <a:spcBef>
                <a:spcPts val="0"/>
              </a:spcBef>
              <a:spcAft>
                <a:spcPts val="0"/>
              </a:spcAft>
              <a:buSzPts val="6000"/>
              <a:buNone/>
              <a:defRPr/>
            </a:lvl3pPr>
            <a:lvl4pPr lvl="3">
              <a:spcBef>
                <a:spcPts val="0"/>
              </a:spcBef>
              <a:spcAft>
                <a:spcPts val="0"/>
              </a:spcAft>
              <a:buSzPts val="6000"/>
              <a:buNone/>
              <a:defRPr/>
            </a:lvl4pPr>
            <a:lvl5pPr lvl="4">
              <a:spcBef>
                <a:spcPts val="0"/>
              </a:spcBef>
              <a:spcAft>
                <a:spcPts val="0"/>
              </a:spcAft>
              <a:buSzPts val="6000"/>
              <a:buNone/>
              <a:defRPr/>
            </a:lvl5pPr>
            <a:lvl6pPr lvl="5">
              <a:spcBef>
                <a:spcPts val="0"/>
              </a:spcBef>
              <a:spcAft>
                <a:spcPts val="0"/>
              </a:spcAft>
              <a:buSzPts val="6000"/>
              <a:buNone/>
              <a:defRPr/>
            </a:lvl6pPr>
            <a:lvl7pPr lvl="6">
              <a:spcBef>
                <a:spcPts val="0"/>
              </a:spcBef>
              <a:spcAft>
                <a:spcPts val="0"/>
              </a:spcAft>
              <a:buSzPts val="6000"/>
              <a:buNone/>
              <a:defRPr/>
            </a:lvl7pPr>
            <a:lvl8pPr lvl="7">
              <a:spcBef>
                <a:spcPts val="0"/>
              </a:spcBef>
              <a:spcAft>
                <a:spcPts val="0"/>
              </a:spcAft>
              <a:buSzPts val="6000"/>
              <a:buNone/>
              <a:defRPr/>
            </a:lvl8pPr>
            <a:lvl9pPr lvl="8">
              <a:spcBef>
                <a:spcPts val="0"/>
              </a:spcBef>
              <a:spcAft>
                <a:spcPts val="0"/>
              </a:spcAft>
              <a:buSzPts val="6000"/>
              <a:buNone/>
              <a:defRPr/>
            </a:lvl9pPr>
          </a:lstStyle>
          <a:p/>
        </p:txBody>
      </p:sp>
      <p:sp>
        <p:nvSpPr>
          <p:cNvPr id="961" name="Google Shape;961;p87"/>
          <p:cNvSpPr txBox="1"/>
          <p:nvPr>
            <p:ph idx="1" type="body"/>
          </p:nvPr>
        </p:nvSpPr>
        <p:spPr>
          <a:xfrm>
            <a:off x="311700" y="1152475"/>
            <a:ext cx="4473900" cy="34164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62" name="Google Shape;962;p87"/>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963" name="Shape 963"/>
        <p:cNvGrpSpPr/>
        <p:nvPr/>
      </p:nvGrpSpPr>
      <p:grpSpPr>
        <a:xfrm>
          <a:off x="0" y="0"/>
          <a:ext cx="0" cy="0"/>
          <a:chOff x="0" y="0"/>
          <a:chExt cx="0" cy="0"/>
        </a:xfrm>
      </p:grpSpPr>
      <p:sp>
        <p:nvSpPr>
          <p:cNvPr id="964" name="Google Shape;964;p88"/>
          <p:cNvSpPr txBox="1"/>
          <p:nvPr>
            <p:ph type="title"/>
          </p:nvPr>
        </p:nvSpPr>
        <p:spPr>
          <a:xfrm>
            <a:off x="483175"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965" name="Google Shape;965;p88"/>
          <p:cNvSpPr txBox="1"/>
          <p:nvPr>
            <p:ph idx="1" type="body"/>
          </p:nvPr>
        </p:nvSpPr>
        <p:spPr>
          <a:xfrm>
            <a:off x="483150" y="2237788"/>
            <a:ext cx="36198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66" name="Google Shape;966;p88"/>
          <p:cNvSpPr txBox="1"/>
          <p:nvPr>
            <p:ph idx="2" type="body"/>
          </p:nvPr>
        </p:nvSpPr>
        <p:spPr>
          <a:xfrm>
            <a:off x="5048000" y="2237788"/>
            <a:ext cx="36198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67" name="Google Shape;967;p88"/>
          <p:cNvSpPr txBox="1"/>
          <p:nvPr>
            <p:ph idx="3" type="subTitle"/>
          </p:nvPr>
        </p:nvSpPr>
        <p:spPr>
          <a:xfrm>
            <a:off x="483150" y="1336161"/>
            <a:ext cx="36198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968" name="Google Shape;968;p88"/>
          <p:cNvSpPr txBox="1"/>
          <p:nvPr>
            <p:ph idx="4" type="subTitle"/>
          </p:nvPr>
        </p:nvSpPr>
        <p:spPr>
          <a:xfrm>
            <a:off x="5048000" y="1336161"/>
            <a:ext cx="36198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969" name="Shape 969"/>
        <p:cNvGrpSpPr/>
        <p:nvPr/>
      </p:nvGrpSpPr>
      <p:grpSpPr>
        <a:xfrm>
          <a:off x="0" y="0"/>
          <a:ext cx="0" cy="0"/>
          <a:chOff x="0" y="0"/>
          <a:chExt cx="0" cy="0"/>
        </a:xfrm>
      </p:grpSpPr>
      <p:sp>
        <p:nvSpPr>
          <p:cNvPr id="970" name="Google Shape;970;p89"/>
          <p:cNvSpPr txBox="1"/>
          <p:nvPr>
            <p:ph idx="1" type="body"/>
          </p:nvPr>
        </p:nvSpPr>
        <p:spPr>
          <a:xfrm>
            <a:off x="483175" y="2417500"/>
            <a:ext cx="24555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71" name="Google Shape;971;p89"/>
          <p:cNvSpPr txBox="1"/>
          <p:nvPr>
            <p:ph idx="2" type="body"/>
          </p:nvPr>
        </p:nvSpPr>
        <p:spPr>
          <a:xfrm>
            <a:off x="3347725" y="2417500"/>
            <a:ext cx="24555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72" name="Google Shape;972;p89"/>
          <p:cNvSpPr txBox="1"/>
          <p:nvPr>
            <p:ph type="title"/>
          </p:nvPr>
        </p:nvSpPr>
        <p:spPr>
          <a:xfrm>
            <a:off x="483175"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973" name="Google Shape;973;p89"/>
          <p:cNvSpPr txBox="1"/>
          <p:nvPr>
            <p:ph idx="3" type="subTitle"/>
          </p:nvPr>
        </p:nvSpPr>
        <p:spPr>
          <a:xfrm>
            <a:off x="48317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974" name="Google Shape;974;p89"/>
          <p:cNvSpPr txBox="1"/>
          <p:nvPr>
            <p:ph idx="4" type="subTitle"/>
          </p:nvPr>
        </p:nvSpPr>
        <p:spPr>
          <a:xfrm>
            <a:off x="334772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975" name="Google Shape;975;p89"/>
          <p:cNvSpPr txBox="1"/>
          <p:nvPr>
            <p:ph idx="5" type="subTitle"/>
          </p:nvPr>
        </p:nvSpPr>
        <p:spPr>
          <a:xfrm>
            <a:off x="621227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976" name="Google Shape;976;p89"/>
          <p:cNvSpPr txBox="1"/>
          <p:nvPr>
            <p:ph idx="6" type="body"/>
          </p:nvPr>
        </p:nvSpPr>
        <p:spPr>
          <a:xfrm>
            <a:off x="6212275" y="2417500"/>
            <a:ext cx="24555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977" name="Shape 977"/>
        <p:cNvGrpSpPr/>
        <p:nvPr/>
      </p:nvGrpSpPr>
      <p:grpSpPr>
        <a:xfrm>
          <a:off x="0" y="0"/>
          <a:ext cx="0" cy="0"/>
          <a:chOff x="0" y="0"/>
          <a:chExt cx="0" cy="0"/>
        </a:xfrm>
      </p:grpSpPr>
      <p:sp>
        <p:nvSpPr>
          <p:cNvPr id="978" name="Google Shape;978;p90"/>
          <p:cNvSpPr txBox="1"/>
          <p:nvPr>
            <p:ph idx="1" type="body"/>
          </p:nvPr>
        </p:nvSpPr>
        <p:spPr>
          <a:xfrm>
            <a:off x="366725" y="1759093"/>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79" name="Google Shape;979;p90"/>
          <p:cNvSpPr txBox="1"/>
          <p:nvPr>
            <p:ph idx="2" type="body"/>
          </p:nvPr>
        </p:nvSpPr>
        <p:spPr>
          <a:xfrm>
            <a:off x="4938725" y="1759093"/>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80" name="Google Shape;980;p90"/>
          <p:cNvSpPr txBox="1"/>
          <p:nvPr>
            <p:ph idx="3" type="body"/>
          </p:nvPr>
        </p:nvSpPr>
        <p:spPr>
          <a:xfrm>
            <a:off x="366750" y="3648575"/>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81" name="Google Shape;981;p90"/>
          <p:cNvSpPr txBox="1"/>
          <p:nvPr>
            <p:ph idx="4" type="body"/>
          </p:nvPr>
        </p:nvSpPr>
        <p:spPr>
          <a:xfrm>
            <a:off x="4938750" y="3648575"/>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82" name="Google Shape;982;p90"/>
          <p:cNvSpPr txBox="1"/>
          <p:nvPr>
            <p:ph type="title"/>
          </p:nvPr>
        </p:nvSpPr>
        <p:spPr>
          <a:xfrm>
            <a:off x="366750"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983" name="Google Shape;983;p90"/>
          <p:cNvSpPr txBox="1"/>
          <p:nvPr>
            <p:ph idx="5" type="subTitle"/>
          </p:nvPr>
        </p:nvSpPr>
        <p:spPr>
          <a:xfrm>
            <a:off x="366763" y="1277907"/>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984" name="Google Shape;984;p90"/>
          <p:cNvSpPr txBox="1"/>
          <p:nvPr>
            <p:ph idx="6" type="subTitle"/>
          </p:nvPr>
        </p:nvSpPr>
        <p:spPr>
          <a:xfrm>
            <a:off x="4938738" y="1277907"/>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985" name="Google Shape;985;p90"/>
          <p:cNvSpPr txBox="1"/>
          <p:nvPr>
            <p:ph idx="7" type="subTitle"/>
          </p:nvPr>
        </p:nvSpPr>
        <p:spPr>
          <a:xfrm>
            <a:off x="4938761" y="3167363"/>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986" name="Google Shape;986;p90"/>
          <p:cNvSpPr txBox="1"/>
          <p:nvPr>
            <p:ph idx="8" type="subTitle"/>
          </p:nvPr>
        </p:nvSpPr>
        <p:spPr>
          <a:xfrm>
            <a:off x="366750" y="3167363"/>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987" name="Shape 987"/>
        <p:cNvGrpSpPr/>
        <p:nvPr/>
      </p:nvGrpSpPr>
      <p:grpSpPr>
        <a:xfrm>
          <a:off x="0" y="0"/>
          <a:ext cx="0" cy="0"/>
          <a:chOff x="0" y="0"/>
          <a:chExt cx="0" cy="0"/>
        </a:xfrm>
      </p:grpSpPr>
      <p:sp>
        <p:nvSpPr>
          <p:cNvPr id="988" name="Google Shape;988;p91"/>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6000"/>
              <a:buNone/>
              <a:defRPr/>
            </a:lvl1pPr>
            <a:lvl2pPr lvl="1">
              <a:spcBef>
                <a:spcPts val="0"/>
              </a:spcBef>
              <a:spcAft>
                <a:spcPts val="0"/>
              </a:spcAft>
              <a:buSzPts val="6000"/>
              <a:buNone/>
              <a:defRPr/>
            </a:lvl2pPr>
            <a:lvl3pPr lvl="2">
              <a:spcBef>
                <a:spcPts val="0"/>
              </a:spcBef>
              <a:spcAft>
                <a:spcPts val="0"/>
              </a:spcAft>
              <a:buSzPts val="6000"/>
              <a:buNone/>
              <a:defRPr/>
            </a:lvl3pPr>
            <a:lvl4pPr lvl="3">
              <a:spcBef>
                <a:spcPts val="0"/>
              </a:spcBef>
              <a:spcAft>
                <a:spcPts val="0"/>
              </a:spcAft>
              <a:buSzPts val="6000"/>
              <a:buNone/>
              <a:defRPr/>
            </a:lvl4pPr>
            <a:lvl5pPr lvl="4">
              <a:spcBef>
                <a:spcPts val="0"/>
              </a:spcBef>
              <a:spcAft>
                <a:spcPts val="0"/>
              </a:spcAft>
              <a:buSzPts val="6000"/>
              <a:buNone/>
              <a:defRPr/>
            </a:lvl5pPr>
            <a:lvl6pPr lvl="5">
              <a:spcBef>
                <a:spcPts val="0"/>
              </a:spcBef>
              <a:spcAft>
                <a:spcPts val="0"/>
              </a:spcAft>
              <a:buSzPts val="6000"/>
              <a:buNone/>
              <a:defRPr/>
            </a:lvl6pPr>
            <a:lvl7pPr lvl="6">
              <a:spcBef>
                <a:spcPts val="0"/>
              </a:spcBef>
              <a:spcAft>
                <a:spcPts val="0"/>
              </a:spcAft>
              <a:buSzPts val="6000"/>
              <a:buNone/>
              <a:defRPr/>
            </a:lvl7pPr>
            <a:lvl8pPr lvl="7">
              <a:spcBef>
                <a:spcPts val="0"/>
              </a:spcBef>
              <a:spcAft>
                <a:spcPts val="0"/>
              </a:spcAft>
              <a:buSzPts val="6000"/>
              <a:buNone/>
              <a:defRPr/>
            </a:lvl8pPr>
            <a:lvl9pPr lvl="8">
              <a:spcBef>
                <a:spcPts val="0"/>
              </a:spcBef>
              <a:spcAft>
                <a:spcPts val="0"/>
              </a:spcAft>
              <a:buSzPts val="6000"/>
              <a:buNone/>
              <a:defRPr/>
            </a:lvl9pPr>
          </a:lstStyle>
          <a:p/>
        </p:txBody>
      </p:sp>
      <p:sp>
        <p:nvSpPr>
          <p:cNvPr id="989" name="Google Shape;989;p91"/>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990" name="Shape 990"/>
        <p:cNvGrpSpPr/>
        <p:nvPr/>
      </p:nvGrpSpPr>
      <p:grpSpPr>
        <a:xfrm>
          <a:off x="0" y="0"/>
          <a:ext cx="0" cy="0"/>
          <a:chOff x="0" y="0"/>
          <a:chExt cx="0" cy="0"/>
        </a:xfrm>
      </p:grpSpPr>
      <p:sp>
        <p:nvSpPr>
          <p:cNvPr id="991" name="Google Shape;991;p92"/>
          <p:cNvSpPr txBox="1"/>
          <p:nvPr>
            <p:ph idx="1" type="body"/>
          </p:nvPr>
        </p:nvSpPr>
        <p:spPr>
          <a:xfrm>
            <a:off x="311700" y="4080225"/>
            <a:ext cx="4027500" cy="9261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92" name="Google Shape;992;p92"/>
          <p:cNvSpPr/>
          <p:nvPr>
            <p:ph idx="2" type="pic"/>
          </p:nvPr>
        </p:nvSpPr>
        <p:spPr>
          <a:xfrm>
            <a:off x="4804825" y="1133300"/>
            <a:ext cx="4027500" cy="2392800"/>
          </a:xfrm>
          <a:prstGeom prst="rect">
            <a:avLst/>
          </a:prstGeom>
          <a:noFill/>
          <a:ln>
            <a:noFill/>
          </a:ln>
        </p:spPr>
      </p:sp>
      <p:sp>
        <p:nvSpPr>
          <p:cNvPr id="993" name="Google Shape;993;p92"/>
          <p:cNvSpPr/>
          <p:nvPr>
            <p:ph idx="3" type="pic"/>
          </p:nvPr>
        </p:nvSpPr>
        <p:spPr>
          <a:xfrm>
            <a:off x="311725" y="1133300"/>
            <a:ext cx="4027500" cy="2392800"/>
          </a:xfrm>
          <a:prstGeom prst="rect">
            <a:avLst/>
          </a:prstGeom>
          <a:noFill/>
          <a:ln>
            <a:noFill/>
          </a:ln>
        </p:spPr>
      </p:sp>
      <p:sp>
        <p:nvSpPr>
          <p:cNvPr id="994" name="Google Shape;994;p92"/>
          <p:cNvSpPr txBox="1"/>
          <p:nvPr>
            <p:ph idx="4" type="body"/>
          </p:nvPr>
        </p:nvSpPr>
        <p:spPr>
          <a:xfrm>
            <a:off x="4804825" y="4080225"/>
            <a:ext cx="4027500" cy="9261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95" name="Google Shape;995;p92"/>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6000"/>
              <a:buNone/>
              <a:defRPr/>
            </a:lvl1pPr>
            <a:lvl2pPr lvl="1">
              <a:spcBef>
                <a:spcPts val="0"/>
              </a:spcBef>
              <a:spcAft>
                <a:spcPts val="0"/>
              </a:spcAft>
              <a:buSzPts val="6000"/>
              <a:buNone/>
              <a:defRPr/>
            </a:lvl2pPr>
            <a:lvl3pPr lvl="2">
              <a:spcBef>
                <a:spcPts val="0"/>
              </a:spcBef>
              <a:spcAft>
                <a:spcPts val="0"/>
              </a:spcAft>
              <a:buSzPts val="6000"/>
              <a:buNone/>
              <a:defRPr/>
            </a:lvl3pPr>
            <a:lvl4pPr lvl="3">
              <a:spcBef>
                <a:spcPts val="0"/>
              </a:spcBef>
              <a:spcAft>
                <a:spcPts val="0"/>
              </a:spcAft>
              <a:buSzPts val="6000"/>
              <a:buNone/>
              <a:defRPr/>
            </a:lvl4pPr>
            <a:lvl5pPr lvl="4">
              <a:spcBef>
                <a:spcPts val="0"/>
              </a:spcBef>
              <a:spcAft>
                <a:spcPts val="0"/>
              </a:spcAft>
              <a:buSzPts val="6000"/>
              <a:buNone/>
              <a:defRPr/>
            </a:lvl5pPr>
            <a:lvl6pPr lvl="5">
              <a:spcBef>
                <a:spcPts val="0"/>
              </a:spcBef>
              <a:spcAft>
                <a:spcPts val="0"/>
              </a:spcAft>
              <a:buSzPts val="6000"/>
              <a:buNone/>
              <a:defRPr/>
            </a:lvl6pPr>
            <a:lvl7pPr lvl="6">
              <a:spcBef>
                <a:spcPts val="0"/>
              </a:spcBef>
              <a:spcAft>
                <a:spcPts val="0"/>
              </a:spcAft>
              <a:buSzPts val="6000"/>
              <a:buNone/>
              <a:defRPr/>
            </a:lvl7pPr>
            <a:lvl8pPr lvl="7">
              <a:spcBef>
                <a:spcPts val="0"/>
              </a:spcBef>
              <a:spcAft>
                <a:spcPts val="0"/>
              </a:spcAft>
              <a:buSzPts val="6000"/>
              <a:buNone/>
              <a:defRPr/>
            </a:lvl8pPr>
            <a:lvl9pPr lvl="8">
              <a:spcBef>
                <a:spcPts val="0"/>
              </a:spcBef>
              <a:spcAft>
                <a:spcPts val="0"/>
              </a:spcAft>
              <a:buSzPts val="6000"/>
              <a:buNone/>
              <a:defRPr/>
            </a:lvl9pPr>
          </a:lstStyle>
          <a:p/>
        </p:txBody>
      </p:sp>
      <p:sp>
        <p:nvSpPr>
          <p:cNvPr id="996" name="Google Shape;996;p92"/>
          <p:cNvSpPr txBox="1"/>
          <p:nvPr>
            <p:ph idx="5" type="subTitle"/>
          </p:nvPr>
        </p:nvSpPr>
        <p:spPr>
          <a:xfrm>
            <a:off x="311725" y="3582900"/>
            <a:ext cx="4027500" cy="481200"/>
          </a:xfrm>
          <a:prstGeom prst="rect">
            <a:avLst/>
          </a:prstGeom>
        </p:spPr>
        <p:txBody>
          <a:bodyPr anchorCtr="0" anchor="t" bIns="0" lIns="0" spcFirstLastPara="1" rIns="0" wrap="square" tIns="0">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997" name="Google Shape;997;p92"/>
          <p:cNvSpPr txBox="1"/>
          <p:nvPr>
            <p:ph idx="6" type="subTitle"/>
          </p:nvPr>
        </p:nvSpPr>
        <p:spPr>
          <a:xfrm>
            <a:off x="4804825" y="3582900"/>
            <a:ext cx="4027500" cy="481200"/>
          </a:xfrm>
          <a:prstGeom prst="rect">
            <a:avLst/>
          </a:prstGeom>
        </p:spPr>
        <p:txBody>
          <a:bodyPr anchorCtr="0" anchor="t" bIns="0" lIns="0" spcFirstLastPara="1" rIns="0" wrap="square" tIns="0">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998" name="Shape 998"/>
        <p:cNvGrpSpPr/>
        <p:nvPr/>
      </p:nvGrpSpPr>
      <p:grpSpPr>
        <a:xfrm>
          <a:off x="0" y="0"/>
          <a:ext cx="0" cy="0"/>
          <a:chOff x="0" y="0"/>
          <a:chExt cx="0" cy="0"/>
        </a:xfrm>
      </p:grpSpPr>
      <p:sp>
        <p:nvSpPr>
          <p:cNvPr id="999" name="Google Shape;999;p93"/>
          <p:cNvSpPr txBox="1"/>
          <p:nvPr>
            <p:ph idx="1" type="body"/>
          </p:nvPr>
        </p:nvSpPr>
        <p:spPr>
          <a:xfrm>
            <a:off x="311700"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000" name="Google Shape;1000;p93"/>
          <p:cNvSpPr/>
          <p:nvPr>
            <p:ph idx="2" type="pic"/>
          </p:nvPr>
        </p:nvSpPr>
        <p:spPr>
          <a:xfrm>
            <a:off x="6205225" y="1128325"/>
            <a:ext cx="2627100" cy="2273100"/>
          </a:xfrm>
          <a:prstGeom prst="rect">
            <a:avLst/>
          </a:prstGeom>
          <a:noFill/>
          <a:ln>
            <a:noFill/>
          </a:ln>
        </p:spPr>
      </p:sp>
      <p:sp>
        <p:nvSpPr>
          <p:cNvPr id="1001" name="Google Shape;1001;p93"/>
          <p:cNvSpPr/>
          <p:nvPr>
            <p:ph idx="3" type="pic"/>
          </p:nvPr>
        </p:nvSpPr>
        <p:spPr>
          <a:xfrm>
            <a:off x="311725" y="1128325"/>
            <a:ext cx="2627100" cy="2273100"/>
          </a:xfrm>
          <a:prstGeom prst="rect">
            <a:avLst/>
          </a:prstGeom>
          <a:noFill/>
          <a:ln>
            <a:noFill/>
          </a:ln>
        </p:spPr>
      </p:sp>
      <p:sp>
        <p:nvSpPr>
          <p:cNvPr id="1002" name="Google Shape;1002;p93"/>
          <p:cNvSpPr txBox="1"/>
          <p:nvPr>
            <p:ph idx="4" type="body"/>
          </p:nvPr>
        </p:nvSpPr>
        <p:spPr>
          <a:xfrm>
            <a:off x="6205225"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003" name="Google Shape;1003;p93"/>
          <p:cNvSpPr/>
          <p:nvPr>
            <p:ph idx="5" type="pic"/>
          </p:nvPr>
        </p:nvSpPr>
        <p:spPr>
          <a:xfrm>
            <a:off x="3255250" y="1128325"/>
            <a:ext cx="2627100" cy="2273100"/>
          </a:xfrm>
          <a:prstGeom prst="rect">
            <a:avLst/>
          </a:prstGeom>
          <a:noFill/>
          <a:ln>
            <a:noFill/>
          </a:ln>
        </p:spPr>
      </p:sp>
      <p:sp>
        <p:nvSpPr>
          <p:cNvPr id="1004" name="Google Shape;1004;p93"/>
          <p:cNvSpPr txBox="1"/>
          <p:nvPr>
            <p:ph idx="6" type="body"/>
          </p:nvPr>
        </p:nvSpPr>
        <p:spPr>
          <a:xfrm>
            <a:off x="3255250"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005" name="Google Shape;1005;p93"/>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6000"/>
              <a:buNone/>
              <a:defRPr/>
            </a:lvl1pPr>
            <a:lvl2pPr lvl="1">
              <a:spcBef>
                <a:spcPts val="0"/>
              </a:spcBef>
              <a:spcAft>
                <a:spcPts val="0"/>
              </a:spcAft>
              <a:buSzPts val="6000"/>
              <a:buNone/>
              <a:defRPr/>
            </a:lvl2pPr>
            <a:lvl3pPr lvl="2">
              <a:spcBef>
                <a:spcPts val="0"/>
              </a:spcBef>
              <a:spcAft>
                <a:spcPts val="0"/>
              </a:spcAft>
              <a:buSzPts val="6000"/>
              <a:buNone/>
              <a:defRPr/>
            </a:lvl3pPr>
            <a:lvl4pPr lvl="3">
              <a:spcBef>
                <a:spcPts val="0"/>
              </a:spcBef>
              <a:spcAft>
                <a:spcPts val="0"/>
              </a:spcAft>
              <a:buSzPts val="6000"/>
              <a:buNone/>
              <a:defRPr/>
            </a:lvl4pPr>
            <a:lvl5pPr lvl="4">
              <a:spcBef>
                <a:spcPts val="0"/>
              </a:spcBef>
              <a:spcAft>
                <a:spcPts val="0"/>
              </a:spcAft>
              <a:buSzPts val="6000"/>
              <a:buNone/>
              <a:defRPr/>
            </a:lvl5pPr>
            <a:lvl6pPr lvl="5">
              <a:spcBef>
                <a:spcPts val="0"/>
              </a:spcBef>
              <a:spcAft>
                <a:spcPts val="0"/>
              </a:spcAft>
              <a:buSzPts val="6000"/>
              <a:buNone/>
              <a:defRPr/>
            </a:lvl6pPr>
            <a:lvl7pPr lvl="6">
              <a:spcBef>
                <a:spcPts val="0"/>
              </a:spcBef>
              <a:spcAft>
                <a:spcPts val="0"/>
              </a:spcAft>
              <a:buSzPts val="6000"/>
              <a:buNone/>
              <a:defRPr/>
            </a:lvl7pPr>
            <a:lvl8pPr lvl="7">
              <a:spcBef>
                <a:spcPts val="0"/>
              </a:spcBef>
              <a:spcAft>
                <a:spcPts val="0"/>
              </a:spcAft>
              <a:buSzPts val="6000"/>
              <a:buNone/>
              <a:defRPr/>
            </a:lvl8pPr>
            <a:lvl9pPr lvl="8">
              <a:spcBef>
                <a:spcPts val="0"/>
              </a:spcBef>
              <a:spcAft>
                <a:spcPts val="0"/>
              </a:spcAft>
              <a:buSzPts val="6000"/>
              <a:buNone/>
              <a:defRPr/>
            </a:lvl9pPr>
          </a:lstStyle>
          <a:p/>
        </p:txBody>
      </p:sp>
      <p:sp>
        <p:nvSpPr>
          <p:cNvPr id="1006" name="Google Shape;1006;p93"/>
          <p:cNvSpPr txBox="1"/>
          <p:nvPr>
            <p:ph idx="7" type="subTitle"/>
          </p:nvPr>
        </p:nvSpPr>
        <p:spPr>
          <a:xfrm>
            <a:off x="311725"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007" name="Google Shape;1007;p93"/>
          <p:cNvSpPr txBox="1"/>
          <p:nvPr>
            <p:ph idx="8" type="subTitle"/>
          </p:nvPr>
        </p:nvSpPr>
        <p:spPr>
          <a:xfrm>
            <a:off x="6205225"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008" name="Google Shape;1008;p93"/>
          <p:cNvSpPr txBox="1"/>
          <p:nvPr>
            <p:ph idx="9" type="subTitle"/>
          </p:nvPr>
        </p:nvSpPr>
        <p:spPr>
          <a:xfrm>
            <a:off x="3255250"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1009" name="Shape 1009"/>
        <p:cNvGrpSpPr/>
        <p:nvPr/>
      </p:nvGrpSpPr>
      <p:grpSpPr>
        <a:xfrm>
          <a:off x="0" y="0"/>
          <a:ext cx="0" cy="0"/>
          <a:chOff x="0" y="0"/>
          <a:chExt cx="0" cy="0"/>
        </a:xfrm>
      </p:grpSpPr>
      <p:sp>
        <p:nvSpPr>
          <p:cNvPr id="1010" name="Google Shape;1010;p94"/>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1011" name="Shape 1011"/>
        <p:cNvGrpSpPr/>
        <p:nvPr/>
      </p:nvGrpSpPr>
      <p:grpSpPr>
        <a:xfrm>
          <a:off x="0" y="0"/>
          <a:ext cx="0" cy="0"/>
          <a:chOff x="0" y="0"/>
          <a:chExt cx="0" cy="0"/>
        </a:xfrm>
      </p:grpSpPr>
      <p:sp>
        <p:nvSpPr>
          <p:cNvPr id="1012" name="Google Shape;1012;p95"/>
          <p:cNvSpPr/>
          <p:nvPr>
            <p:ph idx="2" type="pic"/>
          </p:nvPr>
        </p:nvSpPr>
        <p:spPr>
          <a:xfrm>
            <a:off x="3389600" y="118913"/>
            <a:ext cx="1643700" cy="1535100"/>
          </a:xfrm>
          <a:prstGeom prst="rect">
            <a:avLst/>
          </a:prstGeom>
          <a:noFill/>
          <a:ln>
            <a:noFill/>
          </a:ln>
        </p:spPr>
      </p:sp>
      <p:sp>
        <p:nvSpPr>
          <p:cNvPr id="1013" name="Google Shape;1013;p95"/>
          <p:cNvSpPr/>
          <p:nvPr>
            <p:ph idx="3" type="pic"/>
          </p:nvPr>
        </p:nvSpPr>
        <p:spPr>
          <a:xfrm>
            <a:off x="5195935" y="118913"/>
            <a:ext cx="1643700" cy="1535100"/>
          </a:xfrm>
          <a:prstGeom prst="rect">
            <a:avLst/>
          </a:prstGeom>
          <a:noFill/>
          <a:ln>
            <a:noFill/>
          </a:ln>
        </p:spPr>
      </p:sp>
      <p:sp>
        <p:nvSpPr>
          <p:cNvPr id="1014" name="Google Shape;1014;p95"/>
          <p:cNvSpPr/>
          <p:nvPr>
            <p:ph idx="4" type="pic"/>
          </p:nvPr>
        </p:nvSpPr>
        <p:spPr>
          <a:xfrm>
            <a:off x="7002270" y="118913"/>
            <a:ext cx="1643700" cy="1535100"/>
          </a:xfrm>
          <a:prstGeom prst="rect">
            <a:avLst/>
          </a:prstGeom>
          <a:noFill/>
          <a:ln>
            <a:noFill/>
          </a:ln>
        </p:spPr>
      </p:sp>
      <p:sp>
        <p:nvSpPr>
          <p:cNvPr id="1015" name="Google Shape;1015;p95"/>
          <p:cNvSpPr/>
          <p:nvPr>
            <p:ph idx="5" type="pic"/>
          </p:nvPr>
        </p:nvSpPr>
        <p:spPr>
          <a:xfrm>
            <a:off x="3389588" y="1804212"/>
            <a:ext cx="1643700" cy="1535100"/>
          </a:xfrm>
          <a:prstGeom prst="rect">
            <a:avLst/>
          </a:prstGeom>
          <a:noFill/>
          <a:ln>
            <a:noFill/>
          </a:ln>
        </p:spPr>
      </p:sp>
      <p:sp>
        <p:nvSpPr>
          <p:cNvPr id="1016" name="Google Shape;1016;p95"/>
          <p:cNvSpPr/>
          <p:nvPr>
            <p:ph idx="6" type="pic"/>
          </p:nvPr>
        </p:nvSpPr>
        <p:spPr>
          <a:xfrm>
            <a:off x="5195922" y="1804212"/>
            <a:ext cx="1643700" cy="1535100"/>
          </a:xfrm>
          <a:prstGeom prst="rect">
            <a:avLst/>
          </a:prstGeom>
          <a:noFill/>
          <a:ln>
            <a:noFill/>
          </a:ln>
        </p:spPr>
      </p:sp>
      <p:sp>
        <p:nvSpPr>
          <p:cNvPr id="1017" name="Google Shape;1017;p95"/>
          <p:cNvSpPr/>
          <p:nvPr>
            <p:ph idx="7" type="pic"/>
          </p:nvPr>
        </p:nvSpPr>
        <p:spPr>
          <a:xfrm>
            <a:off x="7002257" y="1804212"/>
            <a:ext cx="1643700" cy="1535100"/>
          </a:xfrm>
          <a:prstGeom prst="rect">
            <a:avLst/>
          </a:prstGeom>
          <a:noFill/>
          <a:ln>
            <a:noFill/>
          </a:ln>
        </p:spPr>
      </p:sp>
      <p:sp>
        <p:nvSpPr>
          <p:cNvPr id="1018" name="Google Shape;1018;p95"/>
          <p:cNvSpPr txBox="1"/>
          <p:nvPr>
            <p:ph type="title"/>
          </p:nvPr>
        </p:nvSpPr>
        <p:spPr>
          <a:xfrm>
            <a:off x="351550" y="445025"/>
            <a:ext cx="2596800" cy="1706400"/>
          </a:xfrm>
          <a:prstGeom prst="rect">
            <a:avLst/>
          </a:prstGeom>
        </p:spPr>
        <p:txBody>
          <a:bodyPr anchorCtr="0" anchor="t" bIns="0" lIns="0" spcFirstLastPara="1" rIns="0" wrap="square" tIns="0">
            <a:spAutoFit/>
          </a:bodyPr>
          <a:lstStyle>
            <a:lvl1pPr lvl="0">
              <a:spcBef>
                <a:spcPts val="0"/>
              </a:spcBef>
              <a:spcAft>
                <a:spcPts val="0"/>
              </a:spcAft>
              <a:buSzPts val="6000"/>
              <a:buNone/>
              <a:defRPr/>
            </a:lvl1pPr>
            <a:lvl2pPr lvl="1">
              <a:spcBef>
                <a:spcPts val="0"/>
              </a:spcBef>
              <a:spcAft>
                <a:spcPts val="0"/>
              </a:spcAft>
              <a:buSzPts val="6000"/>
              <a:buNone/>
              <a:defRPr/>
            </a:lvl2pPr>
            <a:lvl3pPr lvl="2">
              <a:spcBef>
                <a:spcPts val="0"/>
              </a:spcBef>
              <a:spcAft>
                <a:spcPts val="0"/>
              </a:spcAft>
              <a:buSzPts val="6000"/>
              <a:buNone/>
              <a:defRPr/>
            </a:lvl3pPr>
            <a:lvl4pPr lvl="3">
              <a:spcBef>
                <a:spcPts val="0"/>
              </a:spcBef>
              <a:spcAft>
                <a:spcPts val="0"/>
              </a:spcAft>
              <a:buSzPts val="6000"/>
              <a:buNone/>
              <a:defRPr/>
            </a:lvl4pPr>
            <a:lvl5pPr lvl="4">
              <a:spcBef>
                <a:spcPts val="0"/>
              </a:spcBef>
              <a:spcAft>
                <a:spcPts val="0"/>
              </a:spcAft>
              <a:buSzPts val="6000"/>
              <a:buNone/>
              <a:defRPr/>
            </a:lvl5pPr>
            <a:lvl6pPr lvl="5">
              <a:spcBef>
                <a:spcPts val="0"/>
              </a:spcBef>
              <a:spcAft>
                <a:spcPts val="0"/>
              </a:spcAft>
              <a:buSzPts val="6000"/>
              <a:buNone/>
              <a:defRPr/>
            </a:lvl6pPr>
            <a:lvl7pPr lvl="6">
              <a:spcBef>
                <a:spcPts val="0"/>
              </a:spcBef>
              <a:spcAft>
                <a:spcPts val="0"/>
              </a:spcAft>
              <a:buSzPts val="6000"/>
              <a:buNone/>
              <a:defRPr/>
            </a:lvl7pPr>
            <a:lvl8pPr lvl="7">
              <a:spcBef>
                <a:spcPts val="0"/>
              </a:spcBef>
              <a:spcAft>
                <a:spcPts val="0"/>
              </a:spcAft>
              <a:buSzPts val="6000"/>
              <a:buNone/>
              <a:defRPr/>
            </a:lvl8pPr>
            <a:lvl9pPr lvl="8">
              <a:spcBef>
                <a:spcPts val="0"/>
              </a:spcBef>
              <a:spcAft>
                <a:spcPts val="0"/>
              </a:spcAft>
              <a:buSzPts val="6000"/>
              <a:buNone/>
              <a:defRPr/>
            </a:lvl9pPr>
          </a:lstStyle>
          <a:p/>
        </p:txBody>
      </p:sp>
      <p:sp>
        <p:nvSpPr>
          <p:cNvPr id="1019" name="Google Shape;1019;p95"/>
          <p:cNvSpPr/>
          <p:nvPr>
            <p:ph idx="8" type="pic"/>
          </p:nvPr>
        </p:nvSpPr>
        <p:spPr>
          <a:xfrm>
            <a:off x="3389588" y="3489487"/>
            <a:ext cx="1643700" cy="1535100"/>
          </a:xfrm>
          <a:prstGeom prst="rect">
            <a:avLst/>
          </a:prstGeom>
          <a:noFill/>
          <a:ln>
            <a:noFill/>
          </a:ln>
        </p:spPr>
      </p:sp>
      <p:sp>
        <p:nvSpPr>
          <p:cNvPr id="1020" name="Google Shape;1020;p95"/>
          <p:cNvSpPr/>
          <p:nvPr>
            <p:ph idx="9" type="pic"/>
          </p:nvPr>
        </p:nvSpPr>
        <p:spPr>
          <a:xfrm>
            <a:off x="5195922" y="3489487"/>
            <a:ext cx="1643700" cy="1535100"/>
          </a:xfrm>
          <a:prstGeom prst="rect">
            <a:avLst/>
          </a:prstGeom>
          <a:noFill/>
          <a:ln>
            <a:noFill/>
          </a:ln>
        </p:spPr>
      </p:sp>
      <p:sp>
        <p:nvSpPr>
          <p:cNvPr id="1021" name="Google Shape;1021;p95"/>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slideLayout" Target="../slideLayouts/slideLayout44.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46" Type="http://schemas.openxmlformats.org/officeDocument/2006/relationships/theme" Target="../theme/theme3.xml"/><Relationship Id="rId23" Type="http://schemas.openxmlformats.org/officeDocument/2006/relationships/slideLayout" Target="../slideLayouts/slideLayout23.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85.xml"/><Relationship Id="rId42" Type="http://schemas.openxmlformats.org/officeDocument/2006/relationships/slideLayout" Target="../slideLayouts/slideLayout87.xml"/><Relationship Id="rId41" Type="http://schemas.openxmlformats.org/officeDocument/2006/relationships/slideLayout" Target="../slideLayouts/slideLayout86.xml"/><Relationship Id="rId44" Type="http://schemas.openxmlformats.org/officeDocument/2006/relationships/slideLayout" Target="../slideLayouts/slideLayout89.xml"/><Relationship Id="rId43" Type="http://schemas.openxmlformats.org/officeDocument/2006/relationships/slideLayout" Target="../slideLayouts/slideLayout88.xml"/><Relationship Id="rId46" Type="http://schemas.openxmlformats.org/officeDocument/2006/relationships/slideLayout" Target="../slideLayouts/slideLayout91.xml"/><Relationship Id="rId45" Type="http://schemas.openxmlformats.org/officeDocument/2006/relationships/slideLayout" Target="../slideLayouts/slideLayout90.xml"/><Relationship Id="rId1" Type="http://schemas.openxmlformats.org/officeDocument/2006/relationships/slideLayout" Target="../slideLayouts/slideLayout46.xml"/><Relationship Id="rId2" Type="http://schemas.openxmlformats.org/officeDocument/2006/relationships/slideLayout" Target="../slideLayouts/slideLayout47.xml"/><Relationship Id="rId3" Type="http://schemas.openxmlformats.org/officeDocument/2006/relationships/slideLayout" Target="../slideLayouts/slideLayout48.xml"/><Relationship Id="rId4" Type="http://schemas.openxmlformats.org/officeDocument/2006/relationships/slideLayout" Target="../slideLayouts/slideLayout49.xml"/><Relationship Id="rId9" Type="http://schemas.openxmlformats.org/officeDocument/2006/relationships/slideLayout" Target="../slideLayouts/slideLayout54.xml"/><Relationship Id="rId48" Type="http://schemas.openxmlformats.org/officeDocument/2006/relationships/slideLayout" Target="../slideLayouts/slideLayout93.xml"/><Relationship Id="rId47" Type="http://schemas.openxmlformats.org/officeDocument/2006/relationships/slideLayout" Target="../slideLayouts/slideLayout92.xml"/><Relationship Id="rId49" Type="http://schemas.openxmlformats.org/officeDocument/2006/relationships/theme" Target="../theme/theme2.xml"/><Relationship Id="rId5" Type="http://schemas.openxmlformats.org/officeDocument/2006/relationships/slideLayout" Target="../slideLayouts/slideLayout50.xml"/><Relationship Id="rId6" Type="http://schemas.openxmlformats.org/officeDocument/2006/relationships/slideLayout" Target="../slideLayouts/slideLayout51.xml"/><Relationship Id="rId7" Type="http://schemas.openxmlformats.org/officeDocument/2006/relationships/slideLayout" Target="../slideLayouts/slideLayout52.xml"/><Relationship Id="rId8" Type="http://schemas.openxmlformats.org/officeDocument/2006/relationships/slideLayout" Target="../slideLayouts/slideLayout53.xml"/><Relationship Id="rId31" Type="http://schemas.openxmlformats.org/officeDocument/2006/relationships/slideLayout" Target="../slideLayouts/slideLayout76.xml"/><Relationship Id="rId30" Type="http://schemas.openxmlformats.org/officeDocument/2006/relationships/slideLayout" Target="../slideLayouts/slideLayout75.xml"/><Relationship Id="rId33" Type="http://schemas.openxmlformats.org/officeDocument/2006/relationships/slideLayout" Target="../slideLayouts/slideLayout78.xml"/><Relationship Id="rId32" Type="http://schemas.openxmlformats.org/officeDocument/2006/relationships/slideLayout" Target="../slideLayouts/slideLayout77.xml"/><Relationship Id="rId35" Type="http://schemas.openxmlformats.org/officeDocument/2006/relationships/slideLayout" Target="../slideLayouts/slideLayout80.xml"/><Relationship Id="rId34" Type="http://schemas.openxmlformats.org/officeDocument/2006/relationships/slideLayout" Target="../slideLayouts/slideLayout79.xml"/><Relationship Id="rId37" Type="http://schemas.openxmlformats.org/officeDocument/2006/relationships/slideLayout" Target="../slideLayouts/slideLayout82.xml"/><Relationship Id="rId36" Type="http://schemas.openxmlformats.org/officeDocument/2006/relationships/slideLayout" Target="../slideLayouts/slideLayout81.xml"/><Relationship Id="rId39" Type="http://schemas.openxmlformats.org/officeDocument/2006/relationships/slideLayout" Target="../slideLayouts/slideLayout84.xml"/><Relationship Id="rId38" Type="http://schemas.openxmlformats.org/officeDocument/2006/relationships/slideLayout" Target="../slideLayouts/slideLayout83.xml"/><Relationship Id="rId20" Type="http://schemas.openxmlformats.org/officeDocument/2006/relationships/slideLayout" Target="../slideLayouts/slideLayout65.xml"/><Relationship Id="rId22" Type="http://schemas.openxmlformats.org/officeDocument/2006/relationships/slideLayout" Target="../slideLayouts/slideLayout67.xml"/><Relationship Id="rId21" Type="http://schemas.openxmlformats.org/officeDocument/2006/relationships/slideLayout" Target="../slideLayouts/slideLayout66.xml"/><Relationship Id="rId24" Type="http://schemas.openxmlformats.org/officeDocument/2006/relationships/slideLayout" Target="../slideLayouts/slideLayout69.xml"/><Relationship Id="rId23" Type="http://schemas.openxmlformats.org/officeDocument/2006/relationships/slideLayout" Target="../slideLayouts/slideLayout68.xml"/><Relationship Id="rId26" Type="http://schemas.openxmlformats.org/officeDocument/2006/relationships/slideLayout" Target="../slideLayouts/slideLayout71.xml"/><Relationship Id="rId25" Type="http://schemas.openxmlformats.org/officeDocument/2006/relationships/slideLayout" Target="../slideLayouts/slideLayout70.xml"/><Relationship Id="rId28" Type="http://schemas.openxmlformats.org/officeDocument/2006/relationships/slideLayout" Target="../slideLayouts/slideLayout73.xml"/><Relationship Id="rId27" Type="http://schemas.openxmlformats.org/officeDocument/2006/relationships/slideLayout" Target="../slideLayouts/slideLayout72.xml"/><Relationship Id="rId29" Type="http://schemas.openxmlformats.org/officeDocument/2006/relationships/slideLayout" Target="../slideLayouts/slideLayout74.xml"/><Relationship Id="rId11" Type="http://schemas.openxmlformats.org/officeDocument/2006/relationships/slideLayout" Target="../slideLayouts/slideLayout56.xml"/><Relationship Id="rId10" Type="http://schemas.openxmlformats.org/officeDocument/2006/relationships/slideLayout" Target="../slideLayouts/slideLayout55.xml"/><Relationship Id="rId13" Type="http://schemas.openxmlformats.org/officeDocument/2006/relationships/slideLayout" Target="../slideLayouts/slideLayout58.xml"/><Relationship Id="rId12" Type="http://schemas.openxmlformats.org/officeDocument/2006/relationships/slideLayout" Target="../slideLayouts/slideLayout57.xml"/><Relationship Id="rId15" Type="http://schemas.openxmlformats.org/officeDocument/2006/relationships/slideLayout" Target="../slideLayouts/slideLayout60.xml"/><Relationship Id="rId14" Type="http://schemas.openxmlformats.org/officeDocument/2006/relationships/slideLayout" Target="../slideLayouts/slideLayout59.xml"/><Relationship Id="rId17" Type="http://schemas.openxmlformats.org/officeDocument/2006/relationships/slideLayout" Target="../slideLayouts/slideLayout62.xml"/><Relationship Id="rId16" Type="http://schemas.openxmlformats.org/officeDocument/2006/relationships/slideLayout" Target="../slideLayouts/slideLayout61.xml"/><Relationship Id="rId19" Type="http://schemas.openxmlformats.org/officeDocument/2006/relationships/slideLayout" Target="../slideLayouts/slideLayout64.xml"/><Relationship Id="rId18" Type="http://schemas.openxmlformats.org/officeDocument/2006/relationships/slideLayout" Target="../slideLayouts/slideLayout6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1pPr>
            <a:lvl2pPr lvl="1">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2pPr>
            <a:lvl3pPr lvl="2">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3pPr>
            <a:lvl4pPr lvl="3">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4pPr>
            <a:lvl5pPr lvl="4">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5pPr>
            <a:lvl6pPr lvl="5">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6pPr>
            <a:lvl7pPr lvl="6">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7pPr>
            <a:lvl8pPr lvl="7">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8pPr>
            <a:lvl9pPr lvl="8">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292100" lvl="0" marL="4572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1pPr>
            <a:lvl2pPr indent="-292100" lvl="1" marL="9144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2pPr>
            <a:lvl3pPr indent="-292100" lvl="2" marL="13716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3pPr>
            <a:lvl4pPr indent="-292100" lvl="3" marL="18288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4pPr>
            <a:lvl5pPr indent="-292100" lvl="4" marL="22860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5pPr>
            <a:lvl6pPr indent="-292100" lvl="5" marL="27432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6pPr>
            <a:lvl7pPr indent="-292100" lvl="6" marL="32004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7pPr>
            <a:lvl8pPr indent="-292100" lvl="7" marL="36576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8pPr>
            <a:lvl9pPr indent="-292100" lvl="8" marL="41148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1pPr>
            <a:lvl2pPr indent="0" lvl="1" marL="0" marR="0" rtl="0" algn="r">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2pPr>
            <a:lvl3pPr indent="0" lvl="2" marL="0" marR="0" rtl="0" algn="r">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3pPr>
            <a:lvl4pPr indent="0" lvl="3" marL="0" marR="0" rtl="0" algn="r">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4pPr>
            <a:lvl5pPr indent="0" lvl="4" marL="0" marR="0" rtl="0" algn="r">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5pPr>
            <a:lvl6pPr indent="0" lvl="5" marL="0" marR="0" rtl="0" algn="r">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6pPr>
            <a:lvl7pPr indent="0" lvl="6" marL="0" marR="0" rtl="0" algn="r">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7pPr>
            <a:lvl8pPr indent="0" lvl="7" marL="0" marR="0" rtl="0" algn="r">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8pPr>
            <a:lvl9pPr indent="0" lvl="8" marL="0" marR="0" rtl="0" algn="r">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613" name="Shape 613"/>
        <p:cNvGrpSpPr/>
        <p:nvPr/>
      </p:nvGrpSpPr>
      <p:grpSpPr>
        <a:xfrm>
          <a:off x="0" y="0"/>
          <a:ext cx="0" cy="0"/>
          <a:chOff x="0" y="0"/>
          <a:chExt cx="0" cy="0"/>
        </a:xfrm>
      </p:grpSpPr>
      <p:sp>
        <p:nvSpPr>
          <p:cNvPr id="614" name="Google Shape;614;p47"/>
          <p:cNvSpPr txBox="1"/>
          <p:nvPr>
            <p:ph type="title"/>
          </p:nvPr>
        </p:nvSpPr>
        <p:spPr>
          <a:xfrm>
            <a:off x="284775" y="282900"/>
            <a:ext cx="5681100" cy="2233800"/>
          </a:xfrm>
          <a:prstGeom prst="rect">
            <a:avLst/>
          </a:prstGeom>
          <a:noFill/>
          <a:ln>
            <a:noFill/>
          </a:ln>
        </p:spPr>
        <p:txBody>
          <a:bodyPr anchorCtr="0" anchor="t" bIns="0" lIns="0" spcFirstLastPara="1" rIns="0" wrap="square" tIns="0">
            <a:noAutofit/>
          </a:bodyPr>
          <a:lstStyle>
            <a:lvl1pPr lvl="0">
              <a:lnSpc>
                <a:spcPct val="80000"/>
              </a:lnSpc>
              <a:spcBef>
                <a:spcPts val="0"/>
              </a:spcBef>
              <a:spcAft>
                <a:spcPts val="0"/>
              </a:spcAft>
              <a:buClr>
                <a:schemeClr val="lt1"/>
              </a:buClr>
              <a:buSzPts val="6000"/>
              <a:buFont typeface="Outfit"/>
              <a:buNone/>
              <a:defRPr sz="6000">
                <a:solidFill>
                  <a:schemeClr val="lt1"/>
                </a:solidFill>
                <a:latin typeface="Outfit"/>
                <a:ea typeface="Outfit"/>
                <a:cs typeface="Outfit"/>
                <a:sym typeface="Outfit"/>
              </a:defRPr>
            </a:lvl1pPr>
            <a:lvl2pPr lvl="1">
              <a:lnSpc>
                <a:spcPct val="80000"/>
              </a:lnSpc>
              <a:spcBef>
                <a:spcPts val="0"/>
              </a:spcBef>
              <a:spcAft>
                <a:spcPts val="0"/>
              </a:spcAft>
              <a:buClr>
                <a:schemeClr val="lt1"/>
              </a:buClr>
              <a:buSzPts val="6000"/>
              <a:buFont typeface="Outfit"/>
              <a:buNone/>
              <a:defRPr sz="6000">
                <a:solidFill>
                  <a:schemeClr val="lt1"/>
                </a:solidFill>
                <a:latin typeface="Outfit"/>
                <a:ea typeface="Outfit"/>
                <a:cs typeface="Outfit"/>
                <a:sym typeface="Outfit"/>
              </a:defRPr>
            </a:lvl2pPr>
            <a:lvl3pPr lvl="2">
              <a:lnSpc>
                <a:spcPct val="80000"/>
              </a:lnSpc>
              <a:spcBef>
                <a:spcPts val="0"/>
              </a:spcBef>
              <a:spcAft>
                <a:spcPts val="0"/>
              </a:spcAft>
              <a:buClr>
                <a:schemeClr val="lt1"/>
              </a:buClr>
              <a:buSzPts val="6000"/>
              <a:buFont typeface="Outfit"/>
              <a:buNone/>
              <a:defRPr sz="6000">
                <a:solidFill>
                  <a:schemeClr val="lt1"/>
                </a:solidFill>
                <a:latin typeface="Outfit"/>
                <a:ea typeface="Outfit"/>
                <a:cs typeface="Outfit"/>
                <a:sym typeface="Outfit"/>
              </a:defRPr>
            </a:lvl3pPr>
            <a:lvl4pPr lvl="3">
              <a:lnSpc>
                <a:spcPct val="80000"/>
              </a:lnSpc>
              <a:spcBef>
                <a:spcPts val="0"/>
              </a:spcBef>
              <a:spcAft>
                <a:spcPts val="0"/>
              </a:spcAft>
              <a:buClr>
                <a:schemeClr val="lt1"/>
              </a:buClr>
              <a:buSzPts val="6000"/>
              <a:buFont typeface="Outfit"/>
              <a:buNone/>
              <a:defRPr sz="6000">
                <a:solidFill>
                  <a:schemeClr val="lt1"/>
                </a:solidFill>
                <a:latin typeface="Outfit"/>
                <a:ea typeface="Outfit"/>
                <a:cs typeface="Outfit"/>
                <a:sym typeface="Outfit"/>
              </a:defRPr>
            </a:lvl4pPr>
            <a:lvl5pPr lvl="4">
              <a:lnSpc>
                <a:spcPct val="80000"/>
              </a:lnSpc>
              <a:spcBef>
                <a:spcPts val="0"/>
              </a:spcBef>
              <a:spcAft>
                <a:spcPts val="0"/>
              </a:spcAft>
              <a:buClr>
                <a:schemeClr val="lt1"/>
              </a:buClr>
              <a:buSzPts val="6000"/>
              <a:buFont typeface="Outfit"/>
              <a:buNone/>
              <a:defRPr sz="6000">
                <a:solidFill>
                  <a:schemeClr val="lt1"/>
                </a:solidFill>
                <a:latin typeface="Outfit"/>
                <a:ea typeface="Outfit"/>
                <a:cs typeface="Outfit"/>
                <a:sym typeface="Outfit"/>
              </a:defRPr>
            </a:lvl5pPr>
            <a:lvl6pPr lvl="5">
              <a:lnSpc>
                <a:spcPct val="80000"/>
              </a:lnSpc>
              <a:spcBef>
                <a:spcPts val="0"/>
              </a:spcBef>
              <a:spcAft>
                <a:spcPts val="0"/>
              </a:spcAft>
              <a:buClr>
                <a:schemeClr val="lt1"/>
              </a:buClr>
              <a:buSzPts val="6000"/>
              <a:buFont typeface="Outfit"/>
              <a:buNone/>
              <a:defRPr sz="6000">
                <a:solidFill>
                  <a:schemeClr val="lt1"/>
                </a:solidFill>
                <a:latin typeface="Outfit"/>
                <a:ea typeface="Outfit"/>
                <a:cs typeface="Outfit"/>
                <a:sym typeface="Outfit"/>
              </a:defRPr>
            </a:lvl6pPr>
            <a:lvl7pPr lvl="6">
              <a:lnSpc>
                <a:spcPct val="80000"/>
              </a:lnSpc>
              <a:spcBef>
                <a:spcPts val="0"/>
              </a:spcBef>
              <a:spcAft>
                <a:spcPts val="0"/>
              </a:spcAft>
              <a:buClr>
                <a:schemeClr val="lt1"/>
              </a:buClr>
              <a:buSzPts val="6000"/>
              <a:buFont typeface="Outfit"/>
              <a:buNone/>
              <a:defRPr sz="6000">
                <a:solidFill>
                  <a:schemeClr val="lt1"/>
                </a:solidFill>
                <a:latin typeface="Outfit"/>
                <a:ea typeface="Outfit"/>
                <a:cs typeface="Outfit"/>
                <a:sym typeface="Outfit"/>
              </a:defRPr>
            </a:lvl7pPr>
            <a:lvl8pPr lvl="7">
              <a:lnSpc>
                <a:spcPct val="80000"/>
              </a:lnSpc>
              <a:spcBef>
                <a:spcPts val="0"/>
              </a:spcBef>
              <a:spcAft>
                <a:spcPts val="0"/>
              </a:spcAft>
              <a:buClr>
                <a:schemeClr val="lt1"/>
              </a:buClr>
              <a:buSzPts val="6000"/>
              <a:buFont typeface="Outfit"/>
              <a:buNone/>
              <a:defRPr sz="6000">
                <a:solidFill>
                  <a:schemeClr val="lt1"/>
                </a:solidFill>
                <a:latin typeface="Outfit"/>
                <a:ea typeface="Outfit"/>
                <a:cs typeface="Outfit"/>
                <a:sym typeface="Outfit"/>
              </a:defRPr>
            </a:lvl8pPr>
            <a:lvl9pPr lvl="8">
              <a:lnSpc>
                <a:spcPct val="80000"/>
              </a:lnSpc>
              <a:spcBef>
                <a:spcPts val="0"/>
              </a:spcBef>
              <a:spcAft>
                <a:spcPts val="0"/>
              </a:spcAft>
              <a:buClr>
                <a:schemeClr val="lt1"/>
              </a:buClr>
              <a:buSzPts val="6000"/>
              <a:buFont typeface="Outfit"/>
              <a:buNone/>
              <a:defRPr sz="6000">
                <a:solidFill>
                  <a:schemeClr val="lt1"/>
                </a:solidFill>
                <a:latin typeface="Outfit"/>
                <a:ea typeface="Outfit"/>
                <a:cs typeface="Outfit"/>
                <a:sym typeface="Outfit"/>
              </a:defRPr>
            </a:lvl9pPr>
          </a:lstStyle>
          <a:p/>
        </p:txBody>
      </p:sp>
      <p:sp>
        <p:nvSpPr>
          <p:cNvPr id="615" name="Google Shape;615;p47"/>
          <p:cNvSpPr txBox="1"/>
          <p:nvPr>
            <p:ph idx="1" type="body"/>
          </p:nvPr>
        </p:nvSpPr>
        <p:spPr>
          <a:xfrm>
            <a:off x="284775" y="2629050"/>
            <a:ext cx="3493500" cy="1989300"/>
          </a:xfrm>
          <a:prstGeom prst="rect">
            <a:avLst/>
          </a:prstGeom>
          <a:noFill/>
          <a:ln>
            <a:noFill/>
          </a:ln>
        </p:spPr>
        <p:txBody>
          <a:bodyPr anchorCtr="0" anchor="t" bIns="0" lIns="0" spcFirstLastPara="1" rIns="0" wrap="square" tIns="0">
            <a:noAutofit/>
          </a:bodyPr>
          <a:lstStyle>
            <a:lvl1pPr indent="-304800" lvl="0" marL="457200">
              <a:spcBef>
                <a:spcPts val="0"/>
              </a:spcBef>
              <a:spcAft>
                <a:spcPts val="0"/>
              </a:spcAft>
              <a:buClr>
                <a:schemeClr val="lt1"/>
              </a:buClr>
              <a:buSzPts val="1200"/>
              <a:buFont typeface="Instrument Sans"/>
              <a:buChar char="●"/>
              <a:defRPr sz="1200">
                <a:solidFill>
                  <a:schemeClr val="lt1"/>
                </a:solidFill>
                <a:latin typeface="Instrument Sans"/>
                <a:ea typeface="Instrument Sans"/>
                <a:cs typeface="Instrument Sans"/>
                <a:sym typeface="Instrument Sans"/>
              </a:defRPr>
            </a:lvl1pPr>
            <a:lvl2pPr indent="-304800" lvl="1" marL="914400">
              <a:spcBef>
                <a:spcPts val="0"/>
              </a:spcBef>
              <a:spcAft>
                <a:spcPts val="0"/>
              </a:spcAft>
              <a:buClr>
                <a:schemeClr val="lt1"/>
              </a:buClr>
              <a:buSzPts val="1200"/>
              <a:buFont typeface="Instrument Sans"/>
              <a:buChar char="○"/>
              <a:defRPr sz="1200">
                <a:solidFill>
                  <a:schemeClr val="lt1"/>
                </a:solidFill>
                <a:latin typeface="Instrument Sans"/>
                <a:ea typeface="Instrument Sans"/>
                <a:cs typeface="Instrument Sans"/>
                <a:sym typeface="Instrument Sans"/>
              </a:defRPr>
            </a:lvl2pPr>
            <a:lvl3pPr indent="-304800" lvl="2" marL="1371600">
              <a:spcBef>
                <a:spcPts val="0"/>
              </a:spcBef>
              <a:spcAft>
                <a:spcPts val="0"/>
              </a:spcAft>
              <a:buClr>
                <a:schemeClr val="lt1"/>
              </a:buClr>
              <a:buSzPts val="1200"/>
              <a:buFont typeface="Instrument Sans"/>
              <a:buChar char="■"/>
              <a:defRPr sz="1200">
                <a:solidFill>
                  <a:schemeClr val="lt1"/>
                </a:solidFill>
                <a:latin typeface="Instrument Sans"/>
                <a:ea typeface="Instrument Sans"/>
                <a:cs typeface="Instrument Sans"/>
                <a:sym typeface="Instrument Sans"/>
              </a:defRPr>
            </a:lvl3pPr>
            <a:lvl4pPr indent="-304800" lvl="3" marL="1828800">
              <a:spcBef>
                <a:spcPts val="0"/>
              </a:spcBef>
              <a:spcAft>
                <a:spcPts val="0"/>
              </a:spcAft>
              <a:buClr>
                <a:schemeClr val="lt1"/>
              </a:buClr>
              <a:buSzPts val="1200"/>
              <a:buFont typeface="Instrument Sans"/>
              <a:buChar char="●"/>
              <a:defRPr sz="1200">
                <a:solidFill>
                  <a:schemeClr val="lt1"/>
                </a:solidFill>
                <a:latin typeface="Instrument Sans"/>
                <a:ea typeface="Instrument Sans"/>
                <a:cs typeface="Instrument Sans"/>
                <a:sym typeface="Instrument Sans"/>
              </a:defRPr>
            </a:lvl4pPr>
            <a:lvl5pPr indent="-304800" lvl="4" marL="2286000">
              <a:spcBef>
                <a:spcPts val="0"/>
              </a:spcBef>
              <a:spcAft>
                <a:spcPts val="0"/>
              </a:spcAft>
              <a:buClr>
                <a:schemeClr val="lt1"/>
              </a:buClr>
              <a:buSzPts val="1200"/>
              <a:buFont typeface="Instrument Sans"/>
              <a:buChar char="○"/>
              <a:defRPr sz="1200">
                <a:solidFill>
                  <a:schemeClr val="lt1"/>
                </a:solidFill>
                <a:latin typeface="Instrument Sans"/>
                <a:ea typeface="Instrument Sans"/>
                <a:cs typeface="Instrument Sans"/>
                <a:sym typeface="Instrument Sans"/>
              </a:defRPr>
            </a:lvl5pPr>
            <a:lvl6pPr indent="-304800" lvl="5" marL="2743200">
              <a:spcBef>
                <a:spcPts val="0"/>
              </a:spcBef>
              <a:spcAft>
                <a:spcPts val="0"/>
              </a:spcAft>
              <a:buClr>
                <a:schemeClr val="lt1"/>
              </a:buClr>
              <a:buSzPts val="1200"/>
              <a:buFont typeface="Instrument Sans"/>
              <a:buChar char="■"/>
              <a:defRPr sz="1200">
                <a:solidFill>
                  <a:schemeClr val="lt1"/>
                </a:solidFill>
                <a:latin typeface="Instrument Sans"/>
                <a:ea typeface="Instrument Sans"/>
                <a:cs typeface="Instrument Sans"/>
                <a:sym typeface="Instrument Sans"/>
              </a:defRPr>
            </a:lvl6pPr>
            <a:lvl7pPr indent="-304800" lvl="6" marL="3200400">
              <a:spcBef>
                <a:spcPts val="0"/>
              </a:spcBef>
              <a:spcAft>
                <a:spcPts val="0"/>
              </a:spcAft>
              <a:buClr>
                <a:schemeClr val="lt1"/>
              </a:buClr>
              <a:buSzPts val="1200"/>
              <a:buFont typeface="Instrument Sans"/>
              <a:buChar char="●"/>
              <a:defRPr sz="1200">
                <a:solidFill>
                  <a:schemeClr val="lt1"/>
                </a:solidFill>
                <a:latin typeface="Instrument Sans"/>
                <a:ea typeface="Instrument Sans"/>
                <a:cs typeface="Instrument Sans"/>
                <a:sym typeface="Instrument Sans"/>
              </a:defRPr>
            </a:lvl7pPr>
            <a:lvl8pPr indent="-304800" lvl="7" marL="3657600">
              <a:spcBef>
                <a:spcPts val="0"/>
              </a:spcBef>
              <a:spcAft>
                <a:spcPts val="0"/>
              </a:spcAft>
              <a:buClr>
                <a:schemeClr val="lt1"/>
              </a:buClr>
              <a:buSzPts val="1200"/>
              <a:buFont typeface="Instrument Sans"/>
              <a:buChar char="○"/>
              <a:defRPr sz="1200">
                <a:solidFill>
                  <a:schemeClr val="lt1"/>
                </a:solidFill>
                <a:latin typeface="Instrument Sans"/>
                <a:ea typeface="Instrument Sans"/>
                <a:cs typeface="Instrument Sans"/>
                <a:sym typeface="Instrument Sans"/>
              </a:defRPr>
            </a:lvl8pPr>
            <a:lvl9pPr indent="-304800" lvl="8" marL="4114800">
              <a:spcBef>
                <a:spcPts val="0"/>
              </a:spcBef>
              <a:spcAft>
                <a:spcPts val="0"/>
              </a:spcAft>
              <a:buClr>
                <a:schemeClr val="lt1"/>
              </a:buClr>
              <a:buSzPts val="1200"/>
              <a:buFont typeface="Instrument Sans"/>
              <a:buChar char="■"/>
              <a:defRPr sz="1200">
                <a:solidFill>
                  <a:schemeClr val="lt1"/>
                </a:solidFill>
                <a:latin typeface="Instrument Sans"/>
                <a:ea typeface="Instrument Sans"/>
                <a:cs typeface="Instrument Sans"/>
                <a:sym typeface="Instrument Sans"/>
              </a:defRPr>
            </a:lvl9pPr>
          </a:lstStyle>
          <a:p/>
        </p:txBody>
      </p:sp>
    </p:spTree>
  </p:cSld>
  <p:clrMap accent1="accent1" accent2="accent2" accent3="accent3" accent4="accent4" accent5="accent5" accent6="accent6" bg1="lt1" bg2="dk2" tx1="dk1" tx2="lt2" folHlink="folHlink" hlink="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 id="2147483706" r:id="rId14"/>
    <p:sldLayoutId id="2147483707" r:id="rId15"/>
    <p:sldLayoutId id="2147483708" r:id="rId16"/>
    <p:sldLayoutId id="2147483709" r:id="rId17"/>
    <p:sldLayoutId id="2147483710" r:id="rId18"/>
    <p:sldLayoutId id="2147483711" r:id="rId19"/>
    <p:sldLayoutId id="2147483712" r:id="rId20"/>
    <p:sldLayoutId id="2147483713" r:id="rId21"/>
    <p:sldLayoutId id="2147483714" r:id="rId22"/>
    <p:sldLayoutId id="2147483715" r:id="rId23"/>
    <p:sldLayoutId id="2147483716" r:id="rId24"/>
    <p:sldLayoutId id="2147483717" r:id="rId25"/>
    <p:sldLayoutId id="2147483718" r:id="rId26"/>
    <p:sldLayoutId id="2147483719" r:id="rId27"/>
    <p:sldLayoutId id="2147483720" r:id="rId28"/>
    <p:sldLayoutId id="2147483721" r:id="rId29"/>
    <p:sldLayoutId id="2147483722" r:id="rId30"/>
    <p:sldLayoutId id="2147483723" r:id="rId31"/>
    <p:sldLayoutId id="2147483724" r:id="rId32"/>
    <p:sldLayoutId id="2147483725" r:id="rId33"/>
    <p:sldLayoutId id="2147483726" r:id="rId34"/>
    <p:sldLayoutId id="2147483727" r:id="rId35"/>
    <p:sldLayoutId id="2147483728" r:id="rId36"/>
    <p:sldLayoutId id="2147483729" r:id="rId37"/>
    <p:sldLayoutId id="2147483730" r:id="rId38"/>
    <p:sldLayoutId id="2147483731" r:id="rId39"/>
    <p:sldLayoutId id="2147483732" r:id="rId40"/>
    <p:sldLayoutId id="2147483733" r:id="rId41"/>
    <p:sldLayoutId id="2147483734" r:id="rId42"/>
    <p:sldLayoutId id="2147483735" r:id="rId43"/>
    <p:sldLayoutId id="2147483736" r:id="rId44"/>
    <p:sldLayoutId id="2147483737" r:id="rId45"/>
    <p:sldLayoutId id="2147483738" r:id="rId46"/>
    <p:sldLayoutId id="2147483739" r:id="rId47"/>
    <p:sldLayoutId id="2147483740" r:id="rId4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581">
          <p15:clr>
            <a:srgbClr val="E46962"/>
          </p15:clr>
        </p15:guide>
        <p15:guide id="2" pos="179">
          <p15:clr>
            <a:srgbClr val="E46962"/>
          </p15:clr>
        </p15:guide>
        <p15:guide id="3" orient="horz" pos="178">
          <p15:clr>
            <a:srgbClr val="E46962"/>
          </p15:clr>
        </p15:guide>
        <p15:guide id="4" orient="horz" pos="3060">
          <p15:clr>
            <a:srgbClr val="E46962"/>
          </p15:clr>
        </p15:guide>
        <p15:guide id="5" pos="2847">
          <p15:clr>
            <a:srgbClr val="E46962"/>
          </p15:clr>
        </p15:guide>
        <p15:guide id="6" pos="2913">
          <p15:clr>
            <a:srgbClr val="E46962"/>
          </p15:clr>
        </p15:guide>
        <p15:guide id="7" pos="568">
          <p15:clr>
            <a:srgbClr val="E46962"/>
          </p15:clr>
        </p15:guide>
        <p15:guide id="8" pos="635">
          <p15:clr>
            <a:srgbClr val="E46962"/>
          </p15:clr>
        </p15:guide>
        <p15:guide id="9" pos="4213">
          <p15:clr>
            <a:srgbClr val="E46962"/>
          </p15:clr>
        </p15:guide>
        <p15:guide id="10" pos="4280">
          <p15:clr>
            <a:srgbClr val="E46962"/>
          </p15:clr>
        </p15:guide>
        <p15:guide id="11" pos="3758">
          <p15:clr>
            <a:srgbClr val="E46962"/>
          </p15:clr>
        </p15:guide>
        <p15:guide id="12" pos="3825">
          <p15:clr>
            <a:srgbClr val="E46962"/>
          </p15:clr>
        </p15:guide>
        <p15:guide id="13" pos="1024">
          <p15:clr>
            <a:srgbClr val="E46962"/>
          </p15:clr>
        </p15:guide>
        <p15:guide id="14" pos="1091">
          <p15:clr>
            <a:srgbClr val="E46962"/>
          </p15:clr>
        </p15:guide>
        <p15:guide id="15" orient="horz" pos="245">
          <p15:clr>
            <a:srgbClr val="E46962"/>
          </p15:clr>
        </p15:guide>
        <p15:guide id="16" orient="horz" pos="2993">
          <p15:clr>
            <a:srgbClr val="E46962"/>
          </p15:clr>
        </p15:guide>
        <p15:guide id="17" orient="horz" pos="882">
          <p15:clr>
            <a:srgbClr val="E46962"/>
          </p15:clr>
        </p15:guide>
        <p15:guide id="18" orient="horz" pos="949">
          <p15:clr>
            <a:srgbClr val="E46962"/>
          </p15:clr>
        </p15:guide>
        <p15:guide id="19" orient="horz" pos="2289">
          <p15:clr>
            <a:srgbClr val="E46962"/>
          </p15:clr>
        </p15:guide>
        <p15:guide id="20" orient="horz" pos="2356">
          <p15:clr>
            <a:srgbClr val="E46962"/>
          </p15:clr>
        </p15:guide>
        <p15:guide id="21" pos="1479">
          <p15:clr>
            <a:srgbClr val="E46962"/>
          </p15:clr>
        </p15:guide>
        <p15:guide id="22" pos="1546">
          <p15:clr>
            <a:srgbClr val="E46962"/>
          </p15:clr>
        </p15:guide>
        <p15:guide id="23" pos="1935">
          <p15:clr>
            <a:srgbClr val="E46962"/>
          </p15:clr>
        </p15:guide>
        <p15:guide id="24" pos="2002">
          <p15:clr>
            <a:srgbClr val="E46962"/>
          </p15:clr>
        </p15:guide>
        <p15:guide id="25" pos="2391">
          <p15:clr>
            <a:srgbClr val="E46962"/>
          </p15:clr>
        </p15:guide>
        <p15:guide id="26" pos="2458">
          <p15:clr>
            <a:srgbClr val="E46962"/>
          </p15:clr>
        </p15:guide>
        <p15:guide id="27" pos="3302">
          <p15:clr>
            <a:srgbClr val="E46962"/>
          </p15:clr>
        </p15:guide>
        <p15:guide id="28" pos="3369">
          <p15:clr>
            <a:srgbClr val="E46962"/>
          </p15:clr>
        </p15:guide>
        <p15:guide id="29" pos="4669">
          <p15:clr>
            <a:srgbClr val="E46962"/>
          </p15:clr>
        </p15:guide>
        <p15:guide id="30" pos="4736">
          <p15:clr>
            <a:srgbClr val="E46962"/>
          </p15:clr>
        </p15:guide>
        <p15:guide id="31" pos="5125">
          <p15:clr>
            <a:srgbClr val="E46962"/>
          </p15:clr>
        </p15:guide>
        <p15:guide id="32" pos="5192">
          <p15:clr>
            <a:srgbClr val="E46962"/>
          </p15:clr>
        </p15:guide>
        <p15:guide id="33" orient="horz" pos="1585">
          <p15:clr>
            <a:srgbClr val="E46962"/>
          </p15:clr>
        </p15:guide>
        <p15:guide id="34" orient="horz" pos="1653">
          <p15:clr>
            <a:srgbClr val="E46962"/>
          </p15:clr>
        </p15:guide>
        <p15:guide id="35" orient="horz" pos="2909">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15.xml"/><Relationship Id="rId3" Type="http://schemas.openxmlformats.org/officeDocument/2006/relationships/image" Target="../media/image14.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16.xml"/><Relationship Id="rId3" Type="http://schemas.openxmlformats.org/officeDocument/2006/relationships/image" Target="../media/image13.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17.xml"/><Relationship Id="rId3" Type="http://schemas.openxmlformats.org/officeDocument/2006/relationships/image" Target="../media/image18.pn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18.xml"/><Relationship Id="rId3" Type="http://schemas.openxmlformats.org/officeDocument/2006/relationships/image" Target="../media/image12.pn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24.xml"/><Relationship Id="rId3"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28.xml"/><Relationship Id="rId3" Type="http://schemas.openxmlformats.org/officeDocument/2006/relationships/image" Target="../media/image8.png"/><Relationship Id="rId4" Type="http://schemas.openxmlformats.org/officeDocument/2006/relationships/image" Target="../media/image3.png"/><Relationship Id="rId5" Type="http://schemas.openxmlformats.org/officeDocument/2006/relationships/image" Target="../media/image1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29.xml"/><Relationship Id="rId3" Type="http://schemas.openxmlformats.org/officeDocument/2006/relationships/image" Target="../media/image9.png"/><Relationship Id="rId4" Type="http://schemas.openxmlformats.org/officeDocument/2006/relationships/image" Target="../media/image5.png"/><Relationship Id="rId5"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1.xml"/><Relationship Id="rId3" Type="http://schemas.openxmlformats.org/officeDocument/2006/relationships/image" Target="../media/image1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5" name="Shape 1025"/>
        <p:cNvGrpSpPr/>
        <p:nvPr/>
      </p:nvGrpSpPr>
      <p:grpSpPr>
        <a:xfrm>
          <a:off x="0" y="0"/>
          <a:ext cx="0" cy="0"/>
          <a:chOff x="0" y="0"/>
          <a:chExt cx="0" cy="0"/>
        </a:xfrm>
      </p:grpSpPr>
      <p:sp>
        <p:nvSpPr>
          <p:cNvPr id="1026" name="Google Shape;1026;p96"/>
          <p:cNvSpPr txBox="1"/>
          <p:nvPr>
            <p:ph type="title"/>
          </p:nvPr>
        </p:nvSpPr>
        <p:spPr>
          <a:xfrm>
            <a:off x="1008000" y="587700"/>
            <a:ext cx="4957200" cy="1625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DM4ML</a:t>
            </a:r>
            <a:endParaRPr/>
          </a:p>
          <a:p>
            <a:pPr indent="0" lvl="0" marL="0" rtl="0" algn="l">
              <a:spcBef>
                <a:spcPts val="0"/>
              </a:spcBef>
              <a:spcAft>
                <a:spcPts val="0"/>
              </a:spcAft>
              <a:buNone/>
            </a:pPr>
            <a:r>
              <a:rPr lang="en"/>
              <a:t>Assignment 1</a:t>
            </a:r>
            <a:endParaRPr/>
          </a:p>
        </p:txBody>
      </p:sp>
      <p:pic>
        <p:nvPicPr>
          <p:cNvPr descr="An abstract texture of raised wave shapes on a white surface. " id="1027" name="Google Shape;1027;p96"/>
          <p:cNvPicPr preferRelativeResize="0"/>
          <p:nvPr/>
        </p:nvPicPr>
        <p:blipFill rotWithShape="1">
          <a:blip r:embed="rId3">
            <a:alphaModFix amt="50000"/>
          </a:blip>
          <a:srcRect b="0" l="23650" r="43595" t="21820"/>
          <a:stretch/>
        </p:blipFill>
        <p:spPr>
          <a:xfrm>
            <a:off x="7064775" y="573900"/>
            <a:ext cx="1794600" cy="4283100"/>
          </a:xfrm>
          <a:prstGeom prst="round2DiagRect">
            <a:avLst>
              <a:gd fmla="val 16667" name="adj1"/>
              <a:gd fmla="val 0" name="adj2"/>
            </a:avLst>
          </a:prstGeom>
          <a:noFill/>
          <a:ln>
            <a:noFill/>
          </a:ln>
        </p:spPr>
      </p:pic>
      <p:graphicFrame>
        <p:nvGraphicFramePr>
          <p:cNvPr id="1028" name="Google Shape;1028;p96"/>
          <p:cNvGraphicFramePr/>
          <p:nvPr/>
        </p:nvGraphicFramePr>
        <p:xfrm>
          <a:off x="763400" y="2373600"/>
          <a:ext cx="3000000" cy="3000000"/>
        </p:xfrm>
        <a:graphic>
          <a:graphicData uri="http://schemas.openxmlformats.org/drawingml/2006/table">
            <a:tbl>
              <a:tblPr>
                <a:noFill/>
                <a:tableStyleId>{72A19476-B624-49F0-A3CE-C49A92F90BF8}</a:tableStyleId>
              </a:tblPr>
              <a:tblGrid>
                <a:gridCol w="3674650"/>
                <a:gridCol w="2389500"/>
              </a:tblGrid>
              <a:tr h="380775">
                <a:tc>
                  <a:txBody>
                    <a:bodyPr/>
                    <a:lstStyle/>
                    <a:p>
                      <a:pPr indent="0" lvl="0" marL="0" rtl="0" algn="l">
                        <a:spcBef>
                          <a:spcPts val="0"/>
                        </a:spcBef>
                        <a:spcAft>
                          <a:spcPts val="0"/>
                        </a:spcAft>
                        <a:buNone/>
                      </a:pPr>
                      <a:r>
                        <a:rPr lang="en">
                          <a:latin typeface="Outfit ExtraBold"/>
                          <a:ea typeface="Outfit ExtraBold"/>
                          <a:cs typeface="Outfit ExtraBold"/>
                          <a:sym typeface="Outfit ExtraBold"/>
                        </a:rPr>
                        <a:t>Name</a:t>
                      </a:r>
                      <a:endParaRPr>
                        <a:latin typeface="Outfit ExtraBold"/>
                        <a:ea typeface="Outfit ExtraBold"/>
                        <a:cs typeface="Outfit ExtraBold"/>
                        <a:sym typeface="Outfit ExtraBold"/>
                      </a:endParaRPr>
                    </a:p>
                  </a:txBody>
                  <a:tcPr marT="91425" marB="91425" marR="91425" marL="91425"/>
                </a:tc>
                <a:tc>
                  <a:txBody>
                    <a:bodyPr/>
                    <a:lstStyle/>
                    <a:p>
                      <a:pPr indent="0" lvl="0" marL="0" rtl="0" algn="l">
                        <a:spcBef>
                          <a:spcPts val="0"/>
                        </a:spcBef>
                        <a:spcAft>
                          <a:spcPts val="0"/>
                        </a:spcAft>
                        <a:buNone/>
                      </a:pPr>
                      <a:r>
                        <a:rPr lang="en">
                          <a:latin typeface="Outfit ExtraBold"/>
                          <a:ea typeface="Outfit ExtraBold"/>
                          <a:cs typeface="Outfit ExtraBold"/>
                          <a:sym typeface="Outfit ExtraBold"/>
                        </a:rPr>
                        <a:t>BITS ID</a:t>
                      </a:r>
                      <a:endParaRPr>
                        <a:latin typeface="Outfit ExtraBold"/>
                        <a:ea typeface="Outfit ExtraBold"/>
                        <a:cs typeface="Outfit ExtraBold"/>
                        <a:sym typeface="Outfit ExtraBold"/>
                      </a:endParaRPr>
                    </a:p>
                  </a:txBody>
                  <a:tcPr marT="91425" marB="91425" marR="91425" marL="91425"/>
                </a:tc>
              </a:tr>
              <a:tr h="380775">
                <a:tc>
                  <a:txBody>
                    <a:bodyPr/>
                    <a:lstStyle/>
                    <a:p>
                      <a:pPr indent="0" lvl="0" marL="0" rtl="0" algn="l">
                        <a:spcBef>
                          <a:spcPts val="0"/>
                        </a:spcBef>
                        <a:spcAft>
                          <a:spcPts val="0"/>
                        </a:spcAft>
                        <a:buNone/>
                      </a:pPr>
                      <a:r>
                        <a:rPr lang="en">
                          <a:latin typeface="Outfit"/>
                          <a:ea typeface="Outfit"/>
                          <a:cs typeface="Outfit"/>
                          <a:sym typeface="Outfit"/>
                        </a:rPr>
                        <a:t>Ansari Abdul Rahim Shahabuddin</a:t>
                      </a:r>
                      <a:endParaRPr>
                        <a:latin typeface="Outfit"/>
                        <a:ea typeface="Outfit"/>
                        <a:cs typeface="Outfit"/>
                        <a:sym typeface="Outfit"/>
                      </a:endParaRPr>
                    </a:p>
                  </a:txBody>
                  <a:tcPr marT="91425" marB="91425" marR="91425" marL="91425"/>
                </a:tc>
                <a:tc>
                  <a:txBody>
                    <a:bodyPr/>
                    <a:lstStyle/>
                    <a:p>
                      <a:pPr indent="0" lvl="0" marL="0" rtl="0" algn="l">
                        <a:spcBef>
                          <a:spcPts val="0"/>
                        </a:spcBef>
                        <a:spcAft>
                          <a:spcPts val="0"/>
                        </a:spcAft>
                        <a:buNone/>
                      </a:pPr>
                      <a:r>
                        <a:rPr lang="en">
                          <a:latin typeface="Outfit"/>
                          <a:ea typeface="Outfit"/>
                          <a:cs typeface="Outfit"/>
                          <a:sym typeface="Outfit"/>
                        </a:rPr>
                        <a:t>2025AE05905</a:t>
                      </a:r>
                      <a:endParaRPr>
                        <a:latin typeface="Outfit"/>
                        <a:ea typeface="Outfit"/>
                        <a:cs typeface="Outfit"/>
                        <a:sym typeface="Outfit"/>
                      </a:endParaRPr>
                    </a:p>
                  </a:txBody>
                  <a:tcPr marT="91425" marB="91425" marR="91425" marL="91425"/>
                </a:tc>
              </a:tr>
              <a:tr h="380775">
                <a:tc>
                  <a:txBody>
                    <a:bodyPr/>
                    <a:lstStyle/>
                    <a:p>
                      <a:pPr indent="0" lvl="0" marL="0" rtl="0" algn="l">
                        <a:spcBef>
                          <a:spcPts val="0"/>
                        </a:spcBef>
                        <a:spcAft>
                          <a:spcPts val="0"/>
                        </a:spcAft>
                        <a:buNone/>
                      </a:pPr>
                      <a:r>
                        <a:rPr lang="en">
                          <a:latin typeface="Outfit"/>
                          <a:ea typeface="Outfit"/>
                          <a:cs typeface="Outfit"/>
                          <a:sym typeface="Outfit"/>
                        </a:rPr>
                        <a:t>Roopal Jaiswal</a:t>
                      </a:r>
                      <a:endParaRPr>
                        <a:latin typeface="Outfit"/>
                        <a:ea typeface="Outfit"/>
                        <a:cs typeface="Outfit"/>
                        <a:sym typeface="Outfit"/>
                      </a:endParaRPr>
                    </a:p>
                  </a:txBody>
                  <a:tcPr marT="91425" marB="91425" marR="91425" marL="91425"/>
                </a:tc>
                <a:tc>
                  <a:txBody>
                    <a:bodyPr/>
                    <a:lstStyle/>
                    <a:p>
                      <a:pPr indent="0" lvl="0" marL="0" rtl="0" algn="l">
                        <a:spcBef>
                          <a:spcPts val="0"/>
                        </a:spcBef>
                        <a:spcAft>
                          <a:spcPts val="0"/>
                        </a:spcAft>
                        <a:buNone/>
                      </a:pPr>
                      <a:r>
                        <a:rPr lang="en">
                          <a:latin typeface="Outfit"/>
                          <a:ea typeface="Outfit"/>
                          <a:cs typeface="Outfit"/>
                          <a:sym typeface="Outfit"/>
                        </a:rPr>
                        <a:t>2025AE05413</a:t>
                      </a:r>
                      <a:endParaRPr>
                        <a:latin typeface="Outfit"/>
                        <a:ea typeface="Outfit"/>
                        <a:cs typeface="Outfit"/>
                        <a:sym typeface="Outfit"/>
                      </a:endParaRPr>
                    </a:p>
                  </a:txBody>
                  <a:tcPr marT="91425" marB="91425" marR="91425" marL="91425"/>
                </a:tc>
              </a:tr>
              <a:tr h="380775">
                <a:tc>
                  <a:txBody>
                    <a:bodyPr/>
                    <a:lstStyle/>
                    <a:p>
                      <a:pPr indent="0" lvl="0" marL="0" rtl="0" algn="l">
                        <a:spcBef>
                          <a:spcPts val="0"/>
                        </a:spcBef>
                        <a:spcAft>
                          <a:spcPts val="0"/>
                        </a:spcAft>
                        <a:buNone/>
                      </a:pPr>
                      <a:r>
                        <a:rPr lang="en">
                          <a:latin typeface="Outfit"/>
                          <a:ea typeface="Outfit"/>
                          <a:cs typeface="Outfit"/>
                          <a:sym typeface="Outfit"/>
                        </a:rPr>
                        <a:t>Bodhanapu Archeshma</a:t>
                      </a:r>
                      <a:endParaRPr>
                        <a:latin typeface="Outfit"/>
                        <a:ea typeface="Outfit"/>
                        <a:cs typeface="Outfit"/>
                        <a:sym typeface="Outfit"/>
                      </a:endParaRPr>
                    </a:p>
                  </a:txBody>
                  <a:tcPr marT="91425" marB="91425" marR="91425" marL="91425"/>
                </a:tc>
                <a:tc>
                  <a:txBody>
                    <a:bodyPr/>
                    <a:lstStyle/>
                    <a:p>
                      <a:pPr indent="0" lvl="0" marL="0" rtl="0" algn="l">
                        <a:spcBef>
                          <a:spcPts val="0"/>
                        </a:spcBef>
                        <a:spcAft>
                          <a:spcPts val="0"/>
                        </a:spcAft>
                        <a:buNone/>
                      </a:pPr>
                      <a:r>
                        <a:rPr lang="en">
                          <a:latin typeface="Outfit"/>
                          <a:ea typeface="Outfit"/>
                          <a:cs typeface="Outfit"/>
                          <a:sym typeface="Outfit"/>
                        </a:rPr>
                        <a:t>2025AE05825</a:t>
                      </a:r>
                      <a:endParaRPr>
                        <a:latin typeface="Outfit"/>
                        <a:ea typeface="Outfit"/>
                        <a:cs typeface="Outfit"/>
                        <a:sym typeface="Outfit"/>
                      </a:endParaRPr>
                    </a:p>
                  </a:txBody>
                  <a:tcPr marT="91425" marB="91425" marR="91425" marL="91425"/>
                </a:tc>
              </a:tr>
              <a:tr h="380775">
                <a:tc>
                  <a:txBody>
                    <a:bodyPr/>
                    <a:lstStyle/>
                    <a:p>
                      <a:pPr indent="0" lvl="0" marL="0" rtl="0" algn="l">
                        <a:spcBef>
                          <a:spcPts val="0"/>
                        </a:spcBef>
                        <a:spcAft>
                          <a:spcPts val="0"/>
                        </a:spcAft>
                        <a:buNone/>
                      </a:pPr>
                      <a:r>
                        <a:rPr lang="en">
                          <a:latin typeface="Outfit"/>
                          <a:ea typeface="Outfit"/>
                          <a:cs typeface="Outfit"/>
                          <a:sym typeface="Outfit"/>
                        </a:rPr>
                        <a:t>Anup Kumar Sarkar</a:t>
                      </a:r>
                      <a:endParaRPr>
                        <a:latin typeface="Outfit"/>
                        <a:ea typeface="Outfit"/>
                        <a:cs typeface="Outfit"/>
                        <a:sym typeface="Outfit"/>
                      </a:endParaRPr>
                    </a:p>
                  </a:txBody>
                  <a:tcPr marT="91425" marB="91425" marR="91425" marL="91425"/>
                </a:tc>
                <a:tc>
                  <a:txBody>
                    <a:bodyPr/>
                    <a:lstStyle/>
                    <a:p>
                      <a:pPr indent="0" lvl="0" marL="0" rtl="0" algn="l">
                        <a:spcBef>
                          <a:spcPts val="0"/>
                        </a:spcBef>
                        <a:spcAft>
                          <a:spcPts val="0"/>
                        </a:spcAft>
                        <a:buNone/>
                      </a:pPr>
                      <a:r>
                        <a:rPr lang="en">
                          <a:latin typeface="Outfit"/>
                          <a:ea typeface="Outfit"/>
                          <a:cs typeface="Outfit"/>
                          <a:sym typeface="Outfit"/>
                        </a:rPr>
                        <a:t>2025AE05010</a:t>
                      </a:r>
                      <a:endParaRPr>
                        <a:latin typeface="Outfit"/>
                        <a:ea typeface="Outfit"/>
                        <a:cs typeface="Outfit"/>
                        <a:sym typeface="Outfit"/>
                      </a:endParaRPr>
                    </a:p>
                  </a:txBody>
                  <a:tcPr marT="91425" marB="91425" marR="91425" marL="91425"/>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p97"/>
          <p:cNvSpPr/>
          <p:nvPr/>
        </p:nvSpPr>
        <p:spPr>
          <a:xfrm flipH="1">
            <a:off x="284900" y="894525"/>
            <a:ext cx="8485800" cy="38562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Outfit"/>
              <a:ea typeface="Outfit"/>
              <a:cs typeface="Outfit"/>
              <a:sym typeface="Outfit"/>
            </a:endParaRPr>
          </a:p>
        </p:txBody>
      </p:sp>
      <p:sp>
        <p:nvSpPr>
          <p:cNvPr id="1034" name="Google Shape;1034;p97"/>
          <p:cNvSpPr txBox="1"/>
          <p:nvPr>
            <p:ph type="title"/>
          </p:nvPr>
        </p:nvSpPr>
        <p:spPr>
          <a:xfrm>
            <a:off x="284775" y="282900"/>
            <a:ext cx="2787300" cy="49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Contents</a:t>
            </a:r>
            <a:endParaRPr/>
          </a:p>
        </p:txBody>
      </p:sp>
      <p:sp>
        <p:nvSpPr>
          <p:cNvPr id="1035" name="Google Shape;1035;p97"/>
          <p:cNvSpPr txBox="1"/>
          <p:nvPr>
            <p:ph idx="4294967295" type="body"/>
          </p:nvPr>
        </p:nvSpPr>
        <p:spPr>
          <a:xfrm>
            <a:off x="731675" y="1077225"/>
            <a:ext cx="7443000" cy="3490800"/>
          </a:xfrm>
          <a:prstGeom prst="rect">
            <a:avLst/>
          </a:prstGeom>
        </p:spPr>
        <p:txBody>
          <a:bodyPr anchorCtr="0" anchor="t" bIns="0" lIns="0" spcFirstLastPara="1" rIns="0" wrap="square" tIns="0">
            <a:noAutofit/>
          </a:bodyPr>
          <a:lstStyle/>
          <a:p>
            <a:pPr indent="-342900" lvl="0" marL="457200" rtl="0" algn="l">
              <a:lnSpc>
                <a:spcPct val="150000"/>
              </a:lnSpc>
              <a:spcBef>
                <a:spcPts val="0"/>
              </a:spcBef>
              <a:spcAft>
                <a:spcPts val="0"/>
              </a:spcAft>
              <a:buSzPts val="1800"/>
              <a:buFont typeface="Outfit Medium"/>
              <a:buAutoNum type="arabicPeriod"/>
            </a:pPr>
            <a:r>
              <a:rPr lang="en" sz="1800">
                <a:latin typeface="Outfit Medium"/>
                <a:ea typeface="Outfit Medium"/>
                <a:cs typeface="Outfit Medium"/>
                <a:sym typeface="Outfit Medium"/>
              </a:rPr>
              <a:t>The Business Problem</a:t>
            </a:r>
            <a:endParaRPr sz="1800">
              <a:latin typeface="Outfit Medium"/>
              <a:ea typeface="Outfit Medium"/>
              <a:cs typeface="Outfit Medium"/>
              <a:sym typeface="Outfit Medium"/>
            </a:endParaRPr>
          </a:p>
          <a:p>
            <a:pPr indent="-342900" lvl="0" marL="457200" rtl="0" algn="l">
              <a:lnSpc>
                <a:spcPct val="150000"/>
              </a:lnSpc>
              <a:spcBef>
                <a:spcPts val="0"/>
              </a:spcBef>
              <a:spcAft>
                <a:spcPts val="0"/>
              </a:spcAft>
              <a:buSzPts val="1800"/>
              <a:buFont typeface="Outfit Medium"/>
              <a:buAutoNum type="arabicPeriod"/>
            </a:pPr>
            <a:r>
              <a:rPr lang="en" sz="1800">
                <a:latin typeface="Outfit Medium"/>
                <a:ea typeface="Outfit Medium"/>
                <a:cs typeface="Outfit Medium"/>
                <a:sym typeface="Outfit Medium"/>
              </a:rPr>
              <a:t>Pipeline Architecture &amp; Tech Stack</a:t>
            </a:r>
            <a:endParaRPr sz="1800">
              <a:latin typeface="Outfit Medium"/>
              <a:ea typeface="Outfit Medium"/>
              <a:cs typeface="Outfit Medium"/>
              <a:sym typeface="Outfit Medium"/>
            </a:endParaRPr>
          </a:p>
          <a:p>
            <a:pPr indent="-342900" lvl="0" marL="457200" rtl="0" algn="l">
              <a:lnSpc>
                <a:spcPct val="150000"/>
              </a:lnSpc>
              <a:spcBef>
                <a:spcPts val="0"/>
              </a:spcBef>
              <a:spcAft>
                <a:spcPts val="0"/>
              </a:spcAft>
              <a:buSzPts val="1800"/>
              <a:buFont typeface="Outfit Medium"/>
              <a:buAutoNum type="arabicPeriod"/>
            </a:pPr>
            <a:r>
              <a:rPr lang="en" sz="1800">
                <a:latin typeface="Outfit Medium"/>
                <a:ea typeface="Outfit Medium"/>
                <a:cs typeface="Outfit Medium"/>
                <a:sym typeface="Outfit Medium"/>
              </a:rPr>
              <a:t>Task-Wise Breakdown (1 to 10)</a:t>
            </a:r>
            <a:endParaRPr sz="1800">
              <a:latin typeface="Outfit Medium"/>
              <a:ea typeface="Outfit Medium"/>
              <a:cs typeface="Outfit Medium"/>
              <a:sym typeface="Outfit Medium"/>
            </a:endParaRPr>
          </a:p>
          <a:p>
            <a:pPr indent="-342900" lvl="1" marL="914400" rtl="0" algn="l">
              <a:lnSpc>
                <a:spcPct val="150000"/>
              </a:lnSpc>
              <a:spcBef>
                <a:spcPts val="0"/>
              </a:spcBef>
              <a:spcAft>
                <a:spcPts val="0"/>
              </a:spcAft>
              <a:buSzPts val="1800"/>
              <a:buFont typeface="Outfit Medium"/>
              <a:buAutoNum type="alphaLcPeriod"/>
            </a:pPr>
            <a:r>
              <a:rPr lang="en" sz="1800">
                <a:latin typeface="Outfit Medium"/>
                <a:ea typeface="Outfit Medium"/>
                <a:cs typeface="Outfit Medium"/>
                <a:sym typeface="Outfit Medium"/>
              </a:rPr>
              <a:t>Tools Used</a:t>
            </a:r>
            <a:endParaRPr sz="1800">
              <a:latin typeface="Outfit Medium"/>
              <a:ea typeface="Outfit Medium"/>
              <a:cs typeface="Outfit Medium"/>
              <a:sym typeface="Outfit Medium"/>
            </a:endParaRPr>
          </a:p>
          <a:p>
            <a:pPr indent="-342900" lvl="1" marL="914400" rtl="0" algn="l">
              <a:lnSpc>
                <a:spcPct val="150000"/>
              </a:lnSpc>
              <a:spcBef>
                <a:spcPts val="0"/>
              </a:spcBef>
              <a:spcAft>
                <a:spcPts val="0"/>
              </a:spcAft>
              <a:buSzPts val="1800"/>
              <a:buFont typeface="Outfit Medium"/>
              <a:buAutoNum type="alphaLcPeriod"/>
            </a:pPr>
            <a:r>
              <a:rPr lang="en" sz="1800">
                <a:latin typeface="Outfit Medium"/>
                <a:ea typeface="Outfit Medium"/>
                <a:cs typeface="Outfit Medium"/>
                <a:sym typeface="Outfit Medium"/>
              </a:rPr>
              <a:t>Input</a:t>
            </a:r>
            <a:endParaRPr sz="1800">
              <a:latin typeface="Outfit Medium"/>
              <a:ea typeface="Outfit Medium"/>
              <a:cs typeface="Outfit Medium"/>
              <a:sym typeface="Outfit Medium"/>
            </a:endParaRPr>
          </a:p>
          <a:p>
            <a:pPr indent="-342900" lvl="1" marL="914400" rtl="0" algn="l">
              <a:lnSpc>
                <a:spcPct val="150000"/>
              </a:lnSpc>
              <a:spcBef>
                <a:spcPts val="0"/>
              </a:spcBef>
              <a:spcAft>
                <a:spcPts val="0"/>
              </a:spcAft>
              <a:buSzPts val="1800"/>
              <a:buFont typeface="Outfit Medium"/>
              <a:buAutoNum type="alphaLcPeriod"/>
            </a:pPr>
            <a:r>
              <a:rPr lang="en" sz="1800">
                <a:latin typeface="Outfit Medium"/>
                <a:ea typeface="Outfit Medium"/>
                <a:cs typeface="Outfit Medium"/>
                <a:sym typeface="Outfit Medium"/>
              </a:rPr>
              <a:t>Summary</a:t>
            </a:r>
            <a:endParaRPr sz="1800">
              <a:latin typeface="Outfit Medium"/>
              <a:ea typeface="Outfit Medium"/>
              <a:cs typeface="Outfit Medium"/>
              <a:sym typeface="Outfit Medium"/>
            </a:endParaRPr>
          </a:p>
          <a:p>
            <a:pPr indent="-342900" lvl="1" marL="914400" rtl="0" algn="l">
              <a:lnSpc>
                <a:spcPct val="150000"/>
              </a:lnSpc>
              <a:spcBef>
                <a:spcPts val="0"/>
              </a:spcBef>
              <a:spcAft>
                <a:spcPts val="0"/>
              </a:spcAft>
              <a:buSzPts val="1800"/>
              <a:buFont typeface="Outfit Medium"/>
              <a:buAutoNum type="alphaLcPeriod"/>
            </a:pPr>
            <a:r>
              <a:rPr lang="en" sz="1800">
                <a:latin typeface="Outfit Medium"/>
                <a:ea typeface="Outfit Medium"/>
                <a:cs typeface="Outfit Medium"/>
                <a:sym typeface="Outfit Medium"/>
              </a:rPr>
              <a:t>Output</a:t>
            </a:r>
            <a:endParaRPr sz="1800">
              <a:latin typeface="Outfit Medium"/>
              <a:ea typeface="Outfit Medium"/>
              <a:cs typeface="Outfit Medium"/>
              <a:sym typeface="Outfit Medium"/>
            </a:endParaRPr>
          </a:p>
          <a:p>
            <a:pPr indent="-342900" lvl="0" marL="457200" rtl="0" algn="l">
              <a:lnSpc>
                <a:spcPct val="150000"/>
              </a:lnSpc>
              <a:spcBef>
                <a:spcPts val="0"/>
              </a:spcBef>
              <a:spcAft>
                <a:spcPts val="0"/>
              </a:spcAft>
              <a:buSzPts val="1800"/>
              <a:buFont typeface="Outfit Medium"/>
              <a:buAutoNum type="arabicPeriod"/>
            </a:pPr>
            <a:r>
              <a:rPr lang="en" sz="1800">
                <a:latin typeface="Outfit Medium"/>
                <a:ea typeface="Outfit Medium"/>
                <a:cs typeface="Outfit Medium"/>
                <a:sym typeface="Outfit Medium"/>
              </a:rPr>
              <a:t>Screenshots</a:t>
            </a:r>
            <a:endParaRPr sz="1800">
              <a:latin typeface="Outfit Medium"/>
              <a:ea typeface="Outfit Medium"/>
              <a:cs typeface="Outfit Medium"/>
              <a:sym typeface="Outfit Medium"/>
            </a:endParaRPr>
          </a:p>
          <a:p>
            <a:pPr indent="0" lvl="0" marL="0" rtl="0" algn="l">
              <a:lnSpc>
                <a:spcPct val="150000"/>
              </a:lnSpc>
              <a:spcBef>
                <a:spcPts val="0"/>
              </a:spcBef>
              <a:spcAft>
                <a:spcPts val="0"/>
              </a:spcAft>
              <a:buNone/>
            </a:pPr>
            <a:r>
              <a:t/>
            </a:r>
            <a:endParaRPr sz="1800">
              <a:latin typeface="Outfit Medium"/>
              <a:ea typeface="Outfit Medium"/>
              <a:cs typeface="Outfit Medium"/>
              <a:sym typeface="Outfit Medium"/>
            </a:endParaRPr>
          </a:p>
          <a:p>
            <a:pPr indent="0" lvl="0" marL="0" rtl="0" algn="l">
              <a:lnSpc>
                <a:spcPct val="150000"/>
              </a:lnSpc>
              <a:spcBef>
                <a:spcPts val="0"/>
              </a:spcBef>
              <a:spcAft>
                <a:spcPts val="0"/>
              </a:spcAft>
              <a:buNone/>
            </a:pPr>
            <a:r>
              <a:t/>
            </a:r>
            <a:endParaRPr sz="1800">
              <a:latin typeface="Outfit Medium"/>
              <a:ea typeface="Outfit Medium"/>
              <a:cs typeface="Outfit Medium"/>
              <a:sym typeface="Outfit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9" name="Shape 1039"/>
        <p:cNvGrpSpPr/>
        <p:nvPr/>
      </p:nvGrpSpPr>
      <p:grpSpPr>
        <a:xfrm>
          <a:off x="0" y="0"/>
          <a:ext cx="0" cy="0"/>
          <a:chOff x="0" y="0"/>
          <a:chExt cx="0" cy="0"/>
        </a:xfrm>
      </p:grpSpPr>
      <p:sp>
        <p:nvSpPr>
          <p:cNvPr id="1040" name="Google Shape;1040;p98"/>
          <p:cNvSpPr txBox="1"/>
          <p:nvPr>
            <p:ph type="title"/>
          </p:nvPr>
        </p:nvSpPr>
        <p:spPr>
          <a:xfrm>
            <a:off x="284775" y="282900"/>
            <a:ext cx="8523000" cy="49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End-to-End Data Management Pipeline</a:t>
            </a:r>
            <a:endParaRPr b="1"/>
          </a:p>
        </p:txBody>
      </p:sp>
      <p:sp>
        <p:nvSpPr>
          <p:cNvPr id="1041" name="Google Shape;1041;p98"/>
          <p:cNvSpPr txBox="1"/>
          <p:nvPr>
            <p:ph idx="4294967295" type="body"/>
          </p:nvPr>
        </p:nvSpPr>
        <p:spPr>
          <a:xfrm>
            <a:off x="284700" y="2897450"/>
            <a:ext cx="8574600" cy="1853400"/>
          </a:xfrm>
          <a:prstGeom prst="rect">
            <a:avLst/>
          </a:prstGeom>
        </p:spPr>
        <p:txBody>
          <a:bodyPr anchorCtr="0" anchor="t" bIns="0" lIns="0" spcFirstLastPara="1" rIns="0" wrap="square" tIns="0">
            <a:noAutofit/>
          </a:bodyPr>
          <a:lstStyle/>
          <a:p>
            <a:pPr indent="0" lvl="0" marL="0" rtl="0" algn="l">
              <a:lnSpc>
                <a:spcPct val="150000"/>
              </a:lnSpc>
              <a:spcBef>
                <a:spcPts val="0"/>
              </a:spcBef>
              <a:spcAft>
                <a:spcPts val="0"/>
              </a:spcAft>
              <a:buNone/>
            </a:pPr>
            <a:r>
              <a:rPr b="1" lang="en" sz="2400">
                <a:latin typeface="Outfit"/>
                <a:ea typeface="Outfit"/>
                <a:cs typeface="Outfit"/>
                <a:sym typeface="Outfit"/>
              </a:rPr>
              <a:t>Building a Scalable Recommendation Engine</a:t>
            </a:r>
            <a:endParaRPr b="1" sz="2400">
              <a:latin typeface="Outfit"/>
              <a:ea typeface="Outfit"/>
              <a:cs typeface="Outfit"/>
              <a:sym typeface="Outfit"/>
            </a:endParaRPr>
          </a:p>
          <a:p>
            <a:pPr indent="0" lvl="0" marL="0" rtl="0" algn="l">
              <a:lnSpc>
                <a:spcPct val="150000"/>
              </a:lnSpc>
              <a:spcBef>
                <a:spcPts val="0"/>
              </a:spcBef>
              <a:spcAft>
                <a:spcPts val="0"/>
              </a:spcAft>
              <a:buNone/>
            </a:pPr>
            <a:r>
              <a:rPr lang="en" sz="1900">
                <a:latin typeface="Outfit"/>
                <a:ea typeface="Outfit"/>
                <a:cs typeface="Outfit"/>
                <a:sym typeface="Outfit"/>
              </a:rPr>
              <a:t>Subject: Data Management for Machine Learning (</a:t>
            </a:r>
            <a:r>
              <a:rPr b="1" lang="en" sz="1900">
                <a:latin typeface="Outfit"/>
                <a:ea typeface="Outfit"/>
                <a:cs typeface="Outfit"/>
                <a:sym typeface="Outfit"/>
              </a:rPr>
              <a:t>S2-25_AIMLZG529</a:t>
            </a:r>
            <a:r>
              <a:rPr lang="en" sz="1900">
                <a:latin typeface="Outfit"/>
                <a:ea typeface="Outfit"/>
                <a:cs typeface="Outfit"/>
                <a:sym typeface="Outfit"/>
              </a:rPr>
              <a:t>)</a:t>
            </a:r>
            <a:endParaRPr sz="1900">
              <a:latin typeface="Outfit"/>
              <a:ea typeface="Outfit"/>
              <a:cs typeface="Outfit"/>
              <a:sym typeface="Outfit"/>
            </a:endParaRPr>
          </a:p>
          <a:p>
            <a:pPr indent="0" lvl="0" marL="0" rtl="0" algn="l">
              <a:lnSpc>
                <a:spcPct val="150000"/>
              </a:lnSpc>
              <a:spcBef>
                <a:spcPts val="0"/>
              </a:spcBef>
              <a:spcAft>
                <a:spcPts val="0"/>
              </a:spcAft>
              <a:buNone/>
            </a:pPr>
            <a:r>
              <a:rPr lang="en" sz="1900">
                <a:latin typeface="Outfit"/>
                <a:ea typeface="Outfit"/>
                <a:cs typeface="Outfit"/>
                <a:sym typeface="Outfit"/>
              </a:rPr>
              <a:t>(MTech Semester II, May 2026)</a:t>
            </a:r>
            <a:endParaRPr sz="1900">
              <a:latin typeface="Outfit"/>
              <a:ea typeface="Outfit"/>
              <a:cs typeface="Outfit"/>
              <a:sym typeface="Outfit"/>
            </a:endParaRPr>
          </a:p>
        </p:txBody>
      </p:sp>
      <p:grpSp>
        <p:nvGrpSpPr>
          <p:cNvPr id="1042" name="Google Shape;1042;p98"/>
          <p:cNvGrpSpPr/>
          <p:nvPr/>
        </p:nvGrpSpPr>
        <p:grpSpPr>
          <a:xfrm>
            <a:off x="2149965" y="1197737"/>
            <a:ext cx="6184010" cy="1540313"/>
            <a:chOff x="611240" y="1216237"/>
            <a:chExt cx="6184010" cy="1540313"/>
          </a:xfrm>
        </p:grpSpPr>
        <p:pic>
          <p:nvPicPr>
            <p:cNvPr id="1043" name="Google Shape;1043;p98" title="RocoMart.png"/>
            <p:cNvPicPr preferRelativeResize="0"/>
            <p:nvPr/>
          </p:nvPicPr>
          <p:blipFill>
            <a:blip r:embed="rId3">
              <a:alphaModFix/>
            </a:blip>
            <a:stretch>
              <a:fillRect/>
            </a:stretch>
          </p:blipFill>
          <p:spPr>
            <a:xfrm>
              <a:off x="611240" y="1216237"/>
              <a:ext cx="1309310" cy="1246475"/>
            </a:xfrm>
            <a:prstGeom prst="rect">
              <a:avLst/>
            </a:prstGeom>
            <a:noFill/>
            <a:ln>
              <a:noFill/>
            </a:ln>
          </p:spPr>
        </p:pic>
        <p:sp>
          <p:nvSpPr>
            <p:cNvPr id="1044" name="Google Shape;1044;p98"/>
            <p:cNvSpPr txBox="1"/>
            <p:nvPr/>
          </p:nvSpPr>
          <p:spPr>
            <a:xfrm>
              <a:off x="1920550" y="1241850"/>
              <a:ext cx="4874700" cy="1514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n" sz="9600">
                  <a:solidFill>
                    <a:srgbClr val="3F438F"/>
                  </a:solidFill>
                  <a:latin typeface="Ubuntu Condensed"/>
                  <a:ea typeface="Ubuntu Condensed"/>
                  <a:cs typeface="Ubuntu Condensed"/>
                  <a:sym typeface="Ubuntu Condensed"/>
                </a:rPr>
                <a:t>RecoMart</a:t>
              </a:r>
              <a:endParaRPr sz="9600">
                <a:latin typeface="Ubuntu Condensed"/>
                <a:ea typeface="Ubuntu Condensed"/>
                <a:cs typeface="Ubuntu Condensed"/>
                <a:sym typeface="Ubuntu Condensed"/>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8" name="Shape 1048"/>
        <p:cNvGrpSpPr/>
        <p:nvPr/>
      </p:nvGrpSpPr>
      <p:grpSpPr>
        <a:xfrm>
          <a:off x="0" y="0"/>
          <a:ext cx="0" cy="0"/>
          <a:chOff x="0" y="0"/>
          <a:chExt cx="0" cy="0"/>
        </a:xfrm>
      </p:grpSpPr>
      <p:sp>
        <p:nvSpPr>
          <p:cNvPr id="1049" name="Google Shape;1049;p99"/>
          <p:cNvSpPr txBox="1"/>
          <p:nvPr>
            <p:ph type="title"/>
          </p:nvPr>
        </p:nvSpPr>
        <p:spPr>
          <a:xfrm>
            <a:off x="284775" y="282900"/>
            <a:ext cx="7851300" cy="49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The Business Problem</a:t>
            </a:r>
            <a:endParaRPr sz="3000"/>
          </a:p>
        </p:txBody>
      </p:sp>
      <p:sp>
        <p:nvSpPr>
          <p:cNvPr id="1050" name="Google Shape;1050;p99"/>
          <p:cNvSpPr txBox="1"/>
          <p:nvPr>
            <p:ph idx="4294967295" type="body"/>
          </p:nvPr>
        </p:nvSpPr>
        <p:spPr>
          <a:xfrm>
            <a:off x="284700" y="1152875"/>
            <a:ext cx="8574600" cy="3597900"/>
          </a:xfrm>
          <a:prstGeom prst="rect">
            <a:avLst/>
          </a:prstGeom>
        </p:spPr>
        <p:txBody>
          <a:bodyPr anchorCtr="0" anchor="t" bIns="0" lIns="0" spcFirstLastPara="1" rIns="0" wrap="square" tIns="0">
            <a:noAutofit/>
          </a:bodyPr>
          <a:lstStyle/>
          <a:p>
            <a:pPr indent="-342900" lvl="0" marL="457200" rtl="0" algn="l">
              <a:lnSpc>
                <a:spcPct val="150000"/>
              </a:lnSpc>
              <a:spcBef>
                <a:spcPts val="0"/>
              </a:spcBef>
              <a:spcAft>
                <a:spcPts val="0"/>
              </a:spcAft>
              <a:buSzPts val="1800"/>
              <a:buFont typeface="Outfit Medium"/>
              <a:buChar char="●"/>
            </a:pPr>
            <a:r>
              <a:rPr b="1" lang="en" sz="1800">
                <a:latin typeface="Outfit"/>
                <a:ea typeface="Outfit"/>
                <a:cs typeface="Outfit"/>
                <a:sym typeface="Outfit"/>
              </a:rPr>
              <a:t>Objective:</a:t>
            </a:r>
            <a:r>
              <a:rPr lang="en" sz="1800">
                <a:latin typeface="Outfit Medium"/>
                <a:ea typeface="Outfit Medium"/>
                <a:cs typeface="Outfit Medium"/>
                <a:sym typeface="Outfit Medium"/>
              </a:rPr>
              <a:t> Enhance customer engagement and increase cross-selling for RecoMart through personalized product recommendations</a:t>
            </a:r>
            <a:endParaRPr sz="1800">
              <a:latin typeface="Outfit Medium"/>
              <a:ea typeface="Outfit Medium"/>
              <a:cs typeface="Outfit Medium"/>
              <a:sym typeface="Outfit Medium"/>
            </a:endParaRPr>
          </a:p>
          <a:p>
            <a:pPr indent="-342900" lvl="0" marL="457200" rtl="0" algn="l">
              <a:lnSpc>
                <a:spcPct val="150000"/>
              </a:lnSpc>
              <a:spcBef>
                <a:spcPts val="0"/>
              </a:spcBef>
              <a:spcAft>
                <a:spcPts val="0"/>
              </a:spcAft>
              <a:buSzPts val="1800"/>
              <a:buFont typeface="Outfit Medium"/>
              <a:buChar char="●"/>
            </a:pPr>
            <a:r>
              <a:rPr b="1" lang="en" sz="1800">
                <a:latin typeface="Outfit"/>
                <a:ea typeface="Outfit"/>
                <a:cs typeface="Outfit"/>
                <a:sym typeface="Outfit"/>
              </a:rPr>
              <a:t>Challenge:</a:t>
            </a:r>
            <a:r>
              <a:rPr lang="en" sz="1800">
                <a:latin typeface="Outfit Medium"/>
                <a:ea typeface="Outfit Medium"/>
                <a:cs typeface="Outfit Medium"/>
                <a:sym typeface="Outfit Medium"/>
              </a:rPr>
              <a:t> Processing heterogeneous data (user clickstreams, transactional history, product catalogs) in a scalable, repeatable way</a:t>
            </a:r>
            <a:endParaRPr sz="1800">
              <a:latin typeface="Outfit Medium"/>
              <a:ea typeface="Outfit Medium"/>
              <a:cs typeface="Outfit Medium"/>
              <a:sym typeface="Outfit Medium"/>
            </a:endParaRPr>
          </a:p>
          <a:p>
            <a:pPr indent="-342900" lvl="0" marL="457200" rtl="0" algn="l">
              <a:lnSpc>
                <a:spcPct val="150000"/>
              </a:lnSpc>
              <a:spcBef>
                <a:spcPts val="0"/>
              </a:spcBef>
              <a:spcAft>
                <a:spcPts val="0"/>
              </a:spcAft>
              <a:buSzPts val="1800"/>
              <a:buFont typeface="Outfit Medium"/>
              <a:buChar char="●"/>
            </a:pPr>
            <a:r>
              <a:rPr b="1" lang="en" sz="1800">
                <a:latin typeface="Outfit"/>
                <a:ea typeface="Outfit"/>
                <a:cs typeface="Outfit"/>
                <a:sym typeface="Outfit"/>
              </a:rPr>
              <a:t>Solution:</a:t>
            </a:r>
            <a:r>
              <a:rPr lang="en" sz="1800">
                <a:latin typeface="Outfit Medium"/>
                <a:ea typeface="Outfit Medium"/>
                <a:cs typeface="Outfit Medium"/>
                <a:sym typeface="Outfit Medium"/>
              </a:rPr>
              <a:t> An automated, end-to-end data pipeline supporting batch ingestion, data validation, feature management, and model orchestration</a:t>
            </a:r>
            <a:endParaRPr sz="1800">
              <a:latin typeface="Outfit Medium"/>
              <a:ea typeface="Outfit Medium"/>
              <a:cs typeface="Outfit Medium"/>
              <a:sym typeface="Outfit Medium"/>
            </a:endParaRPr>
          </a:p>
          <a:p>
            <a:pPr indent="-342900" lvl="0" marL="457200" rtl="0" algn="l">
              <a:lnSpc>
                <a:spcPct val="150000"/>
              </a:lnSpc>
              <a:spcBef>
                <a:spcPts val="0"/>
              </a:spcBef>
              <a:spcAft>
                <a:spcPts val="0"/>
              </a:spcAft>
              <a:buSzPts val="1800"/>
              <a:buFont typeface="Outfit Medium"/>
              <a:buChar char="●"/>
            </a:pPr>
            <a:r>
              <a:rPr b="1" lang="en" sz="1800">
                <a:latin typeface="Outfit"/>
                <a:ea typeface="Outfit"/>
                <a:cs typeface="Outfit"/>
                <a:sym typeface="Outfit"/>
              </a:rPr>
              <a:t>Success Metrics:</a:t>
            </a:r>
            <a:r>
              <a:rPr lang="en" sz="1800">
                <a:latin typeface="Outfit Medium"/>
                <a:ea typeface="Outfit Medium"/>
                <a:cs typeface="Outfit Medium"/>
                <a:sym typeface="Outfit Medium"/>
              </a:rPr>
              <a:t> Precision@K, Recall@K, and realistic ranking metrics using interaction-level splitting</a:t>
            </a:r>
            <a:endParaRPr sz="1800">
              <a:latin typeface="Outfit Medium"/>
              <a:ea typeface="Outfit Medium"/>
              <a:cs typeface="Outfit Medium"/>
              <a:sym typeface="Outfit Medium"/>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4" name="Shape 1054"/>
        <p:cNvGrpSpPr/>
        <p:nvPr/>
      </p:nvGrpSpPr>
      <p:grpSpPr>
        <a:xfrm>
          <a:off x="0" y="0"/>
          <a:ext cx="0" cy="0"/>
          <a:chOff x="0" y="0"/>
          <a:chExt cx="0" cy="0"/>
        </a:xfrm>
      </p:grpSpPr>
      <p:sp>
        <p:nvSpPr>
          <p:cNvPr id="1055" name="Google Shape;1055;p100"/>
          <p:cNvSpPr txBox="1"/>
          <p:nvPr>
            <p:ph type="title"/>
          </p:nvPr>
        </p:nvSpPr>
        <p:spPr>
          <a:xfrm>
            <a:off x="284775" y="282900"/>
            <a:ext cx="7851300" cy="49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Pipeline Architecture &amp; Tech Stack</a:t>
            </a:r>
            <a:endParaRPr sz="3000"/>
          </a:p>
        </p:txBody>
      </p:sp>
      <p:sp>
        <p:nvSpPr>
          <p:cNvPr id="1056" name="Google Shape;1056;p100"/>
          <p:cNvSpPr txBox="1"/>
          <p:nvPr>
            <p:ph idx="4294967295" type="body"/>
          </p:nvPr>
        </p:nvSpPr>
        <p:spPr>
          <a:xfrm>
            <a:off x="284700" y="1152875"/>
            <a:ext cx="8574600" cy="1559400"/>
          </a:xfrm>
          <a:prstGeom prst="rect">
            <a:avLst/>
          </a:prstGeom>
        </p:spPr>
        <p:txBody>
          <a:bodyPr anchorCtr="0" anchor="t" bIns="0" lIns="0" spcFirstLastPara="1" rIns="0" wrap="square" tIns="0">
            <a:noAutofit/>
          </a:bodyPr>
          <a:lstStyle/>
          <a:p>
            <a:pPr indent="-330200" lvl="0" marL="457200" rtl="0" algn="l">
              <a:lnSpc>
                <a:spcPct val="100000"/>
              </a:lnSpc>
              <a:spcBef>
                <a:spcPts val="0"/>
              </a:spcBef>
              <a:spcAft>
                <a:spcPts val="0"/>
              </a:spcAft>
              <a:buSzPts val="1600"/>
              <a:buFont typeface="Outfit Medium"/>
              <a:buChar char="●"/>
            </a:pPr>
            <a:r>
              <a:rPr lang="en" sz="1600">
                <a:solidFill>
                  <a:srgbClr val="3D3D3D"/>
                </a:solidFill>
                <a:latin typeface="Outfit"/>
                <a:ea typeface="Outfit"/>
                <a:cs typeface="Outfit"/>
                <a:sym typeface="Outfit"/>
              </a:rPr>
              <a:t>Storage &amp; Versioning: Local </a:t>
            </a:r>
            <a:r>
              <a:rPr b="1" lang="en" sz="1600">
                <a:solidFill>
                  <a:srgbClr val="3D3D3D"/>
                </a:solidFill>
                <a:latin typeface="Outfit"/>
                <a:ea typeface="Outfit"/>
                <a:cs typeface="Outfit"/>
                <a:sym typeface="Outfit"/>
              </a:rPr>
              <a:t>Data Lake, DVC, Git</a:t>
            </a:r>
            <a:endParaRPr b="1" sz="1600">
              <a:solidFill>
                <a:srgbClr val="3D3D3D"/>
              </a:solidFill>
              <a:latin typeface="Outfit"/>
              <a:ea typeface="Outfit"/>
              <a:cs typeface="Outfit"/>
              <a:sym typeface="Outfit"/>
            </a:endParaRPr>
          </a:p>
          <a:p>
            <a:pPr indent="-330200" lvl="0" marL="457200" rtl="0" algn="l">
              <a:lnSpc>
                <a:spcPct val="100000"/>
              </a:lnSpc>
              <a:spcBef>
                <a:spcPts val="0"/>
              </a:spcBef>
              <a:spcAft>
                <a:spcPts val="0"/>
              </a:spcAft>
              <a:buSzPts val="1600"/>
              <a:buFont typeface="Outfit Medium"/>
              <a:buChar char="●"/>
            </a:pPr>
            <a:r>
              <a:rPr lang="en" sz="1600">
                <a:solidFill>
                  <a:srgbClr val="3D3D3D"/>
                </a:solidFill>
                <a:latin typeface="Outfit"/>
                <a:ea typeface="Outfit"/>
                <a:cs typeface="Outfit"/>
                <a:sym typeface="Outfit"/>
              </a:rPr>
              <a:t>Data Processing: </a:t>
            </a:r>
            <a:r>
              <a:rPr b="1" lang="en" sz="1600">
                <a:solidFill>
                  <a:srgbClr val="3D3D3D"/>
                </a:solidFill>
                <a:latin typeface="Outfit"/>
                <a:ea typeface="Outfit"/>
                <a:cs typeface="Outfit"/>
                <a:sym typeface="Outfit"/>
              </a:rPr>
              <a:t>Python </a:t>
            </a:r>
            <a:r>
              <a:rPr lang="en" sz="1600">
                <a:solidFill>
                  <a:srgbClr val="3D3D3D"/>
                </a:solidFill>
                <a:latin typeface="Outfit"/>
                <a:ea typeface="Outfit"/>
                <a:cs typeface="Outfit"/>
                <a:sym typeface="Outfit"/>
              </a:rPr>
              <a:t>(Pandas/Numpy)</a:t>
            </a:r>
            <a:endParaRPr sz="1600">
              <a:solidFill>
                <a:srgbClr val="3D3D3D"/>
              </a:solidFill>
              <a:latin typeface="Outfit"/>
              <a:ea typeface="Outfit"/>
              <a:cs typeface="Outfit"/>
              <a:sym typeface="Outfit"/>
            </a:endParaRPr>
          </a:p>
          <a:p>
            <a:pPr indent="-330200" lvl="0" marL="457200" rtl="0" algn="l">
              <a:lnSpc>
                <a:spcPct val="100000"/>
              </a:lnSpc>
              <a:spcBef>
                <a:spcPts val="0"/>
              </a:spcBef>
              <a:spcAft>
                <a:spcPts val="0"/>
              </a:spcAft>
              <a:buSzPts val="1600"/>
              <a:buFont typeface="Outfit Medium"/>
              <a:buChar char="●"/>
            </a:pPr>
            <a:r>
              <a:rPr lang="en" sz="1600">
                <a:solidFill>
                  <a:srgbClr val="3D3D3D"/>
                </a:solidFill>
                <a:latin typeface="Outfit"/>
                <a:ea typeface="Outfit"/>
                <a:cs typeface="Outfit"/>
                <a:sym typeface="Outfit"/>
              </a:rPr>
              <a:t>Machine Learning: Scikit-Learn (</a:t>
            </a:r>
            <a:r>
              <a:rPr b="1" lang="en" sz="1600">
                <a:solidFill>
                  <a:srgbClr val="3D3D3D"/>
                </a:solidFill>
                <a:latin typeface="Outfit"/>
                <a:ea typeface="Outfit"/>
                <a:cs typeface="Outfit"/>
                <a:sym typeface="Outfit"/>
              </a:rPr>
              <a:t>KNN</a:t>
            </a:r>
            <a:r>
              <a:rPr lang="en" sz="1600">
                <a:solidFill>
                  <a:srgbClr val="3D3D3D"/>
                </a:solidFill>
                <a:latin typeface="Outfit"/>
                <a:ea typeface="Outfit"/>
                <a:cs typeface="Outfit"/>
                <a:sym typeface="Outfit"/>
              </a:rPr>
              <a:t> / Collaborative Filtering), </a:t>
            </a:r>
            <a:r>
              <a:rPr b="1" lang="en" sz="1600">
                <a:solidFill>
                  <a:srgbClr val="3D3D3D"/>
                </a:solidFill>
                <a:latin typeface="Outfit"/>
                <a:ea typeface="Outfit"/>
                <a:cs typeface="Outfit"/>
                <a:sym typeface="Outfit"/>
              </a:rPr>
              <a:t>MLflow</a:t>
            </a:r>
            <a:endParaRPr b="1" sz="1600">
              <a:solidFill>
                <a:srgbClr val="3D3D3D"/>
              </a:solidFill>
              <a:latin typeface="Outfit"/>
              <a:ea typeface="Outfit"/>
              <a:cs typeface="Outfit"/>
              <a:sym typeface="Outfit"/>
            </a:endParaRPr>
          </a:p>
          <a:p>
            <a:pPr indent="-330200" lvl="0" marL="457200" rtl="0" algn="l">
              <a:lnSpc>
                <a:spcPct val="100000"/>
              </a:lnSpc>
              <a:spcBef>
                <a:spcPts val="0"/>
              </a:spcBef>
              <a:spcAft>
                <a:spcPts val="0"/>
              </a:spcAft>
              <a:buSzPts val="1600"/>
              <a:buFont typeface="Outfit Medium"/>
              <a:buChar char="●"/>
            </a:pPr>
            <a:r>
              <a:rPr lang="en" sz="1600">
                <a:solidFill>
                  <a:srgbClr val="3D3D3D"/>
                </a:solidFill>
                <a:latin typeface="Outfit"/>
                <a:ea typeface="Outfit"/>
                <a:cs typeface="Outfit"/>
                <a:sym typeface="Outfit"/>
              </a:rPr>
              <a:t>Orchestration: </a:t>
            </a:r>
            <a:r>
              <a:rPr b="1" lang="en" sz="1600">
                <a:solidFill>
                  <a:srgbClr val="3D3D3D"/>
                </a:solidFill>
                <a:latin typeface="Outfit"/>
                <a:ea typeface="Outfit"/>
                <a:cs typeface="Outfit"/>
                <a:sym typeface="Outfit"/>
              </a:rPr>
              <a:t>Prefect</a:t>
            </a:r>
            <a:endParaRPr b="1" sz="1600">
              <a:solidFill>
                <a:srgbClr val="3D3D3D"/>
              </a:solidFill>
              <a:latin typeface="Outfit"/>
              <a:ea typeface="Outfit"/>
              <a:cs typeface="Outfit"/>
              <a:sym typeface="Outfit"/>
            </a:endParaRPr>
          </a:p>
          <a:p>
            <a:pPr indent="-330200" lvl="0" marL="457200" rtl="0" algn="l">
              <a:lnSpc>
                <a:spcPct val="100000"/>
              </a:lnSpc>
              <a:spcBef>
                <a:spcPts val="0"/>
              </a:spcBef>
              <a:spcAft>
                <a:spcPts val="0"/>
              </a:spcAft>
              <a:buSzPts val="1600"/>
              <a:buFont typeface="Outfit Medium"/>
              <a:buChar char="●"/>
            </a:pPr>
            <a:r>
              <a:rPr lang="en" sz="1600">
                <a:solidFill>
                  <a:srgbClr val="3D3D3D"/>
                </a:solidFill>
                <a:latin typeface="Outfit"/>
                <a:ea typeface="Outfit"/>
                <a:cs typeface="Outfit"/>
                <a:sym typeface="Outfit"/>
              </a:rPr>
              <a:t>Deployment: </a:t>
            </a:r>
            <a:r>
              <a:rPr b="1" lang="en" sz="1600">
                <a:solidFill>
                  <a:srgbClr val="3D3D3D"/>
                </a:solidFill>
                <a:latin typeface="Outfit"/>
                <a:ea typeface="Outfit"/>
                <a:cs typeface="Outfit"/>
                <a:sym typeface="Outfit"/>
              </a:rPr>
              <a:t>Flask REST API</a:t>
            </a:r>
            <a:endParaRPr b="1" sz="1600">
              <a:solidFill>
                <a:srgbClr val="3D3D3D"/>
              </a:solidFill>
              <a:latin typeface="Outfit"/>
              <a:ea typeface="Outfit"/>
              <a:cs typeface="Outfit"/>
              <a:sym typeface="Outfit"/>
            </a:endParaRPr>
          </a:p>
          <a:p>
            <a:pPr indent="-330200" lvl="0" marL="457200" rtl="0" algn="l">
              <a:lnSpc>
                <a:spcPct val="150000"/>
              </a:lnSpc>
              <a:spcBef>
                <a:spcPts val="0"/>
              </a:spcBef>
              <a:spcAft>
                <a:spcPts val="0"/>
              </a:spcAft>
              <a:buClr>
                <a:srgbClr val="3D3D3D"/>
              </a:buClr>
              <a:buSzPts val="1600"/>
              <a:buFont typeface="Outfit"/>
              <a:buChar char="●"/>
            </a:pPr>
            <a:r>
              <a:rPr lang="en" sz="1600">
                <a:solidFill>
                  <a:srgbClr val="3D3D3D"/>
                </a:solidFill>
                <a:latin typeface="Outfit"/>
                <a:ea typeface="Outfit"/>
                <a:cs typeface="Outfit"/>
                <a:sym typeface="Outfit"/>
              </a:rPr>
              <a:t>Human: </a:t>
            </a:r>
            <a:r>
              <a:rPr lang="en" sz="1600">
                <a:solidFill>
                  <a:srgbClr val="3D3D3D"/>
                </a:solidFill>
                <a:latin typeface="Outfit"/>
                <a:ea typeface="Outfit"/>
                <a:cs typeface="Outfit"/>
                <a:sym typeface="Outfit"/>
              </a:rPr>
              <a:t>Great Expectations / </a:t>
            </a:r>
            <a:r>
              <a:rPr b="1" lang="en" sz="1600">
                <a:solidFill>
                  <a:srgbClr val="3D3D3D"/>
                </a:solidFill>
                <a:latin typeface="Outfit"/>
                <a:ea typeface="Outfit"/>
                <a:cs typeface="Outfit"/>
                <a:sym typeface="Outfit"/>
              </a:rPr>
              <a:t>Patience </a:t>
            </a:r>
            <a:r>
              <a:rPr lang="en" sz="1600">
                <a:solidFill>
                  <a:srgbClr val="3D3D3D"/>
                </a:solidFill>
                <a:latin typeface="Outfit"/>
                <a:ea typeface="Outfit"/>
                <a:cs typeface="Outfit"/>
                <a:sym typeface="Outfit"/>
              </a:rPr>
              <a:t>😀</a:t>
            </a:r>
            <a:endParaRPr b="1" sz="1600">
              <a:solidFill>
                <a:srgbClr val="3D3D3D"/>
              </a:solidFill>
              <a:latin typeface="Outfit"/>
              <a:ea typeface="Outfit"/>
              <a:cs typeface="Outfit"/>
              <a:sym typeface="Outfit"/>
            </a:endParaRPr>
          </a:p>
        </p:txBody>
      </p:sp>
      <p:pic>
        <p:nvPicPr>
          <p:cNvPr id="1057" name="Google Shape;1057;p100"/>
          <p:cNvPicPr preferRelativeResize="0"/>
          <p:nvPr/>
        </p:nvPicPr>
        <p:blipFill>
          <a:blip r:embed="rId3">
            <a:alphaModFix/>
          </a:blip>
          <a:stretch>
            <a:fillRect/>
          </a:stretch>
        </p:blipFill>
        <p:spPr>
          <a:xfrm>
            <a:off x="168763" y="2798139"/>
            <a:ext cx="8806477" cy="214571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p101"/>
          <p:cNvSpPr txBox="1"/>
          <p:nvPr>
            <p:ph type="title"/>
          </p:nvPr>
        </p:nvSpPr>
        <p:spPr>
          <a:xfrm>
            <a:off x="284775" y="282900"/>
            <a:ext cx="7851300" cy="49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Task 1: Problem Formulation</a:t>
            </a:r>
            <a:endParaRPr sz="3000"/>
          </a:p>
        </p:txBody>
      </p:sp>
      <p:sp>
        <p:nvSpPr>
          <p:cNvPr id="1063" name="Google Shape;1063;p101"/>
          <p:cNvSpPr txBox="1"/>
          <p:nvPr>
            <p:ph idx="4294967295" type="body"/>
          </p:nvPr>
        </p:nvSpPr>
        <p:spPr>
          <a:xfrm>
            <a:off x="284700" y="1152875"/>
            <a:ext cx="8574600" cy="3597900"/>
          </a:xfrm>
          <a:prstGeom prst="rect">
            <a:avLst/>
          </a:prstGeom>
        </p:spPr>
        <p:txBody>
          <a:bodyPr anchorCtr="0" anchor="t" bIns="0" lIns="0" spcFirstLastPara="1" rIns="0" wrap="square" tIns="0">
            <a:noAutofit/>
          </a:bodyPr>
          <a:lstStyle/>
          <a:p>
            <a:pPr indent="-342900" lvl="0" marL="457200" rtl="0" algn="l">
              <a:lnSpc>
                <a:spcPct val="150000"/>
              </a:lnSpc>
              <a:spcBef>
                <a:spcPts val="0"/>
              </a:spcBef>
              <a:spcAft>
                <a:spcPts val="0"/>
              </a:spcAft>
              <a:buSzPts val="1800"/>
              <a:buFont typeface="Outfit Medium"/>
              <a:buChar char="●"/>
            </a:pPr>
            <a:r>
              <a:rPr b="1" lang="en" sz="1800">
                <a:latin typeface="Outfit"/>
                <a:ea typeface="Outfit"/>
                <a:cs typeface="Outfit"/>
                <a:sym typeface="Outfit"/>
              </a:rPr>
              <a:t>Objective:</a:t>
            </a:r>
            <a:r>
              <a:rPr lang="en" sz="1800">
                <a:latin typeface="Outfit Medium"/>
                <a:ea typeface="Outfit Medium"/>
                <a:cs typeface="Outfit Medium"/>
                <a:sym typeface="Outfit Medium"/>
              </a:rPr>
              <a:t> Define the business goal and metrics</a:t>
            </a:r>
            <a:endParaRPr sz="1800">
              <a:latin typeface="Outfit Medium"/>
              <a:ea typeface="Outfit Medium"/>
              <a:cs typeface="Outfit Medium"/>
              <a:sym typeface="Outfit Medium"/>
            </a:endParaRPr>
          </a:p>
          <a:p>
            <a:pPr indent="-342900" lvl="0" marL="457200" rtl="0" algn="l">
              <a:lnSpc>
                <a:spcPct val="100000"/>
              </a:lnSpc>
              <a:spcBef>
                <a:spcPts val="0"/>
              </a:spcBef>
              <a:spcAft>
                <a:spcPts val="0"/>
              </a:spcAft>
              <a:buSzPts val="1800"/>
              <a:buFont typeface="Outfit Medium"/>
              <a:buChar char="●"/>
            </a:pPr>
            <a:r>
              <a:rPr lang="en" sz="1800">
                <a:latin typeface="Outfit Medium"/>
                <a:ea typeface="Outfit Medium"/>
                <a:cs typeface="Outfit Medium"/>
                <a:sym typeface="Outfit Medium"/>
              </a:rPr>
              <a:t>We established RecoMart's business context as an e-commerce startup needing to drive sales via personalization. This phase involved identifying key entities (users, items, transactions) and defining the technical requirements for a pipeline that outputs clean EDA datasets, engineered features, and a deployable inference interface. Along with integration of mlflow, perfect, &amp; flask.</a:t>
            </a:r>
            <a:endParaRPr sz="1800">
              <a:latin typeface="Outfit Medium"/>
              <a:ea typeface="Outfit Medium"/>
              <a:cs typeface="Outfit Medium"/>
              <a:sym typeface="Outfit Medium"/>
            </a:endParaRPr>
          </a:p>
          <a:p>
            <a:pPr indent="-342900" lvl="0" marL="457200" rtl="0" algn="l">
              <a:lnSpc>
                <a:spcPct val="150000"/>
              </a:lnSpc>
              <a:spcBef>
                <a:spcPts val="1000"/>
              </a:spcBef>
              <a:spcAft>
                <a:spcPts val="0"/>
              </a:spcAft>
              <a:buSzPts val="1800"/>
              <a:buFont typeface="Outfit Medium"/>
              <a:buChar char="●"/>
            </a:pPr>
            <a:r>
              <a:rPr b="1" lang="en" sz="1800">
                <a:latin typeface="Outfit"/>
                <a:ea typeface="Outfit"/>
                <a:cs typeface="Outfit"/>
                <a:sym typeface="Outfit"/>
              </a:rPr>
              <a:t>Input: </a:t>
            </a:r>
            <a:r>
              <a:rPr lang="en" sz="1800">
                <a:latin typeface="Outfit Medium"/>
                <a:ea typeface="Outfit Medium"/>
                <a:cs typeface="Outfit Medium"/>
                <a:sym typeface="Outfit Medium"/>
              </a:rPr>
              <a:t>RecoMart business requirements &amp; source catalogs</a:t>
            </a:r>
            <a:endParaRPr sz="1800">
              <a:latin typeface="Outfit Medium"/>
              <a:ea typeface="Outfit Medium"/>
              <a:cs typeface="Outfit Medium"/>
              <a:sym typeface="Outfit Medium"/>
            </a:endParaRPr>
          </a:p>
          <a:p>
            <a:pPr indent="-342900" lvl="0" marL="457200" rtl="0" algn="l">
              <a:lnSpc>
                <a:spcPct val="150000"/>
              </a:lnSpc>
              <a:spcBef>
                <a:spcPts val="0"/>
              </a:spcBef>
              <a:spcAft>
                <a:spcPts val="0"/>
              </a:spcAft>
              <a:buSzPts val="1800"/>
              <a:buFont typeface="Outfit Medium"/>
              <a:buChar char="●"/>
            </a:pPr>
            <a:r>
              <a:rPr b="1" lang="en" sz="1800">
                <a:latin typeface="Outfit"/>
                <a:ea typeface="Outfit"/>
                <a:cs typeface="Outfit"/>
                <a:sym typeface="Outfit"/>
              </a:rPr>
              <a:t>Output:</a:t>
            </a:r>
            <a:r>
              <a:rPr lang="en" sz="1800">
                <a:latin typeface="Outfit Medium"/>
                <a:ea typeface="Outfit Medium"/>
                <a:cs typeface="Outfit Medium"/>
                <a:sym typeface="Outfit Medium"/>
              </a:rPr>
              <a:t> Business problem definition, strategies for planning and executing all </a:t>
            </a:r>
            <a:r>
              <a:rPr lang="en" sz="1800">
                <a:latin typeface="Outfit Medium"/>
                <a:ea typeface="Outfit Medium"/>
                <a:cs typeface="Outfit Medium"/>
                <a:sym typeface="Outfit Medium"/>
              </a:rPr>
              <a:t>Tasks </a:t>
            </a:r>
            <a:r>
              <a:rPr lang="en" sz="1800">
                <a:latin typeface="Outfit Medium"/>
                <a:ea typeface="Outfit Medium"/>
                <a:cs typeface="Outfit Medium"/>
                <a:sym typeface="Outfit Medium"/>
              </a:rPr>
              <a:t>2 to </a:t>
            </a:r>
            <a:r>
              <a:rPr lang="en" sz="1800">
                <a:latin typeface="Outfit Medium"/>
                <a:ea typeface="Outfit Medium"/>
                <a:cs typeface="Outfit Medium"/>
                <a:sym typeface="Outfit Medium"/>
              </a:rPr>
              <a:t>Tasks </a:t>
            </a:r>
            <a:r>
              <a:rPr lang="en" sz="1800">
                <a:latin typeface="Outfit Medium"/>
                <a:ea typeface="Outfit Medium"/>
                <a:cs typeface="Outfit Medium"/>
                <a:sym typeface="Outfit Medium"/>
              </a:rPr>
              <a:t>10</a:t>
            </a:r>
            <a:endParaRPr sz="1800">
              <a:latin typeface="Outfit Medium"/>
              <a:ea typeface="Outfit Medium"/>
              <a:cs typeface="Outfit Medium"/>
              <a:sym typeface="Outfit Medium"/>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7" name="Shape 1067"/>
        <p:cNvGrpSpPr/>
        <p:nvPr/>
      </p:nvGrpSpPr>
      <p:grpSpPr>
        <a:xfrm>
          <a:off x="0" y="0"/>
          <a:ext cx="0" cy="0"/>
          <a:chOff x="0" y="0"/>
          <a:chExt cx="0" cy="0"/>
        </a:xfrm>
      </p:grpSpPr>
      <p:sp>
        <p:nvSpPr>
          <p:cNvPr id="1068" name="Google Shape;1068;p102"/>
          <p:cNvSpPr txBox="1"/>
          <p:nvPr>
            <p:ph type="title"/>
          </p:nvPr>
        </p:nvSpPr>
        <p:spPr>
          <a:xfrm>
            <a:off x="284775" y="282900"/>
            <a:ext cx="7851300" cy="49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Task 2: Data Collection and Ingestion</a:t>
            </a:r>
            <a:endParaRPr sz="3000"/>
          </a:p>
        </p:txBody>
      </p:sp>
      <p:sp>
        <p:nvSpPr>
          <p:cNvPr id="1069" name="Google Shape;1069;p102"/>
          <p:cNvSpPr txBox="1"/>
          <p:nvPr>
            <p:ph idx="4294967295" type="body"/>
          </p:nvPr>
        </p:nvSpPr>
        <p:spPr>
          <a:xfrm>
            <a:off x="284700" y="1152875"/>
            <a:ext cx="8574600" cy="3597900"/>
          </a:xfrm>
          <a:prstGeom prst="rect">
            <a:avLst/>
          </a:prstGeom>
        </p:spPr>
        <p:txBody>
          <a:bodyPr anchorCtr="0" anchor="t" bIns="0" lIns="0" spcFirstLastPara="1" rIns="0" wrap="square" tIns="0">
            <a:noAutofit/>
          </a:bodyPr>
          <a:lstStyle/>
          <a:p>
            <a:pPr indent="-342900" lvl="0" marL="457200" rtl="0" algn="l">
              <a:lnSpc>
                <a:spcPct val="150000"/>
              </a:lnSpc>
              <a:spcBef>
                <a:spcPts val="0"/>
              </a:spcBef>
              <a:spcAft>
                <a:spcPts val="0"/>
              </a:spcAft>
              <a:buSzPts val="1800"/>
              <a:buFont typeface="Outfit Medium"/>
              <a:buChar char="●"/>
            </a:pPr>
            <a:r>
              <a:rPr b="1" lang="en" sz="1800">
                <a:latin typeface="Outfit"/>
                <a:ea typeface="Outfit"/>
                <a:cs typeface="Outfit"/>
                <a:sym typeface="Outfit"/>
              </a:rPr>
              <a:t>Objective: </a:t>
            </a:r>
            <a:r>
              <a:rPr lang="en" sz="1800">
                <a:latin typeface="Outfit Medium"/>
                <a:ea typeface="Outfit Medium"/>
                <a:cs typeface="Outfit Medium"/>
                <a:sym typeface="Outfit Medium"/>
              </a:rPr>
              <a:t>Automate the fetching of raw data</a:t>
            </a:r>
            <a:endParaRPr sz="1800">
              <a:latin typeface="Outfit Medium"/>
              <a:ea typeface="Outfit Medium"/>
              <a:cs typeface="Outfit Medium"/>
              <a:sym typeface="Outfit Medium"/>
            </a:endParaRPr>
          </a:p>
          <a:p>
            <a:pPr indent="-342900" lvl="0" marL="457200" rtl="0" algn="l">
              <a:lnSpc>
                <a:spcPct val="100000"/>
              </a:lnSpc>
              <a:spcBef>
                <a:spcPts val="0"/>
              </a:spcBef>
              <a:spcAft>
                <a:spcPts val="0"/>
              </a:spcAft>
              <a:buSzPts val="1800"/>
              <a:buFont typeface="Outfit Medium"/>
              <a:buChar char="●"/>
            </a:pPr>
            <a:r>
              <a:rPr lang="en" sz="1800">
                <a:latin typeface="Outfit Medium"/>
                <a:ea typeface="Outfit Medium"/>
                <a:cs typeface="Outfit Medium"/>
                <a:sym typeface="Outfit Medium"/>
              </a:rPr>
              <a:t>We implemented modular Python scripts to pull data from two distinct sources: user interaction logs (CSV) and product metadata (REST API).</a:t>
            </a:r>
            <a:r>
              <a:rPr lang="en" sz="1800">
                <a:latin typeface="Outfit Medium"/>
                <a:ea typeface="Outfit Medium"/>
                <a:cs typeface="Outfit Medium"/>
                <a:sym typeface="Outfit Medium"/>
              </a:rPr>
              <a:t> </a:t>
            </a:r>
            <a:r>
              <a:rPr lang="en" sz="1800">
                <a:latin typeface="Outfit Medium"/>
                <a:ea typeface="Outfit Medium"/>
                <a:cs typeface="Outfit Medium"/>
                <a:sym typeface="Outfit Medium"/>
              </a:rPr>
              <a:t>The ingestion logic includes automated retries and detailed logging to ensure the pipeline is resilient to network or source failures</a:t>
            </a:r>
            <a:endParaRPr sz="1800">
              <a:latin typeface="Outfit Medium"/>
              <a:ea typeface="Outfit Medium"/>
              <a:cs typeface="Outfit Medium"/>
              <a:sym typeface="Outfit Medium"/>
            </a:endParaRPr>
          </a:p>
          <a:p>
            <a:pPr indent="-342900" lvl="0" marL="457200" rtl="0" algn="l">
              <a:lnSpc>
                <a:spcPct val="150000"/>
              </a:lnSpc>
              <a:spcBef>
                <a:spcPts val="1000"/>
              </a:spcBef>
              <a:spcAft>
                <a:spcPts val="0"/>
              </a:spcAft>
              <a:buSzPts val="1800"/>
              <a:buFont typeface="Outfit Medium"/>
              <a:buChar char="●"/>
            </a:pPr>
            <a:r>
              <a:rPr b="1" lang="en" sz="1800">
                <a:latin typeface="Outfit"/>
                <a:ea typeface="Outfit"/>
                <a:cs typeface="Outfit"/>
                <a:sym typeface="Outfit"/>
              </a:rPr>
              <a:t>Tools Used:</a:t>
            </a:r>
            <a:r>
              <a:rPr lang="en" sz="1800">
                <a:latin typeface="Outfit Medium"/>
                <a:ea typeface="Outfit Medium"/>
                <a:cs typeface="Outfit Medium"/>
                <a:sym typeface="Outfit Medium"/>
              </a:rPr>
              <a:t> Python (ingestion/), Requests library</a:t>
            </a:r>
            <a:endParaRPr sz="1800">
              <a:latin typeface="Outfit Medium"/>
              <a:ea typeface="Outfit Medium"/>
              <a:cs typeface="Outfit Medium"/>
              <a:sym typeface="Outfit Medium"/>
            </a:endParaRPr>
          </a:p>
          <a:p>
            <a:pPr indent="-342900" lvl="1" marL="914400" rtl="0" algn="l">
              <a:lnSpc>
                <a:spcPct val="100000"/>
              </a:lnSpc>
              <a:spcBef>
                <a:spcPts val="0"/>
              </a:spcBef>
              <a:spcAft>
                <a:spcPts val="0"/>
              </a:spcAft>
              <a:buSzPts val="1800"/>
              <a:buFont typeface="Outfit Medium"/>
              <a:buChar char="○"/>
            </a:pPr>
            <a:r>
              <a:rPr lang="en" sz="1800">
                <a:solidFill>
                  <a:srgbClr val="FFFFFF"/>
                </a:solidFill>
                <a:highlight>
                  <a:srgbClr val="434343"/>
                </a:highlight>
                <a:latin typeface="Outfit Medium"/>
                <a:ea typeface="Outfit Medium"/>
                <a:cs typeface="Outfit Medium"/>
                <a:sym typeface="Outfit Medium"/>
              </a:rPr>
              <a:t> ingestion/ingest_csv.py </a:t>
            </a:r>
            <a:r>
              <a:rPr lang="en" sz="1800">
                <a:latin typeface="Outfit Medium"/>
                <a:ea typeface="Outfit Medium"/>
                <a:cs typeface="Outfit Medium"/>
                <a:sym typeface="Outfit Medium"/>
              </a:rPr>
              <a:t> → CSV batch ingestion script</a:t>
            </a:r>
            <a:endParaRPr sz="1800">
              <a:latin typeface="Outfit Medium"/>
              <a:ea typeface="Outfit Medium"/>
              <a:cs typeface="Outfit Medium"/>
              <a:sym typeface="Outfit Medium"/>
            </a:endParaRPr>
          </a:p>
          <a:p>
            <a:pPr indent="-342900" lvl="1" marL="914400" rtl="0" algn="l">
              <a:lnSpc>
                <a:spcPct val="100000"/>
              </a:lnSpc>
              <a:spcBef>
                <a:spcPts val="0"/>
              </a:spcBef>
              <a:spcAft>
                <a:spcPts val="0"/>
              </a:spcAft>
              <a:buSzPts val="1800"/>
              <a:buFont typeface="Outfit Medium"/>
              <a:buChar char="○"/>
            </a:pPr>
            <a:r>
              <a:rPr lang="en" sz="1800">
                <a:solidFill>
                  <a:srgbClr val="FFFFFF"/>
                </a:solidFill>
                <a:highlight>
                  <a:srgbClr val="434343"/>
                </a:highlight>
                <a:latin typeface="Outfit Medium"/>
                <a:ea typeface="Outfit Medium"/>
                <a:cs typeface="Outfit Medium"/>
                <a:sym typeface="Outfit Medium"/>
              </a:rPr>
              <a:t> ingestion/ingest_api.py </a:t>
            </a:r>
            <a:r>
              <a:rPr lang="en" sz="1800">
                <a:latin typeface="Outfit Medium"/>
                <a:ea typeface="Outfit Medium"/>
                <a:cs typeface="Outfit Medium"/>
                <a:sym typeface="Outfit Medium"/>
              </a:rPr>
              <a:t> → REST API ingestion script using Faker</a:t>
            </a:r>
            <a:endParaRPr sz="1800">
              <a:latin typeface="Outfit Medium"/>
              <a:ea typeface="Outfit Medium"/>
              <a:cs typeface="Outfit Medium"/>
              <a:sym typeface="Outfit Medium"/>
            </a:endParaRPr>
          </a:p>
          <a:p>
            <a:pPr indent="-342900" lvl="0" marL="457200" rtl="0" algn="l">
              <a:lnSpc>
                <a:spcPct val="150000"/>
              </a:lnSpc>
              <a:spcBef>
                <a:spcPts val="1000"/>
              </a:spcBef>
              <a:spcAft>
                <a:spcPts val="0"/>
              </a:spcAft>
              <a:buSzPts val="1800"/>
              <a:buFont typeface="Outfit Medium"/>
              <a:buChar char="●"/>
            </a:pPr>
            <a:r>
              <a:rPr b="1" lang="en" sz="1800">
                <a:latin typeface="Outfit"/>
                <a:ea typeface="Outfit"/>
                <a:cs typeface="Outfit"/>
                <a:sym typeface="Outfit"/>
              </a:rPr>
              <a:t>Input: </a:t>
            </a:r>
            <a:r>
              <a:rPr lang="en" sz="1800">
                <a:latin typeface="Outfit Medium"/>
                <a:ea typeface="Outfit Medium"/>
                <a:cs typeface="Outfit Medium"/>
                <a:sym typeface="Outfit Medium"/>
              </a:rPr>
              <a:t>Local CSV logs &amp; external REST API endpoints</a:t>
            </a:r>
            <a:endParaRPr sz="1800">
              <a:latin typeface="Outfit Medium"/>
              <a:ea typeface="Outfit Medium"/>
              <a:cs typeface="Outfit Medium"/>
              <a:sym typeface="Outfit Medium"/>
            </a:endParaRPr>
          </a:p>
          <a:p>
            <a:pPr indent="-342900" lvl="0" marL="457200" rtl="0" algn="l">
              <a:lnSpc>
                <a:spcPct val="150000"/>
              </a:lnSpc>
              <a:spcBef>
                <a:spcPts val="0"/>
              </a:spcBef>
              <a:spcAft>
                <a:spcPts val="0"/>
              </a:spcAft>
              <a:buSzPts val="1800"/>
              <a:buFont typeface="Outfit Medium"/>
              <a:buChar char="●"/>
            </a:pPr>
            <a:r>
              <a:rPr b="1" lang="en" sz="1800">
                <a:latin typeface="Outfit"/>
                <a:ea typeface="Outfit"/>
                <a:cs typeface="Outfit"/>
                <a:sym typeface="Outfit"/>
              </a:rPr>
              <a:t>Output:</a:t>
            </a:r>
            <a:r>
              <a:rPr lang="en" sz="1800">
                <a:latin typeface="Outfit Medium"/>
                <a:ea typeface="Outfit Medium"/>
                <a:cs typeface="Outfit Medium"/>
                <a:sym typeface="Outfit Medium"/>
              </a:rPr>
              <a:t> Raw data files in </a:t>
            </a:r>
            <a:r>
              <a:rPr lang="en" sz="1800">
                <a:solidFill>
                  <a:srgbClr val="FFFFFF"/>
                </a:solidFill>
                <a:highlight>
                  <a:srgbClr val="434343"/>
                </a:highlight>
                <a:latin typeface="Outfit Medium"/>
                <a:ea typeface="Outfit Medium"/>
                <a:cs typeface="Outfit Medium"/>
                <a:sym typeface="Outfit Medium"/>
              </a:rPr>
              <a:t> </a:t>
            </a:r>
            <a:r>
              <a:rPr lang="en" sz="1800">
                <a:solidFill>
                  <a:srgbClr val="FFFFFF"/>
                </a:solidFill>
                <a:highlight>
                  <a:srgbClr val="434343"/>
                </a:highlight>
                <a:latin typeface="Outfit Medium"/>
                <a:ea typeface="Outfit Medium"/>
                <a:cs typeface="Outfit Medium"/>
                <a:sym typeface="Outfit Medium"/>
              </a:rPr>
              <a:t>data_lake</a:t>
            </a:r>
            <a:r>
              <a:rPr lang="en" sz="1800">
                <a:solidFill>
                  <a:srgbClr val="FFFFFF"/>
                </a:solidFill>
                <a:highlight>
                  <a:srgbClr val="434343"/>
                </a:highlight>
                <a:latin typeface="Outfit Medium"/>
                <a:ea typeface="Outfit Medium"/>
                <a:cs typeface="Outfit Medium"/>
                <a:sym typeface="Outfit Medium"/>
              </a:rPr>
              <a:t>/raw </a:t>
            </a:r>
            <a:r>
              <a:rPr lang="en" sz="1800">
                <a:latin typeface="Outfit Medium"/>
                <a:ea typeface="Outfit Medium"/>
                <a:cs typeface="Outfit Medium"/>
                <a:sym typeface="Outfit Medium"/>
              </a:rPr>
              <a:t> and ingestion audit </a:t>
            </a:r>
            <a:r>
              <a:rPr lang="en" sz="1800">
                <a:solidFill>
                  <a:srgbClr val="FFFFFF"/>
                </a:solidFill>
                <a:highlight>
                  <a:srgbClr val="434343"/>
                </a:highlight>
                <a:latin typeface="Outfit Medium"/>
                <a:ea typeface="Outfit Medium"/>
                <a:cs typeface="Outfit Medium"/>
                <a:sym typeface="Outfit Medium"/>
              </a:rPr>
              <a:t> logs </a:t>
            </a:r>
            <a:endParaRPr sz="1800">
              <a:latin typeface="Outfit Medium"/>
              <a:ea typeface="Outfit Medium"/>
              <a:cs typeface="Outfit Medium"/>
              <a:sym typeface="Outfit Medium"/>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3" name="Shape 1073"/>
        <p:cNvGrpSpPr/>
        <p:nvPr/>
      </p:nvGrpSpPr>
      <p:grpSpPr>
        <a:xfrm>
          <a:off x="0" y="0"/>
          <a:ext cx="0" cy="0"/>
          <a:chOff x="0" y="0"/>
          <a:chExt cx="0" cy="0"/>
        </a:xfrm>
      </p:grpSpPr>
      <p:sp>
        <p:nvSpPr>
          <p:cNvPr id="1074" name="Google Shape;1074;p103"/>
          <p:cNvSpPr txBox="1"/>
          <p:nvPr>
            <p:ph type="title"/>
          </p:nvPr>
        </p:nvSpPr>
        <p:spPr>
          <a:xfrm>
            <a:off x="284775" y="282900"/>
            <a:ext cx="7851300" cy="49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Task 2: Data Collection and Ingestion</a:t>
            </a:r>
            <a:endParaRPr sz="3000"/>
          </a:p>
        </p:txBody>
      </p:sp>
      <p:sp>
        <p:nvSpPr>
          <p:cNvPr id="1075" name="Google Shape;1075;p103"/>
          <p:cNvSpPr txBox="1"/>
          <p:nvPr>
            <p:ph idx="4294967295" type="body"/>
          </p:nvPr>
        </p:nvSpPr>
        <p:spPr>
          <a:xfrm>
            <a:off x="284700" y="1152875"/>
            <a:ext cx="8574600" cy="3597900"/>
          </a:xfrm>
          <a:prstGeom prst="rect">
            <a:avLst/>
          </a:prstGeom>
        </p:spPr>
        <p:txBody>
          <a:bodyPr anchorCtr="0" anchor="t" bIns="0" lIns="0" spcFirstLastPara="1" rIns="0" wrap="square" tIns="0">
            <a:noAutofit/>
          </a:bodyPr>
          <a:lstStyle/>
          <a:p>
            <a:pPr indent="0" lvl="0" marL="0" rtl="0" algn="l">
              <a:lnSpc>
                <a:spcPct val="150000"/>
              </a:lnSpc>
              <a:spcBef>
                <a:spcPts val="0"/>
              </a:spcBef>
              <a:spcAft>
                <a:spcPts val="0"/>
              </a:spcAft>
              <a:buNone/>
            </a:pPr>
            <a:r>
              <a:rPr b="1" lang="en" sz="800">
                <a:solidFill>
                  <a:schemeClr val="accent5"/>
                </a:solidFill>
                <a:latin typeface="Arial"/>
                <a:ea typeface="Arial"/>
                <a:cs typeface="Arial"/>
                <a:sym typeface="Arial"/>
              </a:rPr>
              <a:t>   » python run_ingestion.py --mode csv</a:t>
            </a:r>
            <a:endParaRPr b="1" sz="8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  RecoMart - Data Ingestion Pipeline</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  Mode: CSV</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a:t>
            </a:r>
            <a:endParaRPr b="1" sz="600">
              <a:latin typeface="Arial"/>
              <a:ea typeface="Arial"/>
              <a:cs typeface="Arial"/>
              <a:sym typeface="Arial"/>
            </a:endParaRPr>
          </a:p>
          <a:p>
            <a:pPr indent="0" lvl="0" marL="0" rtl="0" algn="l">
              <a:lnSpc>
                <a:spcPct val="150000"/>
              </a:lnSpc>
              <a:spcBef>
                <a:spcPts val="0"/>
              </a:spcBef>
              <a:spcAft>
                <a:spcPts val="0"/>
              </a:spcAft>
              <a:buNone/>
            </a:pPr>
            <a:r>
              <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&gt;&gt;&gt; Running CSV Batch Ingestion ...</a:t>
            </a:r>
            <a:endParaRPr b="1" sz="600">
              <a:latin typeface="Arial"/>
              <a:ea typeface="Arial"/>
              <a:cs typeface="Arial"/>
              <a:sym typeface="Arial"/>
            </a:endParaRPr>
          </a:p>
          <a:p>
            <a:pPr indent="0" lvl="0" marL="0" rtl="0" algn="l">
              <a:lnSpc>
                <a:spcPct val="150000"/>
              </a:lnSpc>
              <a:spcBef>
                <a:spcPts val="0"/>
              </a:spcBef>
              <a:spcAft>
                <a:spcPts val="0"/>
              </a:spcAft>
              <a:buNone/>
            </a:pPr>
            <a:r>
              <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22:40:02 | INFO     | csv_ingestion | ======================================================================</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22:40:02 | INFO     | csv_ingestion | CSV BATCH INGESTION - START</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22:40:02 | INFO     | csv_ingestion |   Timestamp : 2026-04-24T22:40:02.982277</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22:40:02 | INFO     | csv_ingestion |   Source dir: D:\Data\Portfolio\Projects\Python\e2e-pipeline\dataset</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22:40:02 | INFO     | csv_ingestion |   Raw layer : D:\Data\Portfolio\Projects\Python\e2e-pipeline\data_lake/raw</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22:40:02 | INFO     | csv_ingestion |   Files     : 9</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22:40:06 | INFO     | csv_ingestion |   [OK] SUCCESS - product_category_name_translation.csv</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22:40:06 | INFO     | csv_ingestion | ======================================================================</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22:40:06 | INFO     | csv_ingestion | CSV BATCH INGESTION - COMPLETE</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22:40:06 | INFO     | csv_ingestion |   Total files : 9</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22:40:06 | INFO     | csv_ingestion |   Succeeded   : 9</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22:40:06 | INFO     | csv_ingestion |   Failed      : 0</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22:40:06 | INFO     | csv_ingestion | ======================================================================</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22:40:06 | INFO     | csv_ingestion |   Run summary written to: D:\Data\Portfolio\Projects\Python\e2e-pipeline\logs\csv_ingestion_summary_20260424_224006.json</a:t>
            </a:r>
            <a:endParaRPr b="1" sz="600">
              <a:latin typeface="Arial"/>
              <a:ea typeface="Arial"/>
              <a:cs typeface="Arial"/>
              <a:sym typeface="Arial"/>
            </a:endParaRPr>
          </a:p>
          <a:p>
            <a:pPr indent="0" lvl="0" marL="0" rtl="0" algn="l">
              <a:lnSpc>
                <a:spcPct val="150000"/>
              </a:lnSpc>
              <a:spcBef>
                <a:spcPts val="0"/>
              </a:spcBef>
              <a:spcAft>
                <a:spcPts val="0"/>
              </a:spcAft>
              <a:buNone/>
            </a:pPr>
            <a:r>
              <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&gt;&gt;&gt; CSV Ingestion complete: 9 succeeded, 0 failed.</a:t>
            </a:r>
            <a:endParaRPr b="1" sz="600">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9" name="Shape 1079"/>
        <p:cNvGrpSpPr/>
        <p:nvPr/>
      </p:nvGrpSpPr>
      <p:grpSpPr>
        <a:xfrm>
          <a:off x="0" y="0"/>
          <a:ext cx="0" cy="0"/>
          <a:chOff x="0" y="0"/>
          <a:chExt cx="0" cy="0"/>
        </a:xfrm>
      </p:grpSpPr>
      <p:sp>
        <p:nvSpPr>
          <p:cNvPr id="1080" name="Google Shape;1080;p104"/>
          <p:cNvSpPr txBox="1"/>
          <p:nvPr>
            <p:ph type="title"/>
          </p:nvPr>
        </p:nvSpPr>
        <p:spPr>
          <a:xfrm>
            <a:off x="284775" y="282900"/>
            <a:ext cx="7851300" cy="49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Task 3: Raw Data Storage</a:t>
            </a:r>
            <a:endParaRPr sz="3000"/>
          </a:p>
        </p:txBody>
      </p:sp>
      <p:sp>
        <p:nvSpPr>
          <p:cNvPr id="1081" name="Google Shape;1081;p104"/>
          <p:cNvSpPr txBox="1"/>
          <p:nvPr>
            <p:ph idx="4294967295" type="body"/>
          </p:nvPr>
        </p:nvSpPr>
        <p:spPr>
          <a:xfrm>
            <a:off x="284700" y="974025"/>
            <a:ext cx="8574600" cy="3597900"/>
          </a:xfrm>
          <a:prstGeom prst="rect">
            <a:avLst/>
          </a:prstGeom>
        </p:spPr>
        <p:txBody>
          <a:bodyPr anchorCtr="0" anchor="t" bIns="0" lIns="0" spcFirstLastPara="1" rIns="0" wrap="square" tIns="0">
            <a:noAutofit/>
          </a:bodyPr>
          <a:lstStyle/>
          <a:p>
            <a:pPr indent="-330200" lvl="0" marL="457200" rtl="0" algn="l">
              <a:lnSpc>
                <a:spcPct val="150000"/>
              </a:lnSpc>
              <a:spcBef>
                <a:spcPts val="0"/>
              </a:spcBef>
              <a:spcAft>
                <a:spcPts val="0"/>
              </a:spcAft>
              <a:buSzPts val="1600"/>
              <a:buFont typeface="Outfit Medium"/>
              <a:buChar char="●"/>
            </a:pPr>
            <a:r>
              <a:rPr b="1" lang="en" sz="1600">
                <a:latin typeface="Outfit"/>
                <a:ea typeface="Outfit"/>
                <a:cs typeface="Outfit"/>
                <a:sym typeface="Outfit"/>
              </a:rPr>
              <a:t>Objective:</a:t>
            </a:r>
            <a:r>
              <a:rPr lang="en" sz="1600">
                <a:latin typeface="Outfit Medium"/>
                <a:ea typeface="Outfit Medium"/>
                <a:cs typeface="Outfit Medium"/>
                <a:sym typeface="Outfit Medium"/>
              </a:rPr>
              <a:t> Organize data in a scalable storage layer</a:t>
            </a:r>
            <a:endParaRPr sz="1600">
              <a:latin typeface="Outfit Medium"/>
              <a:ea typeface="Outfit Medium"/>
              <a:cs typeface="Outfit Medium"/>
              <a:sym typeface="Outfit Medium"/>
            </a:endParaRPr>
          </a:p>
          <a:p>
            <a:pPr indent="-330200" lvl="0" marL="457200" rtl="0" algn="l">
              <a:lnSpc>
                <a:spcPct val="100000"/>
              </a:lnSpc>
              <a:spcBef>
                <a:spcPts val="0"/>
              </a:spcBef>
              <a:spcAft>
                <a:spcPts val="0"/>
              </a:spcAft>
              <a:buSzPts val="1600"/>
              <a:buFont typeface="Outfit Medium"/>
              <a:buChar char="●"/>
            </a:pPr>
            <a:r>
              <a:rPr lang="en" sz="1600">
                <a:latin typeface="Outfit Medium"/>
                <a:ea typeface="Outfit Medium"/>
                <a:cs typeface="Outfit Medium"/>
                <a:sym typeface="Outfit Medium"/>
              </a:rPr>
              <a:t>We designed a local </a:t>
            </a:r>
            <a:r>
              <a:rPr b="1" lang="en" sz="1600">
                <a:latin typeface="Outfit"/>
                <a:ea typeface="Outfit"/>
                <a:cs typeface="Outfit"/>
                <a:sym typeface="Outfit"/>
              </a:rPr>
              <a:t>Data Lake</a:t>
            </a:r>
            <a:r>
              <a:rPr lang="en" sz="1600">
                <a:latin typeface="Outfit Medium"/>
                <a:ea typeface="Outfit Medium"/>
                <a:cs typeface="Outfit Medium"/>
                <a:sym typeface="Outfit Medium"/>
              </a:rPr>
              <a:t> that mimics professional cloud storage.</a:t>
            </a:r>
            <a:br>
              <a:rPr lang="en" sz="1600">
                <a:latin typeface="Outfit Medium"/>
                <a:ea typeface="Outfit Medium"/>
                <a:cs typeface="Outfit Medium"/>
                <a:sym typeface="Outfit Medium"/>
              </a:rPr>
            </a:br>
            <a:r>
              <a:rPr lang="en" sz="1600">
                <a:latin typeface="Outfit Medium"/>
                <a:ea typeface="Outfit Medium"/>
                <a:cs typeface="Outfit Medium"/>
                <a:sym typeface="Outfit Medium"/>
              </a:rPr>
              <a:t>Data is organized into a hierarchical structure partitioned by Source, Type, and Timestamp. This organization ensures high-performance retrieval and prevents data overwrites, maintaining a historical record of all ingested data</a:t>
            </a:r>
            <a:endParaRPr sz="1600">
              <a:latin typeface="Outfit Medium"/>
              <a:ea typeface="Outfit Medium"/>
              <a:cs typeface="Outfit Medium"/>
              <a:sym typeface="Outfit Medium"/>
            </a:endParaRPr>
          </a:p>
          <a:p>
            <a:pPr indent="-330200" lvl="0" marL="457200" rtl="0" algn="l">
              <a:lnSpc>
                <a:spcPct val="150000"/>
              </a:lnSpc>
              <a:spcBef>
                <a:spcPts val="1000"/>
              </a:spcBef>
              <a:spcAft>
                <a:spcPts val="0"/>
              </a:spcAft>
              <a:buSzPts val="1600"/>
              <a:buFont typeface="Outfit Medium"/>
              <a:buChar char="●"/>
            </a:pPr>
            <a:r>
              <a:rPr b="1" lang="en" sz="1600">
                <a:latin typeface="Outfit"/>
                <a:ea typeface="Outfit"/>
                <a:cs typeface="Outfit"/>
                <a:sym typeface="Outfit"/>
              </a:rPr>
              <a:t>Tools Used:</a:t>
            </a:r>
            <a:r>
              <a:rPr lang="en" sz="1600">
                <a:latin typeface="Outfit Medium"/>
                <a:ea typeface="Outfit Medium"/>
                <a:cs typeface="Outfit Medium"/>
                <a:sym typeface="Outfit Medium"/>
              </a:rPr>
              <a:t> Local Filesystem / Data Lake (</a:t>
            </a:r>
            <a:r>
              <a:rPr lang="en" sz="1600">
                <a:solidFill>
                  <a:srgbClr val="FFFFFF"/>
                </a:solidFill>
                <a:highlight>
                  <a:srgbClr val="434343"/>
                </a:highlight>
                <a:latin typeface="Outfit Medium"/>
                <a:ea typeface="Outfit Medium"/>
                <a:cs typeface="Outfit Medium"/>
                <a:sym typeface="Outfit Medium"/>
              </a:rPr>
              <a:t>data_lake/</a:t>
            </a:r>
            <a:r>
              <a:rPr lang="en" sz="1600">
                <a:latin typeface="Outfit Medium"/>
                <a:ea typeface="Outfit Medium"/>
                <a:cs typeface="Outfit Medium"/>
                <a:sym typeface="Outfit Medium"/>
              </a:rPr>
              <a:t>) </a:t>
            </a:r>
            <a:r>
              <a:rPr lang="en" sz="1600">
                <a:latin typeface="Outfit Medium"/>
                <a:ea typeface="Outfit Medium"/>
                <a:cs typeface="Outfit Medium"/>
                <a:sym typeface="Outfit Medium"/>
              </a:rPr>
              <a:t>→ </a:t>
            </a:r>
            <a:r>
              <a:rPr lang="en" sz="1600">
                <a:solidFill>
                  <a:srgbClr val="FFFFFF"/>
                </a:solidFill>
                <a:highlight>
                  <a:srgbClr val="434343"/>
                </a:highlight>
                <a:latin typeface="Outfit Medium"/>
                <a:ea typeface="Outfit Medium"/>
                <a:cs typeface="Outfit Medium"/>
                <a:sym typeface="Outfit Medium"/>
              </a:rPr>
              <a:t> storage/storage_manager.py </a:t>
            </a:r>
            <a:endParaRPr sz="1600">
              <a:latin typeface="Outfit Medium"/>
              <a:ea typeface="Outfit Medium"/>
              <a:cs typeface="Outfit Medium"/>
              <a:sym typeface="Outfit Medium"/>
            </a:endParaRPr>
          </a:p>
          <a:p>
            <a:pPr indent="-330200" lvl="0" marL="457200" rtl="0" algn="l">
              <a:lnSpc>
                <a:spcPct val="150000"/>
              </a:lnSpc>
              <a:spcBef>
                <a:spcPts val="0"/>
              </a:spcBef>
              <a:spcAft>
                <a:spcPts val="0"/>
              </a:spcAft>
              <a:buSzPts val="1600"/>
              <a:buFont typeface="Outfit Medium"/>
              <a:buChar char="●"/>
            </a:pPr>
            <a:r>
              <a:rPr b="1" lang="en" sz="1600">
                <a:latin typeface="Outfit"/>
                <a:ea typeface="Outfit"/>
                <a:cs typeface="Outfit"/>
                <a:sym typeface="Outfit"/>
              </a:rPr>
              <a:t>Input:</a:t>
            </a:r>
            <a:r>
              <a:rPr lang="en" sz="1600">
                <a:latin typeface="Outfit Medium"/>
                <a:ea typeface="Outfit Medium"/>
                <a:cs typeface="Outfit Medium"/>
                <a:sym typeface="Outfit Medium"/>
              </a:rPr>
              <a:t> Data streams from the Ingestion stage</a:t>
            </a:r>
            <a:endParaRPr sz="1600">
              <a:latin typeface="Outfit Medium"/>
              <a:ea typeface="Outfit Medium"/>
              <a:cs typeface="Outfit Medium"/>
              <a:sym typeface="Outfit Medium"/>
            </a:endParaRPr>
          </a:p>
          <a:p>
            <a:pPr indent="-330200" lvl="0" marL="457200" rtl="0" algn="l">
              <a:lnSpc>
                <a:spcPct val="150000"/>
              </a:lnSpc>
              <a:spcBef>
                <a:spcPts val="0"/>
              </a:spcBef>
              <a:spcAft>
                <a:spcPts val="0"/>
              </a:spcAft>
              <a:buSzPts val="1600"/>
              <a:buFont typeface="Outfit Medium"/>
              <a:buChar char="●"/>
            </a:pPr>
            <a:r>
              <a:rPr b="1" lang="en" sz="1600">
                <a:latin typeface="Outfit"/>
                <a:ea typeface="Outfit"/>
                <a:cs typeface="Outfit"/>
                <a:sym typeface="Outfit"/>
              </a:rPr>
              <a:t>Output: </a:t>
            </a:r>
            <a:r>
              <a:rPr lang="en" sz="1600">
                <a:latin typeface="Outfit Medium"/>
                <a:ea typeface="Outfit Medium"/>
                <a:cs typeface="Outfit Medium"/>
                <a:sym typeface="Outfit Medium"/>
              </a:rPr>
              <a:t>A structured, versioned directory layout for raw assets</a:t>
            </a:r>
            <a:br>
              <a:rPr lang="en" sz="1600">
                <a:latin typeface="Outfit Medium"/>
                <a:ea typeface="Outfit Medium"/>
                <a:cs typeface="Outfit Medium"/>
                <a:sym typeface="Outfit Medium"/>
              </a:rPr>
            </a:br>
            <a:endParaRPr sz="1600">
              <a:latin typeface="Outfit Medium"/>
              <a:ea typeface="Outfit Medium"/>
              <a:cs typeface="Outfit Medium"/>
              <a:sym typeface="Outfit Medium"/>
            </a:endParaRPr>
          </a:p>
        </p:txBody>
      </p:sp>
      <p:graphicFrame>
        <p:nvGraphicFramePr>
          <p:cNvPr id="1082" name="Google Shape;1082;p104"/>
          <p:cNvGraphicFramePr/>
          <p:nvPr/>
        </p:nvGraphicFramePr>
        <p:xfrm>
          <a:off x="2202300" y="3565675"/>
          <a:ext cx="3000000" cy="3000000"/>
        </p:xfrm>
        <a:graphic>
          <a:graphicData uri="http://schemas.openxmlformats.org/drawingml/2006/table">
            <a:tbl>
              <a:tblPr>
                <a:noFill/>
                <a:tableStyleId>{72A19476-B624-49F0-A3CE-C49A92F90BF8}</a:tableStyleId>
              </a:tblPr>
              <a:tblGrid>
                <a:gridCol w="1609800"/>
                <a:gridCol w="3023400"/>
              </a:tblGrid>
              <a:tr h="297550">
                <a:tc>
                  <a:txBody>
                    <a:bodyPr/>
                    <a:lstStyle/>
                    <a:p>
                      <a:pPr indent="0" lvl="0" marL="0" rtl="0" algn="l">
                        <a:spcBef>
                          <a:spcPts val="0"/>
                        </a:spcBef>
                        <a:spcAft>
                          <a:spcPts val="0"/>
                        </a:spcAft>
                        <a:buNone/>
                      </a:pPr>
                      <a:r>
                        <a:rPr lang="en" sz="1100">
                          <a:solidFill>
                            <a:srgbClr val="FFFFFF"/>
                          </a:solidFill>
                          <a:highlight>
                            <a:srgbClr val="434343"/>
                          </a:highlight>
                          <a:latin typeface="Outfit Medium"/>
                          <a:ea typeface="Outfit Medium"/>
                          <a:cs typeface="Outfit Medium"/>
                          <a:sym typeface="Outfit Medium"/>
                        </a:rPr>
                        <a:t>data_lake/raw/</a:t>
                      </a:r>
                      <a:endParaRPr sz="1100">
                        <a:solidFill>
                          <a:srgbClr val="FFFFFF"/>
                        </a:solidFill>
                        <a:highlight>
                          <a:srgbClr val="434343"/>
                        </a:highlight>
                        <a:latin typeface="Outfit Medium"/>
                        <a:ea typeface="Outfit Medium"/>
                        <a:cs typeface="Outfit Medium"/>
                        <a:sym typeface="Outfit Medium"/>
                      </a:endParaRPr>
                    </a:p>
                  </a:txBody>
                  <a:tcPr marT="91425" marB="91425" marR="91425" marL="91425"/>
                </a:tc>
                <a:tc>
                  <a:txBody>
                    <a:bodyPr/>
                    <a:lstStyle/>
                    <a:p>
                      <a:pPr indent="0" lvl="0" marL="0" rtl="0" algn="l">
                        <a:spcBef>
                          <a:spcPts val="0"/>
                        </a:spcBef>
                        <a:spcAft>
                          <a:spcPts val="0"/>
                        </a:spcAft>
                        <a:buNone/>
                      </a:pPr>
                      <a:r>
                        <a:rPr lang="en" sz="1100">
                          <a:solidFill>
                            <a:schemeClr val="lt1"/>
                          </a:solidFill>
                          <a:latin typeface="Outfit Medium"/>
                          <a:ea typeface="Outfit Medium"/>
                          <a:cs typeface="Outfit Medium"/>
                          <a:sym typeface="Outfit Medium"/>
                        </a:rPr>
                        <a:t>Unprocessed ingested data</a:t>
                      </a:r>
                      <a:endParaRPr sz="1100">
                        <a:solidFill>
                          <a:schemeClr val="lt1"/>
                        </a:solidFill>
                        <a:latin typeface="Outfit Medium"/>
                        <a:ea typeface="Outfit Medium"/>
                        <a:cs typeface="Outfit Medium"/>
                        <a:sym typeface="Outfit Medium"/>
                      </a:endParaRPr>
                    </a:p>
                  </a:txBody>
                  <a:tcPr marT="91425" marB="91425" marR="91425" marL="91425"/>
                </a:tc>
              </a:tr>
              <a:tr h="297550">
                <a:tc>
                  <a:txBody>
                    <a:bodyPr/>
                    <a:lstStyle/>
                    <a:p>
                      <a:pPr indent="0" lvl="0" marL="0" rtl="0" algn="l">
                        <a:spcBef>
                          <a:spcPts val="0"/>
                        </a:spcBef>
                        <a:spcAft>
                          <a:spcPts val="0"/>
                        </a:spcAft>
                        <a:buNone/>
                      </a:pPr>
                      <a:r>
                        <a:rPr lang="en" sz="1100">
                          <a:solidFill>
                            <a:srgbClr val="FFFFFF"/>
                          </a:solidFill>
                          <a:highlight>
                            <a:srgbClr val="434343"/>
                          </a:highlight>
                          <a:latin typeface="Outfit Medium"/>
                          <a:ea typeface="Outfit Medium"/>
                          <a:cs typeface="Outfit Medium"/>
                          <a:sym typeface="Outfit Medium"/>
                        </a:rPr>
                        <a:t>data_lake/staging/</a:t>
                      </a:r>
                      <a:endParaRPr sz="1100">
                        <a:solidFill>
                          <a:srgbClr val="FFFFFF"/>
                        </a:solidFill>
                        <a:highlight>
                          <a:srgbClr val="434343"/>
                        </a:highlight>
                        <a:latin typeface="Outfit Medium"/>
                        <a:ea typeface="Outfit Medium"/>
                        <a:cs typeface="Outfit Medium"/>
                        <a:sym typeface="Outfit Medium"/>
                      </a:endParaRPr>
                    </a:p>
                  </a:txBody>
                  <a:tcPr marT="91425" marB="91425" marR="91425" marL="91425"/>
                </a:tc>
                <a:tc>
                  <a:txBody>
                    <a:bodyPr/>
                    <a:lstStyle/>
                    <a:p>
                      <a:pPr indent="0" lvl="0" marL="0" rtl="0" algn="l">
                        <a:spcBef>
                          <a:spcPts val="0"/>
                        </a:spcBef>
                        <a:spcAft>
                          <a:spcPts val="0"/>
                        </a:spcAft>
                        <a:buNone/>
                      </a:pPr>
                      <a:r>
                        <a:rPr lang="en" sz="1100">
                          <a:solidFill>
                            <a:schemeClr val="lt1"/>
                          </a:solidFill>
                          <a:latin typeface="Outfit Medium"/>
                          <a:ea typeface="Outfit Medium"/>
                          <a:cs typeface="Outfit Medium"/>
                          <a:sym typeface="Outfit Medium"/>
                        </a:rPr>
                        <a:t>Post-validation (used by Task 4)</a:t>
                      </a:r>
                      <a:endParaRPr sz="1100">
                        <a:solidFill>
                          <a:schemeClr val="lt1"/>
                        </a:solidFill>
                        <a:latin typeface="Outfit Medium"/>
                        <a:ea typeface="Outfit Medium"/>
                        <a:cs typeface="Outfit Medium"/>
                        <a:sym typeface="Outfit Medium"/>
                      </a:endParaRPr>
                    </a:p>
                  </a:txBody>
                  <a:tcPr marT="91425" marB="91425" marR="91425" marL="91425"/>
                </a:tc>
              </a:tr>
              <a:tr h="297550">
                <a:tc>
                  <a:txBody>
                    <a:bodyPr/>
                    <a:lstStyle/>
                    <a:p>
                      <a:pPr indent="0" lvl="0" marL="0" rtl="0" algn="l">
                        <a:spcBef>
                          <a:spcPts val="0"/>
                        </a:spcBef>
                        <a:spcAft>
                          <a:spcPts val="0"/>
                        </a:spcAft>
                        <a:buNone/>
                      </a:pPr>
                      <a:r>
                        <a:rPr lang="en" sz="1100">
                          <a:solidFill>
                            <a:srgbClr val="FFFFFF"/>
                          </a:solidFill>
                          <a:highlight>
                            <a:srgbClr val="434343"/>
                          </a:highlight>
                          <a:latin typeface="Outfit Medium"/>
                          <a:ea typeface="Outfit Medium"/>
                          <a:cs typeface="Outfit Medium"/>
                          <a:sym typeface="Outfit Medium"/>
                        </a:rPr>
                        <a:t>data_lake/curated/</a:t>
                      </a:r>
                      <a:endParaRPr sz="1100">
                        <a:solidFill>
                          <a:srgbClr val="FFFFFF"/>
                        </a:solidFill>
                        <a:highlight>
                          <a:srgbClr val="434343"/>
                        </a:highlight>
                        <a:latin typeface="Outfit Medium"/>
                        <a:ea typeface="Outfit Medium"/>
                        <a:cs typeface="Outfit Medium"/>
                        <a:sym typeface="Outfit Medium"/>
                      </a:endParaRPr>
                    </a:p>
                  </a:txBody>
                  <a:tcPr marT="91425" marB="91425" marR="91425" marL="91425"/>
                </a:tc>
                <a:tc>
                  <a:txBody>
                    <a:bodyPr/>
                    <a:lstStyle/>
                    <a:p>
                      <a:pPr indent="0" lvl="0" marL="0" rtl="0" algn="l">
                        <a:spcBef>
                          <a:spcPts val="0"/>
                        </a:spcBef>
                        <a:spcAft>
                          <a:spcPts val="0"/>
                        </a:spcAft>
                        <a:buNone/>
                      </a:pPr>
                      <a:r>
                        <a:rPr lang="en" sz="1100">
                          <a:solidFill>
                            <a:schemeClr val="lt1"/>
                          </a:solidFill>
                          <a:latin typeface="Outfit Medium"/>
                          <a:ea typeface="Outfit Medium"/>
                          <a:cs typeface="Outfit Medium"/>
                          <a:sym typeface="Outfit Medium"/>
                        </a:rPr>
                        <a:t>Transformed features (used by Tasks 5–6)</a:t>
                      </a:r>
                      <a:endParaRPr sz="1100">
                        <a:solidFill>
                          <a:schemeClr val="lt1"/>
                        </a:solidFill>
                        <a:latin typeface="Outfit Medium"/>
                        <a:ea typeface="Outfit Medium"/>
                        <a:cs typeface="Outfit Medium"/>
                        <a:sym typeface="Outfit Medium"/>
                      </a:endParaRPr>
                    </a:p>
                  </a:txBody>
                  <a:tcPr marT="91425" marB="91425" marR="91425" marL="91425"/>
                </a:tc>
              </a:tr>
              <a:tr h="297550">
                <a:tc>
                  <a:txBody>
                    <a:bodyPr/>
                    <a:lstStyle/>
                    <a:p>
                      <a:pPr indent="0" lvl="0" marL="0" rtl="0" algn="l">
                        <a:spcBef>
                          <a:spcPts val="0"/>
                        </a:spcBef>
                        <a:spcAft>
                          <a:spcPts val="0"/>
                        </a:spcAft>
                        <a:buNone/>
                      </a:pPr>
                      <a:r>
                        <a:rPr lang="en" sz="1100">
                          <a:solidFill>
                            <a:srgbClr val="FFFFFF"/>
                          </a:solidFill>
                          <a:highlight>
                            <a:srgbClr val="434343"/>
                          </a:highlight>
                          <a:latin typeface="Outfit Medium"/>
                          <a:ea typeface="Outfit Medium"/>
                          <a:cs typeface="Outfit Medium"/>
                          <a:sym typeface="Outfit Medium"/>
                        </a:rPr>
                        <a:t>data_lake/serving/</a:t>
                      </a:r>
                      <a:endParaRPr sz="1100">
                        <a:solidFill>
                          <a:srgbClr val="FFFFFF"/>
                        </a:solidFill>
                        <a:highlight>
                          <a:srgbClr val="434343"/>
                        </a:highlight>
                        <a:latin typeface="Outfit Medium"/>
                        <a:ea typeface="Outfit Medium"/>
                        <a:cs typeface="Outfit Medium"/>
                        <a:sym typeface="Outfit Medium"/>
                      </a:endParaRPr>
                    </a:p>
                  </a:txBody>
                  <a:tcPr marT="91425" marB="91425" marR="91425" marL="91425"/>
                </a:tc>
                <a:tc>
                  <a:txBody>
                    <a:bodyPr/>
                    <a:lstStyle/>
                    <a:p>
                      <a:pPr indent="0" lvl="0" marL="0" rtl="0" algn="l">
                        <a:spcBef>
                          <a:spcPts val="0"/>
                        </a:spcBef>
                        <a:spcAft>
                          <a:spcPts val="0"/>
                        </a:spcAft>
                        <a:buNone/>
                      </a:pPr>
                      <a:r>
                        <a:rPr lang="en" sz="1100">
                          <a:solidFill>
                            <a:schemeClr val="lt1"/>
                          </a:solidFill>
                          <a:latin typeface="Outfit Medium"/>
                          <a:ea typeface="Outfit Medium"/>
                          <a:cs typeface="Outfit Medium"/>
                          <a:sym typeface="Outfit Medium"/>
                        </a:rPr>
                        <a:t>Model-ready data (used by Task 7)</a:t>
                      </a:r>
                      <a:endParaRPr sz="1100">
                        <a:solidFill>
                          <a:schemeClr val="lt1"/>
                        </a:solidFill>
                        <a:latin typeface="Outfit Medium"/>
                        <a:ea typeface="Outfit Medium"/>
                        <a:cs typeface="Outfit Medium"/>
                        <a:sym typeface="Outfit Medium"/>
                      </a:endParaRPr>
                    </a:p>
                  </a:txBody>
                  <a:tcPr marT="91425" marB="91425" marR="91425" marL="91425"/>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p105"/>
          <p:cNvSpPr txBox="1"/>
          <p:nvPr>
            <p:ph type="title"/>
          </p:nvPr>
        </p:nvSpPr>
        <p:spPr>
          <a:xfrm>
            <a:off x="284775" y="282900"/>
            <a:ext cx="7851300" cy="49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Task 3: Raw Data Storage</a:t>
            </a:r>
            <a:endParaRPr sz="3000"/>
          </a:p>
        </p:txBody>
      </p:sp>
      <p:sp>
        <p:nvSpPr>
          <p:cNvPr id="1088" name="Google Shape;1088;p105"/>
          <p:cNvSpPr txBox="1"/>
          <p:nvPr>
            <p:ph idx="4294967295" type="body"/>
          </p:nvPr>
        </p:nvSpPr>
        <p:spPr>
          <a:xfrm>
            <a:off x="284700" y="1152875"/>
            <a:ext cx="8574600" cy="3597900"/>
          </a:xfrm>
          <a:prstGeom prst="rect">
            <a:avLst/>
          </a:prstGeom>
        </p:spPr>
        <p:txBody>
          <a:bodyPr anchorCtr="0" anchor="t" bIns="0" lIns="0" spcFirstLastPara="1" rIns="0" wrap="square" tIns="0">
            <a:noAutofit/>
          </a:bodyPr>
          <a:lstStyle/>
          <a:p>
            <a:pPr indent="0" lvl="0" marL="0" rtl="0" algn="l">
              <a:lnSpc>
                <a:spcPct val="150000"/>
              </a:lnSpc>
              <a:spcBef>
                <a:spcPts val="0"/>
              </a:spcBef>
              <a:spcAft>
                <a:spcPts val="0"/>
              </a:spcAft>
              <a:buNone/>
            </a:pPr>
            <a:r>
              <a:rPr b="1" lang="en" sz="800">
                <a:solidFill>
                  <a:schemeClr val="accent5"/>
                </a:solidFill>
                <a:latin typeface="Arial"/>
                <a:ea typeface="Arial"/>
                <a:cs typeface="Arial"/>
                <a:sym typeface="Arial"/>
              </a:rPr>
              <a:t>    » python -m storage.storage_manager</a:t>
            </a:r>
            <a:endParaRPr b="1" sz="800">
              <a:solidFill>
                <a:schemeClr val="accent5"/>
              </a:solidFill>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  RecoMart - Data Lake Storage Manager</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a:t>
            </a:r>
            <a:endParaRPr b="1" sz="600">
              <a:latin typeface="Arial"/>
              <a:ea typeface="Arial"/>
              <a:cs typeface="Arial"/>
              <a:sym typeface="Arial"/>
            </a:endParaRPr>
          </a:p>
          <a:p>
            <a:pPr indent="0" lvl="0" marL="0" rtl="0" algn="l">
              <a:lnSpc>
                <a:spcPct val="150000"/>
              </a:lnSpc>
              <a:spcBef>
                <a:spcPts val="0"/>
              </a:spcBef>
              <a:spcAft>
                <a:spcPts val="0"/>
              </a:spcAft>
              <a:buNone/>
            </a:pPr>
            <a:r>
              <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[1] Initializing data lake layers ...</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22:40:06 | INFO     | storage_manager |   Layer 'raw' -&gt; D:\Data\Portfolio\Projects\Python\e2e-pipeline\data_lake\raw  (Unprocessed data exactly as ingested from sources)</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22:40:06 | INFO     | storage_manager |   Layer 'staging' -&gt; D:\Data\Portfolio\Projects\Python\e2e-pipeline\data_lake\staging  (Validated and lightly cleaned data (post-quality checks))</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22:40:06 | INFO     | storage_manager |   Layer 'curated' -&gt; D:\Data\Portfolio\Projects\Python\e2e-pipeline\data_lake\curated  (Fully cleaned, transformed, feature-engineered data)</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22:40:06 | INFO     | storage_manager |   Layer 'serving' -&gt; D:\Data\Portfolio\Projects\Python\e2e-pipeline\data_lake\serving  (Model-ready features and inference outputs)</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a:t>
            </a:r>
            <a:endParaRPr b="1" sz="600">
              <a:latin typeface="Arial"/>
              <a:ea typeface="Arial"/>
              <a:cs typeface="Arial"/>
              <a:sym typeface="Arial"/>
            </a:endParaRPr>
          </a:p>
          <a:p>
            <a:pPr indent="0" lvl="0" marL="0" rtl="0" algn="l">
              <a:lnSpc>
                <a:spcPct val="150000"/>
              </a:lnSpc>
              <a:spcBef>
                <a:spcPts val="0"/>
              </a:spcBef>
              <a:spcAft>
                <a:spcPts val="0"/>
              </a:spcAft>
              <a:buNone/>
            </a:pPr>
            <a:r>
              <a:rPr b="1" lang="en" sz="800">
                <a:solidFill>
                  <a:schemeClr val="accent5"/>
                </a:solidFill>
                <a:latin typeface="Arial"/>
                <a:ea typeface="Arial"/>
                <a:cs typeface="Arial"/>
                <a:sym typeface="Arial"/>
              </a:rPr>
              <a:t>.    » python -m storage.storage_manager --verify</a:t>
            </a:r>
            <a:endParaRPr b="1" sz="800">
              <a:solidFill>
                <a:schemeClr val="accent5"/>
              </a:solidFill>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[4] Verifying checksums ...</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22:40:07 | INFO     | storage_manager |   [OK] MATCH  customers\csv\2026-04-24\olist_customers_dataset.csv</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22:40:07 | INFO     | storage_manager |   [OK] MATCH  geolocation\csv\2026-04-24\olist_geolocation_dataset.csv</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22:40:07 | INFO     | storage_manager |   [OK] MATCH  orders\csv\2026-04-24\olist_orders_dataset.csv</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22:40:07 | INFO     | storage_manager |   [OK] MATCH  order_items\csv\2026-04-24\olist_order_items_dataset.csv</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22:40:07 | INFO     | storage_manager |   [OK] MATCH  order_payments\csv\2026-04-24\olist_order_payments_dataset.csv</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22:40:07 | INFO     | storage_manager |   [OK] MATCH  order_reviews\csv\2026-04-24\olist_order_reviews_dataset.csv</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22:40:07 | INFO     | storage_manager |   [OK] MATCH  products\csv\2026-04-24\olist_products_dataset.csv</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22:40:07 | INFO     | storage_manager |   [OK] MATCH  product_category_name_translation\csv\2026-04-24\product_category_name_translation.csv</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22:40:07 | INFO     | storage_manager |   [OK] MATCH  sellers\csv\2026-04-24\olist_sellers_dataset.csv</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    Verified   : 9</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    Mismatched : 0</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    Skipped    : 0</a:t>
            </a:r>
            <a:endParaRPr b="1" sz="600">
              <a:latin typeface="Arial"/>
              <a:ea typeface="Arial"/>
              <a:cs typeface="Arial"/>
              <a:sym typeface="Arial"/>
            </a:endParaRPr>
          </a:p>
          <a:p>
            <a:pPr indent="0" lvl="0" marL="0" rtl="0" algn="l">
              <a:lnSpc>
                <a:spcPct val="150000"/>
              </a:lnSpc>
              <a:spcBef>
                <a:spcPts val="0"/>
              </a:spcBef>
              <a:spcAft>
                <a:spcPts val="0"/>
              </a:spcAft>
              <a:buNone/>
            </a:pPr>
            <a:r>
              <a:t/>
            </a:r>
            <a:endParaRPr b="1" sz="600">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2" name="Shape 1092"/>
        <p:cNvGrpSpPr/>
        <p:nvPr/>
      </p:nvGrpSpPr>
      <p:grpSpPr>
        <a:xfrm>
          <a:off x="0" y="0"/>
          <a:ext cx="0" cy="0"/>
          <a:chOff x="0" y="0"/>
          <a:chExt cx="0" cy="0"/>
        </a:xfrm>
      </p:grpSpPr>
      <p:sp>
        <p:nvSpPr>
          <p:cNvPr id="1093" name="Google Shape;1093;p106"/>
          <p:cNvSpPr txBox="1"/>
          <p:nvPr>
            <p:ph type="title"/>
          </p:nvPr>
        </p:nvSpPr>
        <p:spPr>
          <a:xfrm>
            <a:off x="284775" y="282900"/>
            <a:ext cx="7851300" cy="49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Task 4: Data Profiling and Validation</a:t>
            </a:r>
            <a:endParaRPr sz="3000"/>
          </a:p>
        </p:txBody>
      </p:sp>
      <p:sp>
        <p:nvSpPr>
          <p:cNvPr id="1094" name="Google Shape;1094;p106"/>
          <p:cNvSpPr txBox="1"/>
          <p:nvPr>
            <p:ph idx="4294967295" type="body"/>
          </p:nvPr>
        </p:nvSpPr>
        <p:spPr>
          <a:xfrm>
            <a:off x="284700" y="1152875"/>
            <a:ext cx="8574600" cy="3873300"/>
          </a:xfrm>
          <a:prstGeom prst="rect">
            <a:avLst/>
          </a:prstGeom>
        </p:spPr>
        <p:txBody>
          <a:bodyPr anchorCtr="0" anchor="t" bIns="0" lIns="0" spcFirstLastPara="1" rIns="0" wrap="square" tIns="0">
            <a:noAutofit/>
          </a:bodyPr>
          <a:lstStyle/>
          <a:p>
            <a:pPr indent="-342900" lvl="0" marL="457200" rtl="0" algn="l">
              <a:lnSpc>
                <a:spcPct val="150000"/>
              </a:lnSpc>
              <a:spcBef>
                <a:spcPts val="0"/>
              </a:spcBef>
              <a:spcAft>
                <a:spcPts val="0"/>
              </a:spcAft>
              <a:buSzPts val="1800"/>
              <a:buFont typeface="Outfit Medium"/>
              <a:buChar char="●"/>
            </a:pPr>
            <a:r>
              <a:rPr b="1" lang="en" sz="1800">
                <a:latin typeface="Outfit"/>
                <a:ea typeface="Outfit"/>
                <a:cs typeface="Outfit"/>
                <a:sym typeface="Outfit"/>
              </a:rPr>
              <a:t>Objective:</a:t>
            </a:r>
            <a:r>
              <a:rPr lang="en" sz="1800">
                <a:latin typeface="Outfit Medium"/>
                <a:ea typeface="Outfit Medium"/>
                <a:cs typeface="Outfit Medium"/>
                <a:sym typeface="Outfit Medium"/>
              </a:rPr>
              <a:t> </a:t>
            </a:r>
            <a:r>
              <a:rPr lang="en" sz="1800">
                <a:latin typeface="Outfit Medium"/>
                <a:ea typeface="Outfit Medium"/>
                <a:cs typeface="Outfit Medium"/>
                <a:sym typeface="Outfit Medium"/>
              </a:rPr>
              <a:t>Ensure high data quality before processing</a:t>
            </a:r>
            <a:endParaRPr sz="1800">
              <a:latin typeface="Outfit Medium"/>
              <a:ea typeface="Outfit Medium"/>
              <a:cs typeface="Outfit Medium"/>
              <a:sym typeface="Outfit Medium"/>
            </a:endParaRPr>
          </a:p>
          <a:p>
            <a:pPr indent="-342900" lvl="0" marL="457200" rtl="0" algn="l">
              <a:lnSpc>
                <a:spcPct val="100000"/>
              </a:lnSpc>
              <a:spcBef>
                <a:spcPts val="0"/>
              </a:spcBef>
              <a:spcAft>
                <a:spcPts val="0"/>
              </a:spcAft>
              <a:buSzPts val="1800"/>
              <a:buFont typeface="Outfit Medium"/>
              <a:buChar char="●"/>
            </a:pPr>
            <a:r>
              <a:rPr lang="en" sz="1800">
                <a:latin typeface="Outfit Medium"/>
                <a:ea typeface="Outfit Medium"/>
                <a:cs typeface="Outfit Medium"/>
                <a:sym typeface="Outfit Medium"/>
              </a:rPr>
              <a:t>We built automated "Quality Gates" using Pandas and schema validation logic. The system checks for null values, duplicate entries, and invalid rating ranges (e.g., verifying ratings are strictly between 1 to 5). A Data Quality Report is generated to provide a "health check" before any data enters the modeling stage</a:t>
            </a:r>
            <a:endParaRPr sz="1800">
              <a:latin typeface="Outfit Medium"/>
              <a:ea typeface="Outfit Medium"/>
              <a:cs typeface="Outfit Medium"/>
              <a:sym typeface="Outfit Medium"/>
            </a:endParaRPr>
          </a:p>
          <a:p>
            <a:pPr indent="-342900" lvl="0" marL="457200" rtl="0" algn="l">
              <a:lnSpc>
                <a:spcPct val="150000"/>
              </a:lnSpc>
              <a:spcBef>
                <a:spcPts val="1000"/>
              </a:spcBef>
              <a:spcAft>
                <a:spcPts val="0"/>
              </a:spcAft>
              <a:buSzPts val="1800"/>
              <a:buFont typeface="Outfit Medium"/>
              <a:buChar char="●"/>
            </a:pPr>
            <a:r>
              <a:rPr b="1" lang="en" sz="1800">
                <a:latin typeface="Outfit"/>
                <a:ea typeface="Outfit"/>
                <a:cs typeface="Outfit"/>
                <a:sym typeface="Outfit"/>
              </a:rPr>
              <a:t>Tools Used:</a:t>
            </a:r>
            <a:r>
              <a:rPr lang="en" sz="1800">
                <a:latin typeface="Outfit Medium"/>
                <a:ea typeface="Outfit Medium"/>
                <a:cs typeface="Outfit Medium"/>
                <a:sym typeface="Outfit Medium"/>
              </a:rPr>
              <a:t> </a:t>
            </a:r>
            <a:r>
              <a:rPr lang="en" sz="1800">
                <a:latin typeface="Outfit Medium"/>
                <a:ea typeface="Outfit Medium"/>
                <a:cs typeface="Outfit Medium"/>
                <a:sym typeface="Outfit Medium"/>
              </a:rPr>
              <a:t>Python, Pandas</a:t>
            </a:r>
            <a:endParaRPr sz="1800">
              <a:latin typeface="Outfit Medium"/>
              <a:ea typeface="Outfit Medium"/>
              <a:cs typeface="Outfit Medium"/>
              <a:sym typeface="Outfit Medium"/>
            </a:endParaRPr>
          </a:p>
          <a:p>
            <a:pPr indent="-342900" lvl="1" marL="914400" rtl="0" algn="l">
              <a:lnSpc>
                <a:spcPct val="100000"/>
              </a:lnSpc>
              <a:spcBef>
                <a:spcPts val="0"/>
              </a:spcBef>
              <a:spcAft>
                <a:spcPts val="0"/>
              </a:spcAft>
              <a:buSzPts val="1800"/>
              <a:buFont typeface="Outfit Medium"/>
              <a:buChar char="○"/>
            </a:pPr>
            <a:r>
              <a:rPr lang="en" sz="1800">
                <a:solidFill>
                  <a:srgbClr val="FFFFFF"/>
                </a:solidFill>
                <a:highlight>
                  <a:srgbClr val="434343"/>
                </a:highlight>
                <a:latin typeface="Outfit Medium"/>
                <a:ea typeface="Outfit Medium"/>
                <a:cs typeface="Outfit Medium"/>
                <a:sym typeface="Outfit Medium"/>
              </a:rPr>
              <a:t>validation/validate_data.py</a:t>
            </a:r>
            <a:endParaRPr sz="1800">
              <a:latin typeface="Outfit Medium"/>
              <a:ea typeface="Outfit Medium"/>
              <a:cs typeface="Outfit Medium"/>
              <a:sym typeface="Outfit Medium"/>
            </a:endParaRPr>
          </a:p>
          <a:p>
            <a:pPr indent="-342900" lvl="0" marL="457200" rtl="0" algn="l">
              <a:lnSpc>
                <a:spcPct val="150000"/>
              </a:lnSpc>
              <a:spcBef>
                <a:spcPts val="1000"/>
              </a:spcBef>
              <a:spcAft>
                <a:spcPts val="0"/>
              </a:spcAft>
              <a:buSzPts val="1800"/>
              <a:buFont typeface="Outfit Medium"/>
              <a:buChar char="●"/>
            </a:pPr>
            <a:r>
              <a:rPr b="1" lang="en" sz="1800">
                <a:latin typeface="Outfit"/>
                <a:ea typeface="Outfit"/>
                <a:cs typeface="Outfit"/>
                <a:sym typeface="Outfit"/>
              </a:rPr>
              <a:t>Input:</a:t>
            </a:r>
            <a:r>
              <a:rPr lang="en" sz="1800">
                <a:latin typeface="Outfit Medium"/>
                <a:ea typeface="Outfit Medium"/>
                <a:cs typeface="Outfit Medium"/>
                <a:sym typeface="Outfit Medium"/>
              </a:rPr>
              <a:t> </a:t>
            </a:r>
            <a:r>
              <a:rPr lang="en" sz="1800">
                <a:latin typeface="Outfit Medium"/>
                <a:ea typeface="Outfit Medium"/>
                <a:cs typeface="Outfit Medium"/>
                <a:sym typeface="Outfit Medium"/>
              </a:rPr>
              <a:t>Raw data from the Data Lake</a:t>
            </a:r>
            <a:endParaRPr sz="1800">
              <a:latin typeface="Outfit Medium"/>
              <a:ea typeface="Outfit Medium"/>
              <a:cs typeface="Outfit Medium"/>
              <a:sym typeface="Outfit Medium"/>
            </a:endParaRPr>
          </a:p>
          <a:p>
            <a:pPr indent="-342900" lvl="0" marL="457200" rtl="0" algn="l">
              <a:lnSpc>
                <a:spcPct val="150000"/>
              </a:lnSpc>
              <a:spcBef>
                <a:spcPts val="0"/>
              </a:spcBef>
              <a:spcAft>
                <a:spcPts val="0"/>
              </a:spcAft>
              <a:buSzPts val="1800"/>
              <a:buFont typeface="Outfit Medium"/>
              <a:buChar char="●"/>
            </a:pPr>
            <a:r>
              <a:rPr b="1" lang="en" sz="1800">
                <a:latin typeface="Outfit"/>
                <a:ea typeface="Outfit"/>
                <a:cs typeface="Outfit"/>
                <a:sym typeface="Outfit"/>
              </a:rPr>
              <a:t>Output: </a:t>
            </a:r>
            <a:r>
              <a:rPr lang="en" sz="1800">
                <a:solidFill>
                  <a:srgbClr val="FFFFFF"/>
                </a:solidFill>
                <a:highlight>
                  <a:srgbClr val="434343"/>
                </a:highlight>
                <a:latin typeface="Outfit Medium"/>
                <a:ea typeface="Outfit Medium"/>
                <a:cs typeface="Outfit Medium"/>
                <a:sym typeface="Outfit Medium"/>
              </a:rPr>
              <a:t>logs/validation.log</a:t>
            </a:r>
            <a:r>
              <a:rPr lang="en" sz="1800">
                <a:latin typeface="Outfit Medium"/>
                <a:ea typeface="Outfit Medium"/>
                <a:cs typeface="Outfit Medium"/>
                <a:sym typeface="Outfit Medium"/>
              </a:rPr>
              <a:t> &amp; </a:t>
            </a:r>
            <a:r>
              <a:rPr lang="en" sz="1800">
                <a:solidFill>
                  <a:srgbClr val="FFFFFF"/>
                </a:solidFill>
                <a:highlight>
                  <a:srgbClr val="434343"/>
                </a:highlight>
                <a:latin typeface="Outfit Medium"/>
                <a:ea typeface="Outfit Medium"/>
                <a:cs typeface="Outfit Medium"/>
                <a:sym typeface="Outfit Medium"/>
              </a:rPr>
              <a:t>reports/data_quality_report.json</a:t>
            </a:r>
            <a:endParaRPr sz="1800">
              <a:latin typeface="Outfit Medium"/>
              <a:ea typeface="Outfit Medium"/>
              <a:cs typeface="Outfit Medium"/>
              <a:sym typeface="Outfit Medium"/>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8" name="Shape 1098"/>
        <p:cNvGrpSpPr/>
        <p:nvPr/>
      </p:nvGrpSpPr>
      <p:grpSpPr>
        <a:xfrm>
          <a:off x="0" y="0"/>
          <a:ext cx="0" cy="0"/>
          <a:chOff x="0" y="0"/>
          <a:chExt cx="0" cy="0"/>
        </a:xfrm>
      </p:grpSpPr>
      <p:sp>
        <p:nvSpPr>
          <p:cNvPr id="1099" name="Google Shape;1099;p107"/>
          <p:cNvSpPr txBox="1"/>
          <p:nvPr>
            <p:ph type="title"/>
          </p:nvPr>
        </p:nvSpPr>
        <p:spPr>
          <a:xfrm>
            <a:off x="284775" y="282900"/>
            <a:ext cx="7851300" cy="49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Task 4: Data Profiling and Validation</a:t>
            </a:r>
            <a:endParaRPr/>
          </a:p>
        </p:txBody>
      </p:sp>
      <p:sp>
        <p:nvSpPr>
          <p:cNvPr id="1100" name="Google Shape;1100;p107"/>
          <p:cNvSpPr txBox="1"/>
          <p:nvPr>
            <p:ph idx="4294967295" type="body"/>
          </p:nvPr>
        </p:nvSpPr>
        <p:spPr>
          <a:xfrm>
            <a:off x="284700" y="1152875"/>
            <a:ext cx="8574600" cy="3597900"/>
          </a:xfrm>
          <a:prstGeom prst="rect">
            <a:avLst/>
          </a:prstGeom>
        </p:spPr>
        <p:txBody>
          <a:bodyPr anchorCtr="0" anchor="t" bIns="0" lIns="0" spcFirstLastPara="1" rIns="0" wrap="square" tIns="0">
            <a:noAutofit/>
          </a:bodyPr>
          <a:lstStyle/>
          <a:p>
            <a:pPr indent="0" lvl="0" marL="0" rtl="0" algn="l">
              <a:lnSpc>
                <a:spcPct val="150000"/>
              </a:lnSpc>
              <a:spcBef>
                <a:spcPts val="0"/>
              </a:spcBef>
              <a:spcAft>
                <a:spcPts val="0"/>
              </a:spcAft>
              <a:buNone/>
            </a:pPr>
            <a:r>
              <a:rPr b="1" lang="en" sz="800">
                <a:solidFill>
                  <a:schemeClr val="accent5"/>
                </a:solidFill>
                <a:latin typeface="Arial"/>
                <a:ea typeface="Arial"/>
                <a:cs typeface="Arial"/>
                <a:sym typeface="Arial"/>
              </a:rPr>
              <a:t>    » python -m validation.validate_data</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22:40:08 | INFO     | validation | ======================================================================</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22:40:08 | INFO     | validation | DATA PROFILING &amp; VALIDATION - START</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22:40:08 | INFO     | validation |   Timestamp : 2026-04-24T22:40:08.467624</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22:40:08 | INFO     | validation |   Raw layer  : D:\Data\Portfolio\Projects\Python\e2e-pipeline\data_lake/raw</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22:40:08 | INFO     | validation |   Source     : D:\Data\Portfolio\Projects\Python\e2e-pipeline\dataset</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22:40:08 | INFO     | validation | ======================================================================</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22:40:08 | INFO     | validation | Using latest ingested raw file: D:\Data\Portfolio\Projects\Python\e2e-pipeline\data_lake/raw\customers\csv\2026-04-24\olist_customers_dataset.csv</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a:t>
            </a:r>
            <a:endParaRPr b="1" sz="600">
              <a:latin typeface="Arial"/>
              <a:ea typeface="Arial"/>
              <a:cs typeface="Arial"/>
              <a:sym typeface="Arial"/>
            </a:endParaRPr>
          </a:p>
          <a:p>
            <a:pPr indent="0" lvl="0" marL="0" rtl="0" algn="l">
              <a:lnSpc>
                <a:spcPct val="150000"/>
              </a:lnSpc>
              <a:spcBef>
                <a:spcPts val="0"/>
              </a:spcBef>
              <a:spcAft>
                <a:spcPts val="0"/>
              </a:spcAft>
              <a:buNone/>
            </a:pPr>
            <a:r>
              <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22:40:14 | INFO     | validation |   -&gt; Overall: PASS</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22:40:14 | INFO     | validation |   JSON report: D:\Data\Portfolio\Projects\Python\e2e-pipeline\reports\20260424_224014_data_quality_report.json</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22:40:14 | INFO     | validation |   Markdown report: D:\Data\Portfolio\Projects\Python\e2e-pipeline\reports\20260424_224014_data_quality_report.md</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22:40:14 | INFO     | validation | ======================================================================</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22:40:14 | INFO     | validation | DATA PROFILING &amp; VALIDATION - COMPLETE</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22:40:14 | INFO     | validation |   Total datasets : 9</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22:40:14 | INFO     | validation |   PASS           : 8</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22:40:14 | INFO     | validation |   WARNING        : 1</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22:40:14 | INFO     | validation |   ERROR          : 0</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22:40:14 | INFO     | validation | ======================================================================</a:t>
            </a:r>
            <a:endParaRPr b="1" sz="600">
              <a:latin typeface="Arial"/>
              <a:ea typeface="Arial"/>
              <a:cs typeface="Arial"/>
              <a:sym typeface="Arial"/>
            </a:endParaRPr>
          </a:p>
          <a:p>
            <a:pPr indent="0" lvl="0" marL="0" rtl="0" algn="l">
              <a:lnSpc>
                <a:spcPct val="150000"/>
              </a:lnSpc>
              <a:spcBef>
                <a:spcPts val="0"/>
              </a:spcBef>
              <a:spcAft>
                <a:spcPts val="0"/>
              </a:spcAft>
              <a:buNone/>
            </a:pPr>
            <a:r>
              <a:t/>
            </a:r>
            <a:endParaRPr b="1" sz="600">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4" name="Shape 1104"/>
        <p:cNvGrpSpPr/>
        <p:nvPr/>
      </p:nvGrpSpPr>
      <p:grpSpPr>
        <a:xfrm>
          <a:off x="0" y="0"/>
          <a:ext cx="0" cy="0"/>
          <a:chOff x="0" y="0"/>
          <a:chExt cx="0" cy="0"/>
        </a:xfrm>
      </p:grpSpPr>
      <p:sp>
        <p:nvSpPr>
          <p:cNvPr id="1105" name="Google Shape;1105;p108"/>
          <p:cNvSpPr txBox="1"/>
          <p:nvPr>
            <p:ph type="title"/>
          </p:nvPr>
        </p:nvSpPr>
        <p:spPr>
          <a:xfrm>
            <a:off x="284775" y="282900"/>
            <a:ext cx="7851300" cy="49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Task 5: Data Preparation &amp; EDA</a:t>
            </a:r>
            <a:endParaRPr sz="3000"/>
          </a:p>
        </p:txBody>
      </p:sp>
      <p:sp>
        <p:nvSpPr>
          <p:cNvPr id="1106" name="Google Shape;1106;p108"/>
          <p:cNvSpPr txBox="1"/>
          <p:nvPr>
            <p:ph idx="4294967295" type="body"/>
          </p:nvPr>
        </p:nvSpPr>
        <p:spPr>
          <a:xfrm>
            <a:off x="284700" y="1152875"/>
            <a:ext cx="8574600" cy="3881400"/>
          </a:xfrm>
          <a:prstGeom prst="rect">
            <a:avLst/>
          </a:prstGeom>
        </p:spPr>
        <p:txBody>
          <a:bodyPr anchorCtr="0" anchor="t" bIns="0" lIns="0" spcFirstLastPara="1" rIns="0" wrap="square" tIns="0">
            <a:noAutofit/>
          </a:bodyPr>
          <a:lstStyle/>
          <a:p>
            <a:pPr indent="-336550" lvl="0" marL="457200" rtl="0" algn="l">
              <a:lnSpc>
                <a:spcPct val="150000"/>
              </a:lnSpc>
              <a:spcBef>
                <a:spcPts val="0"/>
              </a:spcBef>
              <a:spcAft>
                <a:spcPts val="0"/>
              </a:spcAft>
              <a:buSzPts val="1700"/>
              <a:buFont typeface="Outfit Medium"/>
              <a:buChar char="●"/>
            </a:pPr>
            <a:r>
              <a:rPr b="1" lang="en" sz="1700">
                <a:latin typeface="Outfit"/>
                <a:ea typeface="Outfit"/>
                <a:cs typeface="Outfit"/>
                <a:sym typeface="Outfit"/>
              </a:rPr>
              <a:t>Objective:</a:t>
            </a:r>
            <a:r>
              <a:rPr lang="en" sz="1700">
                <a:latin typeface="Outfit Medium"/>
                <a:ea typeface="Outfit Medium"/>
                <a:cs typeface="Outfit Medium"/>
                <a:sym typeface="Outfit Medium"/>
              </a:rPr>
              <a:t> </a:t>
            </a:r>
            <a:r>
              <a:rPr lang="en" sz="1700">
                <a:latin typeface="Outfit Medium"/>
                <a:ea typeface="Outfit Medium"/>
                <a:cs typeface="Outfit Medium"/>
                <a:sym typeface="Outfit Medium"/>
              </a:rPr>
              <a:t>Transform raw data into a clean, usable format</a:t>
            </a:r>
            <a:endParaRPr sz="1700">
              <a:latin typeface="Outfit Medium"/>
              <a:ea typeface="Outfit Medium"/>
              <a:cs typeface="Outfit Medium"/>
              <a:sym typeface="Outfit Medium"/>
            </a:endParaRPr>
          </a:p>
          <a:p>
            <a:pPr indent="-336550" lvl="0" marL="457200" rtl="0" algn="l">
              <a:lnSpc>
                <a:spcPct val="100000"/>
              </a:lnSpc>
              <a:spcBef>
                <a:spcPts val="0"/>
              </a:spcBef>
              <a:spcAft>
                <a:spcPts val="0"/>
              </a:spcAft>
              <a:buSzPts val="1700"/>
              <a:buFont typeface="Outfit Medium"/>
              <a:buChar char="●"/>
            </a:pPr>
            <a:r>
              <a:rPr lang="en" sz="1700">
                <a:latin typeface="Outfit Medium"/>
                <a:ea typeface="Outfit Medium"/>
                <a:cs typeface="Outfit Medium"/>
                <a:sym typeface="Outfit Medium"/>
              </a:rPr>
              <a:t>This stage involves handling missing user interactions and encoding categorical attributes (like product categories) into numerical formats. We conducted Exploratory Data Analysis (EDA) to visualize user-item sparsity and item popularity, ensuring the data distributions are suitable for a recommendation engine</a:t>
            </a:r>
            <a:endParaRPr sz="1700">
              <a:latin typeface="Outfit Medium"/>
              <a:ea typeface="Outfit Medium"/>
              <a:cs typeface="Outfit Medium"/>
              <a:sym typeface="Outfit Medium"/>
            </a:endParaRPr>
          </a:p>
          <a:p>
            <a:pPr indent="-336550" lvl="0" marL="457200" rtl="0" algn="l">
              <a:lnSpc>
                <a:spcPct val="150000"/>
              </a:lnSpc>
              <a:spcBef>
                <a:spcPts val="1000"/>
              </a:spcBef>
              <a:spcAft>
                <a:spcPts val="0"/>
              </a:spcAft>
              <a:buSzPts val="1700"/>
              <a:buFont typeface="Outfit Medium"/>
              <a:buChar char="●"/>
            </a:pPr>
            <a:r>
              <a:rPr b="1" lang="en" sz="1700">
                <a:latin typeface="Outfit"/>
                <a:ea typeface="Outfit"/>
                <a:cs typeface="Outfit"/>
                <a:sym typeface="Outfit"/>
              </a:rPr>
              <a:t>Tools Used:</a:t>
            </a:r>
            <a:r>
              <a:rPr lang="en" sz="1700">
                <a:latin typeface="Outfit Medium"/>
                <a:ea typeface="Outfit Medium"/>
                <a:cs typeface="Outfit Medium"/>
                <a:sym typeface="Outfit Medium"/>
              </a:rPr>
              <a:t> </a:t>
            </a:r>
            <a:r>
              <a:rPr lang="en" sz="1700">
                <a:latin typeface="Outfit Medium"/>
                <a:ea typeface="Outfit Medium"/>
                <a:cs typeface="Outfit Medium"/>
                <a:sym typeface="Outfit Medium"/>
              </a:rPr>
              <a:t>Jupyter Notebooks, Pandas, Matplotlib</a:t>
            </a:r>
            <a:endParaRPr sz="1700">
              <a:latin typeface="Outfit Medium"/>
              <a:ea typeface="Outfit Medium"/>
              <a:cs typeface="Outfit Medium"/>
              <a:sym typeface="Outfit Medium"/>
            </a:endParaRPr>
          </a:p>
          <a:p>
            <a:pPr indent="-336550" lvl="1" marL="914400" rtl="0" algn="l">
              <a:lnSpc>
                <a:spcPct val="150000"/>
              </a:lnSpc>
              <a:spcBef>
                <a:spcPts val="0"/>
              </a:spcBef>
              <a:spcAft>
                <a:spcPts val="0"/>
              </a:spcAft>
              <a:buSzPts val="1700"/>
              <a:buFont typeface="Outfit Medium"/>
              <a:buChar char="○"/>
            </a:pPr>
            <a:r>
              <a:rPr lang="en" sz="1700">
                <a:solidFill>
                  <a:srgbClr val="FFFFFF"/>
                </a:solidFill>
                <a:highlight>
                  <a:srgbClr val="434343"/>
                </a:highlight>
                <a:latin typeface="Outfit Medium"/>
                <a:ea typeface="Outfit Medium"/>
                <a:cs typeface="Outfit Medium"/>
                <a:sym typeface="Outfit Medium"/>
              </a:rPr>
              <a:t>preparation/prepare_data.py</a:t>
            </a:r>
            <a:endParaRPr sz="1700">
              <a:latin typeface="Outfit Medium"/>
              <a:ea typeface="Outfit Medium"/>
              <a:cs typeface="Outfit Medium"/>
              <a:sym typeface="Outfit Medium"/>
            </a:endParaRPr>
          </a:p>
          <a:p>
            <a:pPr indent="-336550" lvl="0" marL="457200" rtl="0" algn="l">
              <a:lnSpc>
                <a:spcPct val="150000"/>
              </a:lnSpc>
              <a:spcBef>
                <a:spcPts val="0"/>
              </a:spcBef>
              <a:spcAft>
                <a:spcPts val="0"/>
              </a:spcAft>
              <a:buSzPts val="1700"/>
              <a:buFont typeface="Outfit Medium"/>
              <a:buChar char="●"/>
            </a:pPr>
            <a:r>
              <a:rPr b="1" lang="en" sz="1700">
                <a:latin typeface="Outfit"/>
                <a:ea typeface="Outfit"/>
                <a:cs typeface="Outfit"/>
                <a:sym typeface="Outfit"/>
              </a:rPr>
              <a:t>Input:</a:t>
            </a:r>
            <a:r>
              <a:rPr lang="en" sz="1700">
                <a:latin typeface="Outfit Medium"/>
                <a:ea typeface="Outfit Medium"/>
                <a:cs typeface="Outfit Medium"/>
                <a:sym typeface="Outfit Medium"/>
              </a:rPr>
              <a:t> </a:t>
            </a:r>
            <a:r>
              <a:rPr lang="en" sz="1700">
                <a:latin typeface="Outfit Medium"/>
                <a:ea typeface="Outfit Medium"/>
                <a:cs typeface="Outfit Medium"/>
                <a:sym typeface="Outfit Medium"/>
              </a:rPr>
              <a:t>Validated raw data</a:t>
            </a:r>
            <a:endParaRPr sz="1700">
              <a:latin typeface="Outfit Medium"/>
              <a:ea typeface="Outfit Medium"/>
              <a:cs typeface="Outfit Medium"/>
              <a:sym typeface="Outfit Medium"/>
            </a:endParaRPr>
          </a:p>
          <a:p>
            <a:pPr indent="-336550" lvl="0" marL="457200" rtl="0" algn="l">
              <a:lnSpc>
                <a:spcPct val="150000"/>
              </a:lnSpc>
              <a:spcBef>
                <a:spcPts val="0"/>
              </a:spcBef>
              <a:spcAft>
                <a:spcPts val="0"/>
              </a:spcAft>
              <a:buSzPts val="1700"/>
              <a:buFont typeface="Outfit Medium"/>
              <a:buChar char="●"/>
            </a:pPr>
            <a:r>
              <a:rPr b="1" lang="en" sz="1700">
                <a:latin typeface="Outfit"/>
                <a:ea typeface="Outfit"/>
                <a:cs typeface="Outfit"/>
                <a:sym typeface="Outfit"/>
              </a:rPr>
              <a:t>Output: </a:t>
            </a:r>
            <a:endParaRPr b="1" sz="1700">
              <a:latin typeface="Outfit"/>
              <a:ea typeface="Outfit"/>
              <a:cs typeface="Outfit"/>
              <a:sym typeface="Outfit"/>
            </a:endParaRPr>
          </a:p>
          <a:p>
            <a:pPr indent="-317500" lvl="1" marL="914400" rtl="0" algn="l">
              <a:lnSpc>
                <a:spcPct val="100000"/>
              </a:lnSpc>
              <a:spcBef>
                <a:spcPts val="0"/>
              </a:spcBef>
              <a:spcAft>
                <a:spcPts val="0"/>
              </a:spcAft>
              <a:buSzPts val="1400"/>
              <a:buFont typeface="Outfit Medium"/>
              <a:buChar char="○"/>
            </a:pPr>
            <a:r>
              <a:rPr lang="en" sz="1400">
                <a:latin typeface="Outfit Medium"/>
                <a:ea typeface="Outfit Medium"/>
                <a:cs typeface="Outfit Medium"/>
                <a:sym typeface="Outfit Medium"/>
              </a:rPr>
              <a:t>Curated Datasets </a:t>
            </a:r>
            <a:r>
              <a:rPr lang="en" sz="1400">
                <a:solidFill>
                  <a:srgbClr val="FFFFFF"/>
                </a:solidFill>
                <a:highlight>
                  <a:srgbClr val="434343"/>
                </a:highlight>
                <a:latin typeface="Outfit Medium"/>
                <a:ea typeface="Outfit Medium"/>
                <a:cs typeface="Outfit Medium"/>
                <a:sym typeface="Outfit Medium"/>
              </a:rPr>
              <a:t> data_lake/curated</a:t>
            </a:r>
            <a:endParaRPr sz="1400">
              <a:latin typeface="Outfit Medium"/>
              <a:ea typeface="Outfit Medium"/>
              <a:cs typeface="Outfit Medium"/>
              <a:sym typeface="Outfit Medium"/>
            </a:endParaRPr>
          </a:p>
          <a:p>
            <a:pPr indent="-317500" lvl="1" marL="914400" rtl="0" algn="l">
              <a:lnSpc>
                <a:spcPct val="150000"/>
              </a:lnSpc>
              <a:spcBef>
                <a:spcPts val="0"/>
              </a:spcBef>
              <a:spcAft>
                <a:spcPts val="0"/>
              </a:spcAft>
              <a:buSzPts val="1400"/>
              <a:buFont typeface="Outfit Medium"/>
              <a:buChar char="○"/>
            </a:pPr>
            <a:r>
              <a:rPr lang="en" sz="1400">
                <a:latin typeface="Outfit Medium"/>
                <a:ea typeface="Outfit Medium"/>
                <a:cs typeface="Outfit Medium"/>
                <a:sym typeface="Outfit Medium"/>
              </a:rPr>
              <a:t>EDA plots </a:t>
            </a:r>
            <a:r>
              <a:rPr lang="en" sz="1400">
                <a:solidFill>
                  <a:srgbClr val="FFFFFF"/>
                </a:solidFill>
                <a:highlight>
                  <a:srgbClr val="434343"/>
                </a:highlight>
                <a:latin typeface="Outfit Medium"/>
                <a:ea typeface="Outfit Medium"/>
                <a:cs typeface="Outfit Medium"/>
                <a:sym typeface="Outfit Medium"/>
              </a:rPr>
              <a:t> reports/EDA</a:t>
            </a:r>
            <a:r>
              <a:rPr lang="en" sz="1400">
                <a:latin typeface="Outfit Medium"/>
                <a:ea typeface="Outfit Medium"/>
                <a:cs typeface="Outfit Medium"/>
                <a:sym typeface="Outfit Medium"/>
              </a:rPr>
              <a:t> </a:t>
            </a:r>
            <a:endParaRPr sz="1400">
              <a:latin typeface="Outfit Medium"/>
              <a:ea typeface="Outfit Medium"/>
              <a:cs typeface="Outfit Medium"/>
              <a:sym typeface="Outfit Medium"/>
            </a:endParaRPr>
          </a:p>
        </p:txBody>
      </p:sp>
      <p:graphicFrame>
        <p:nvGraphicFramePr>
          <p:cNvPr id="1107" name="Google Shape;1107;p108"/>
          <p:cNvGraphicFramePr/>
          <p:nvPr/>
        </p:nvGraphicFramePr>
        <p:xfrm>
          <a:off x="5854675" y="3083875"/>
          <a:ext cx="3000000" cy="3000000"/>
        </p:xfrm>
        <a:graphic>
          <a:graphicData uri="http://schemas.openxmlformats.org/drawingml/2006/table">
            <a:tbl>
              <a:tblPr>
                <a:noFill/>
                <a:tableStyleId>{72A19476-B624-49F0-A3CE-C49A92F90BF8}</a:tableStyleId>
              </a:tblPr>
              <a:tblGrid>
                <a:gridCol w="805050"/>
                <a:gridCol w="1946200"/>
              </a:tblGrid>
              <a:tr h="141950">
                <a:tc rowSpan="8">
                  <a:txBody>
                    <a:bodyPr/>
                    <a:lstStyle/>
                    <a:p>
                      <a:pPr indent="0" lvl="0" marL="0" rtl="0" algn="l">
                        <a:spcBef>
                          <a:spcPts val="0"/>
                        </a:spcBef>
                        <a:spcAft>
                          <a:spcPts val="0"/>
                        </a:spcAft>
                        <a:buNone/>
                      </a:pPr>
                      <a:r>
                        <a:rPr lang="en" sz="1000">
                          <a:solidFill>
                            <a:schemeClr val="lt1"/>
                          </a:solidFill>
                          <a:latin typeface="Outfit Medium"/>
                          <a:ea typeface="Outfit Medium"/>
                          <a:cs typeface="Outfit Medium"/>
                          <a:sym typeface="Outfit Medium"/>
                        </a:rPr>
                        <a:t>EDA Plots</a:t>
                      </a:r>
                      <a:endParaRPr sz="1000">
                        <a:solidFill>
                          <a:schemeClr val="lt1"/>
                        </a:solidFill>
                        <a:latin typeface="Outfit Medium"/>
                        <a:ea typeface="Outfit Medium"/>
                        <a:cs typeface="Outfit Medium"/>
                        <a:sym typeface="Outfit Medium"/>
                      </a:endParaRPr>
                    </a:p>
                  </a:txBody>
                  <a:tcPr marT="45700" marB="45700" marR="45700" marL="45700" anchor="ctr"/>
                </a:tc>
                <a:tc>
                  <a:txBody>
                    <a:bodyPr/>
                    <a:lstStyle/>
                    <a:p>
                      <a:pPr indent="0" lvl="0" marL="0" rtl="0" algn="l">
                        <a:spcBef>
                          <a:spcPts val="0"/>
                        </a:spcBef>
                        <a:spcAft>
                          <a:spcPts val="0"/>
                        </a:spcAft>
                        <a:buNone/>
                      </a:pPr>
                      <a:r>
                        <a:rPr lang="en" sz="1000">
                          <a:solidFill>
                            <a:schemeClr val="lt1"/>
                          </a:solidFill>
                          <a:latin typeface="Outfit Medium"/>
                          <a:ea typeface="Outfit Medium"/>
                          <a:cs typeface="Outfit Medium"/>
                          <a:sym typeface="Outfit Medium"/>
                        </a:rPr>
                        <a:t>Review Score Distribution</a:t>
                      </a:r>
                      <a:endParaRPr sz="1000">
                        <a:latin typeface="Outfit"/>
                        <a:ea typeface="Outfit"/>
                        <a:cs typeface="Outfit"/>
                        <a:sym typeface="Outfit"/>
                      </a:endParaRPr>
                    </a:p>
                  </a:txBody>
                  <a:tcPr marT="45700" marB="45700" marR="45700" marL="45700"/>
                </a:tc>
              </a:tr>
              <a:tr h="141950">
                <a:tc vMerge="1"/>
                <a:tc>
                  <a:txBody>
                    <a:bodyPr/>
                    <a:lstStyle/>
                    <a:p>
                      <a:pPr indent="0" lvl="0" marL="0" rtl="0" algn="l">
                        <a:spcBef>
                          <a:spcPts val="0"/>
                        </a:spcBef>
                        <a:spcAft>
                          <a:spcPts val="0"/>
                        </a:spcAft>
                        <a:buNone/>
                      </a:pPr>
                      <a:r>
                        <a:rPr lang="en" sz="1000">
                          <a:solidFill>
                            <a:schemeClr val="lt1"/>
                          </a:solidFill>
                          <a:latin typeface="Outfit Medium"/>
                          <a:ea typeface="Outfit Medium"/>
                          <a:cs typeface="Outfit Medium"/>
                          <a:sym typeface="Outfit Medium"/>
                        </a:rPr>
                        <a:t>Top Categories</a:t>
                      </a:r>
                      <a:endParaRPr sz="1000">
                        <a:latin typeface="Outfit"/>
                        <a:ea typeface="Outfit"/>
                        <a:cs typeface="Outfit"/>
                        <a:sym typeface="Outfit"/>
                      </a:endParaRPr>
                    </a:p>
                  </a:txBody>
                  <a:tcPr marT="45700" marB="45700" marR="45700" marL="45700"/>
                </a:tc>
              </a:tr>
              <a:tr h="141950">
                <a:tc vMerge="1"/>
                <a:tc>
                  <a:txBody>
                    <a:bodyPr/>
                    <a:lstStyle/>
                    <a:p>
                      <a:pPr indent="0" lvl="0" marL="0" rtl="0" algn="l">
                        <a:spcBef>
                          <a:spcPts val="0"/>
                        </a:spcBef>
                        <a:spcAft>
                          <a:spcPts val="0"/>
                        </a:spcAft>
                        <a:buNone/>
                      </a:pPr>
                      <a:r>
                        <a:rPr lang="en" sz="1000">
                          <a:solidFill>
                            <a:schemeClr val="lt1"/>
                          </a:solidFill>
                          <a:latin typeface="Outfit Medium"/>
                          <a:ea typeface="Outfit Medium"/>
                          <a:cs typeface="Outfit Medium"/>
                          <a:sym typeface="Outfit Medium"/>
                        </a:rPr>
                        <a:t>Item Popularity</a:t>
                      </a:r>
                      <a:endParaRPr sz="1000">
                        <a:latin typeface="Outfit"/>
                        <a:ea typeface="Outfit"/>
                        <a:cs typeface="Outfit"/>
                        <a:sym typeface="Outfit"/>
                      </a:endParaRPr>
                    </a:p>
                  </a:txBody>
                  <a:tcPr marT="45700" marB="45700" marR="45700" marL="45700"/>
                </a:tc>
              </a:tr>
              <a:tr h="141950">
                <a:tc vMerge="1"/>
                <a:tc>
                  <a:txBody>
                    <a:bodyPr/>
                    <a:lstStyle/>
                    <a:p>
                      <a:pPr indent="0" lvl="0" marL="0" rtl="0" algn="l">
                        <a:spcBef>
                          <a:spcPts val="0"/>
                        </a:spcBef>
                        <a:spcAft>
                          <a:spcPts val="0"/>
                        </a:spcAft>
                        <a:buNone/>
                      </a:pPr>
                      <a:r>
                        <a:rPr lang="en" sz="1000">
                          <a:solidFill>
                            <a:schemeClr val="lt1"/>
                          </a:solidFill>
                          <a:latin typeface="Outfit Medium"/>
                          <a:ea typeface="Outfit Medium"/>
                          <a:cs typeface="Outfit Medium"/>
                          <a:sym typeface="Outfit Medium"/>
                        </a:rPr>
                        <a:t>User Activity Distribution</a:t>
                      </a:r>
                      <a:endParaRPr sz="1000">
                        <a:latin typeface="Outfit"/>
                        <a:ea typeface="Outfit"/>
                        <a:cs typeface="Outfit"/>
                        <a:sym typeface="Outfit"/>
                      </a:endParaRPr>
                    </a:p>
                  </a:txBody>
                  <a:tcPr marT="45700" marB="45700" marR="45700" marL="45700"/>
                </a:tc>
              </a:tr>
              <a:tr h="156925">
                <a:tc vMerge="1"/>
                <a:tc>
                  <a:txBody>
                    <a:bodyPr/>
                    <a:lstStyle/>
                    <a:p>
                      <a:pPr indent="0" lvl="0" marL="0" rtl="0" algn="l">
                        <a:spcBef>
                          <a:spcPts val="0"/>
                        </a:spcBef>
                        <a:spcAft>
                          <a:spcPts val="0"/>
                        </a:spcAft>
                        <a:buNone/>
                      </a:pPr>
                      <a:r>
                        <a:rPr lang="en" sz="1000">
                          <a:solidFill>
                            <a:schemeClr val="lt1"/>
                          </a:solidFill>
                          <a:latin typeface="Outfit Medium"/>
                          <a:ea typeface="Outfit Medium"/>
                          <a:cs typeface="Outfit Medium"/>
                          <a:sym typeface="Outfit Medium"/>
                        </a:rPr>
                        <a:t>Monthly Purchase Volume</a:t>
                      </a:r>
                      <a:endParaRPr sz="1000">
                        <a:latin typeface="Outfit"/>
                        <a:ea typeface="Outfit"/>
                        <a:cs typeface="Outfit"/>
                        <a:sym typeface="Outfit"/>
                      </a:endParaRPr>
                    </a:p>
                  </a:txBody>
                  <a:tcPr marT="45700" marB="45700" marR="45700" marL="45700"/>
                </a:tc>
              </a:tr>
              <a:tr h="141950">
                <a:tc vMerge="1"/>
                <a:tc>
                  <a:txBody>
                    <a:bodyPr/>
                    <a:lstStyle/>
                    <a:p>
                      <a:pPr indent="0" lvl="0" marL="0" rtl="0" algn="l">
                        <a:spcBef>
                          <a:spcPts val="0"/>
                        </a:spcBef>
                        <a:spcAft>
                          <a:spcPts val="0"/>
                        </a:spcAft>
                        <a:buNone/>
                      </a:pPr>
                      <a:r>
                        <a:rPr lang="en" sz="1000">
                          <a:solidFill>
                            <a:schemeClr val="lt1"/>
                          </a:solidFill>
                          <a:latin typeface="Outfit Medium"/>
                          <a:ea typeface="Outfit Medium"/>
                          <a:cs typeface="Outfit Medium"/>
                          <a:sym typeface="Outfit Medium"/>
                        </a:rPr>
                        <a:t>Purchase Heatmap</a:t>
                      </a:r>
                      <a:endParaRPr sz="1000">
                        <a:latin typeface="Outfit"/>
                        <a:ea typeface="Outfit"/>
                        <a:cs typeface="Outfit"/>
                        <a:sym typeface="Outfit"/>
                      </a:endParaRPr>
                    </a:p>
                  </a:txBody>
                  <a:tcPr marT="45700" marB="45700" marR="45700" marL="45700"/>
                </a:tc>
              </a:tr>
              <a:tr h="141950">
                <a:tc vMerge="1"/>
                <a:tc>
                  <a:txBody>
                    <a:bodyPr/>
                    <a:lstStyle/>
                    <a:p>
                      <a:pPr indent="0" lvl="0" marL="0" rtl="0" algn="l">
                        <a:spcBef>
                          <a:spcPts val="0"/>
                        </a:spcBef>
                        <a:spcAft>
                          <a:spcPts val="0"/>
                        </a:spcAft>
                        <a:buNone/>
                      </a:pPr>
                      <a:r>
                        <a:rPr lang="en" sz="1000">
                          <a:solidFill>
                            <a:schemeClr val="lt1"/>
                          </a:solidFill>
                          <a:latin typeface="Outfit Medium"/>
                          <a:ea typeface="Outfit Medium"/>
                          <a:cs typeface="Outfit Medium"/>
                          <a:sym typeface="Outfit Medium"/>
                        </a:rPr>
                        <a:t>Price Distribution</a:t>
                      </a:r>
                      <a:endParaRPr sz="1000">
                        <a:latin typeface="Outfit"/>
                        <a:ea typeface="Outfit"/>
                        <a:cs typeface="Outfit"/>
                        <a:sym typeface="Outfit"/>
                      </a:endParaRPr>
                    </a:p>
                  </a:txBody>
                  <a:tcPr marT="45700" marB="45700" marR="45700" marL="45700"/>
                </a:tc>
              </a:tr>
              <a:tr h="141950">
                <a:tc vMerge="1"/>
                <a:tc>
                  <a:txBody>
                    <a:bodyPr/>
                    <a:lstStyle/>
                    <a:p>
                      <a:pPr indent="0" lvl="0" marL="0" rtl="0" algn="l">
                        <a:spcBef>
                          <a:spcPts val="0"/>
                        </a:spcBef>
                        <a:spcAft>
                          <a:spcPts val="0"/>
                        </a:spcAft>
                        <a:buNone/>
                      </a:pPr>
                      <a:r>
                        <a:rPr lang="en" sz="1000">
                          <a:solidFill>
                            <a:schemeClr val="lt1"/>
                          </a:solidFill>
                          <a:latin typeface="Outfit Medium"/>
                          <a:ea typeface="Outfit Medium"/>
                          <a:cs typeface="Outfit Medium"/>
                          <a:sym typeface="Outfit Medium"/>
                        </a:rPr>
                        <a:t>Payment Type Distribution</a:t>
                      </a:r>
                      <a:endParaRPr sz="1000">
                        <a:latin typeface="Outfit"/>
                        <a:ea typeface="Outfit"/>
                        <a:cs typeface="Outfit"/>
                        <a:sym typeface="Outfit"/>
                      </a:endParaRPr>
                    </a:p>
                  </a:txBody>
                  <a:tcPr marT="45700" marB="45700" marR="45700" marL="45700"/>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1" name="Shape 1111"/>
        <p:cNvGrpSpPr/>
        <p:nvPr/>
      </p:nvGrpSpPr>
      <p:grpSpPr>
        <a:xfrm>
          <a:off x="0" y="0"/>
          <a:ext cx="0" cy="0"/>
          <a:chOff x="0" y="0"/>
          <a:chExt cx="0" cy="0"/>
        </a:xfrm>
      </p:grpSpPr>
      <p:sp>
        <p:nvSpPr>
          <p:cNvPr id="1112" name="Google Shape;1112;p109"/>
          <p:cNvSpPr txBox="1"/>
          <p:nvPr>
            <p:ph type="title"/>
          </p:nvPr>
        </p:nvSpPr>
        <p:spPr>
          <a:xfrm>
            <a:off x="284775" y="282900"/>
            <a:ext cx="7851300" cy="49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Task 5: Data Preparation &amp; EDA</a:t>
            </a:r>
            <a:endParaRPr/>
          </a:p>
        </p:txBody>
      </p:sp>
      <p:sp>
        <p:nvSpPr>
          <p:cNvPr id="1113" name="Google Shape;1113;p109"/>
          <p:cNvSpPr txBox="1"/>
          <p:nvPr>
            <p:ph idx="4294967295" type="body"/>
          </p:nvPr>
        </p:nvSpPr>
        <p:spPr>
          <a:xfrm>
            <a:off x="284700" y="1152875"/>
            <a:ext cx="8574600" cy="3597900"/>
          </a:xfrm>
          <a:prstGeom prst="rect">
            <a:avLst/>
          </a:prstGeom>
        </p:spPr>
        <p:txBody>
          <a:bodyPr anchorCtr="0" anchor="t" bIns="0" lIns="0" spcFirstLastPara="1" rIns="0" wrap="square" tIns="0">
            <a:noAutofit/>
          </a:bodyPr>
          <a:lstStyle/>
          <a:p>
            <a:pPr indent="0" lvl="0" marL="0" rtl="0" algn="l">
              <a:lnSpc>
                <a:spcPct val="150000"/>
              </a:lnSpc>
              <a:spcBef>
                <a:spcPts val="0"/>
              </a:spcBef>
              <a:spcAft>
                <a:spcPts val="0"/>
              </a:spcAft>
              <a:buNone/>
            </a:pPr>
            <a:r>
              <a:rPr b="1" lang="en" sz="800">
                <a:solidFill>
                  <a:schemeClr val="accent5"/>
                </a:solidFill>
                <a:latin typeface="Arial"/>
                <a:ea typeface="Arial"/>
                <a:cs typeface="Arial"/>
                <a:sym typeface="Arial"/>
              </a:rPr>
              <a:t>   » python -m preparation.prepare_data</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22:40:16 | INFO     | preparation | ======================================================================</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22:40:16 | INFO     | preparation | DATA PREPARATION &amp; EDA - START</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22:40:16 | INFO     | preparation |   Timestamp : 2026-04-24T22:40:16.450927</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22:40:16 | INFO     | preparation |   Raw layer : D:\Data\Portfolio\Projects\Python\e2e-pipeline\data_lake/raw</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22:40:16 | INFO     | preparation | ======================================================================</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22:40:23 | INFO     | preparation | [6] Saving prepared datasets...</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22:40:27 | INFO     | preparation |     Transactions: D:\Data\Portfolio\Projects\Python\e2e-pipeline\data_lake\curated\prepared\2026-04-24\transactions.csv (110,840 rows)</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22:40:27 | INFO     | preparation |     Interactions: D:\Data\Portfolio\Projects\Python\e2e-pipeline\data_lake\curated\prepared\2026-04-24\user_item_interactions.csv (96,739 rows)</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22:40:27 | INFO     | preparation |     Products: D:\Data\Portfolio\Projects\Python\e2e-pipeline\data_lake\curated\prepared\2026-04-24\products_cleaned.csv (32,951 rows)</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22:40:28 | INFO     | preparation |     Customers: D:\Data\Portfolio\Projects\Python\e2e-pipeline\data_lake\curated\prepared\2026-04-24\customers_cleaned.csv (96,096 rows)</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22:40:28 | INFO     | preparation |     Summary: D:\Data\Portfolio\Projects\Python\e2e-pipeline\data_lake\curated\prepared\2026-04-24\20260424_224016_preparation_summary.json</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22:40:28 | INFO     | preparation | ======================================================================</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22:40:28 | INFO     | preparation | DATA PREPARATION &amp; EDA - COMPLETE</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22:40:28 | INFO     | preparation |   Transactions : 110,840</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22:40:28 | INFO     | preparation |   Users        : 93,263</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22:40:28 | INFO     | preparation |   Products     : 32,216</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22:40:28 | INFO     | preparation |   Interactions : 96,739</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22:40:28 | INFO     | preparation |   Sparsity     : 99.9968%</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22:40:28 | INFO     | preparation | ======================================================================</a:t>
            </a:r>
            <a:endParaRPr b="1" sz="600">
              <a:latin typeface="Arial"/>
              <a:ea typeface="Arial"/>
              <a:cs typeface="Arial"/>
              <a:sym typeface="Arial"/>
            </a:endParaRPr>
          </a:p>
          <a:p>
            <a:pPr indent="0" lvl="0" marL="0" rtl="0" algn="l">
              <a:lnSpc>
                <a:spcPct val="150000"/>
              </a:lnSpc>
              <a:spcBef>
                <a:spcPts val="0"/>
              </a:spcBef>
              <a:spcAft>
                <a:spcPts val="0"/>
              </a:spcAft>
              <a:buNone/>
            </a:pPr>
            <a:r>
              <a:t/>
            </a:r>
            <a:endParaRPr b="1" sz="600">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sp>
        <p:nvSpPr>
          <p:cNvPr id="1118" name="Google Shape;1118;p110"/>
          <p:cNvSpPr txBox="1"/>
          <p:nvPr/>
        </p:nvSpPr>
        <p:spPr>
          <a:xfrm>
            <a:off x="0" y="0"/>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lang="en" sz="1800">
                <a:solidFill>
                  <a:schemeClr val="lt1"/>
                </a:solidFill>
                <a:latin typeface="Outfit Medium"/>
                <a:ea typeface="Outfit Medium"/>
                <a:cs typeface="Outfit Medium"/>
                <a:sym typeface="Outfit Medium"/>
              </a:rPr>
              <a:t>EDA Plots</a:t>
            </a:r>
            <a:endParaRPr/>
          </a:p>
        </p:txBody>
      </p:sp>
      <p:pic>
        <p:nvPicPr>
          <p:cNvPr id="1119" name="Google Shape;1119;p110" title="01_review_score_distribution.png"/>
          <p:cNvPicPr preferRelativeResize="0"/>
          <p:nvPr/>
        </p:nvPicPr>
        <p:blipFill>
          <a:blip r:embed="rId3">
            <a:alphaModFix/>
          </a:blip>
          <a:stretch>
            <a:fillRect/>
          </a:stretch>
        </p:blipFill>
        <p:spPr>
          <a:xfrm>
            <a:off x="97000" y="1208175"/>
            <a:ext cx="4187724" cy="2617326"/>
          </a:xfrm>
          <a:prstGeom prst="rect">
            <a:avLst/>
          </a:prstGeom>
          <a:noFill/>
          <a:ln>
            <a:noFill/>
          </a:ln>
        </p:spPr>
      </p:pic>
      <p:pic>
        <p:nvPicPr>
          <p:cNvPr id="1120" name="Google Shape;1120;p110" title="02_top_categories.png"/>
          <p:cNvPicPr preferRelativeResize="0"/>
          <p:nvPr/>
        </p:nvPicPr>
        <p:blipFill>
          <a:blip r:embed="rId4">
            <a:alphaModFix/>
          </a:blip>
          <a:stretch>
            <a:fillRect/>
          </a:stretch>
        </p:blipFill>
        <p:spPr>
          <a:xfrm>
            <a:off x="4432100" y="1263100"/>
            <a:ext cx="4532475" cy="271947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4" name="Shape 1124"/>
        <p:cNvGrpSpPr/>
        <p:nvPr/>
      </p:nvGrpSpPr>
      <p:grpSpPr>
        <a:xfrm>
          <a:off x="0" y="0"/>
          <a:ext cx="0" cy="0"/>
          <a:chOff x="0" y="0"/>
          <a:chExt cx="0" cy="0"/>
        </a:xfrm>
      </p:grpSpPr>
      <p:sp>
        <p:nvSpPr>
          <p:cNvPr id="1125" name="Google Shape;1125;p111"/>
          <p:cNvSpPr txBox="1"/>
          <p:nvPr/>
        </p:nvSpPr>
        <p:spPr>
          <a:xfrm>
            <a:off x="0" y="0"/>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lang="en" sz="1800">
                <a:solidFill>
                  <a:schemeClr val="lt1"/>
                </a:solidFill>
                <a:latin typeface="Outfit Medium"/>
                <a:ea typeface="Outfit Medium"/>
                <a:cs typeface="Outfit Medium"/>
                <a:sym typeface="Outfit Medium"/>
              </a:rPr>
              <a:t>EDA Plots</a:t>
            </a:r>
            <a:endParaRPr/>
          </a:p>
        </p:txBody>
      </p:sp>
      <p:pic>
        <p:nvPicPr>
          <p:cNvPr id="1126" name="Google Shape;1126;p111"/>
          <p:cNvPicPr preferRelativeResize="0"/>
          <p:nvPr/>
        </p:nvPicPr>
        <p:blipFill>
          <a:blip r:embed="rId3">
            <a:alphaModFix/>
          </a:blip>
          <a:stretch>
            <a:fillRect/>
          </a:stretch>
        </p:blipFill>
        <p:spPr>
          <a:xfrm>
            <a:off x="5050975" y="1335463"/>
            <a:ext cx="3956124" cy="2472576"/>
          </a:xfrm>
          <a:prstGeom prst="rect">
            <a:avLst/>
          </a:prstGeom>
          <a:noFill/>
          <a:ln>
            <a:noFill/>
          </a:ln>
        </p:spPr>
      </p:pic>
      <p:pic>
        <p:nvPicPr>
          <p:cNvPr id="1127" name="Google Shape;1127;p111"/>
          <p:cNvPicPr preferRelativeResize="0"/>
          <p:nvPr/>
        </p:nvPicPr>
        <p:blipFill>
          <a:blip r:embed="rId4">
            <a:alphaModFix/>
          </a:blip>
          <a:stretch>
            <a:fillRect/>
          </a:stretch>
        </p:blipFill>
        <p:spPr>
          <a:xfrm>
            <a:off x="191863" y="1440262"/>
            <a:ext cx="4525924" cy="22629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1" name="Shape 1131"/>
        <p:cNvGrpSpPr/>
        <p:nvPr/>
      </p:nvGrpSpPr>
      <p:grpSpPr>
        <a:xfrm>
          <a:off x="0" y="0"/>
          <a:ext cx="0" cy="0"/>
          <a:chOff x="0" y="0"/>
          <a:chExt cx="0" cy="0"/>
        </a:xfrm>
      </p:grpSpPr>
      <p:sp>
        <p:nvSpPr>
          <p:cNvPr id="1132" name="Google Shape;1132;p112"/>
          <p:cNvSpPr txBox="1"/>
          <p:nvPr/>
        </p:nvSpPr>
        <p:spPr>
          <a:xfrm>
            <a:off x="0" y="0"/>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lang="en" sz="1800">
                <a:solidFill>
                  <a:schemeClr val="lt1"/>
                </a:solidFill>
                <a:latin typeface="Outfit Medium"/>
                <a:ea typeface="Outfit Medium"/>
                <a:cs typeface="Outfit Medium"/>
                <a:sym typeface="Outfit Medium"/>
              </a:rPr>
              <a:t>EDA Plots</a:t>
            </a:r>
            <a:endParaRPr/>
          </a:p>
        </p:txBody>
      </p:sp>
      <p:pic>
        <p:nvPicPr>
          <p:cNvPr id="1133" name="Google Shape;1133;p112" title="05_monthly_purchase_volume.png"/>
          <p:cNvPicPr preferRelativeResize="0"/>
          <p:nvPr/>
        </p:nvPicPr>
        <p:blipFill>
          <a:blip r:embed="rId3">
            <a:alphaModFix/>
          </a:blip>
          <a:stretch>
            <a:fillRect/>
          </a:stretch>
        </p:blipFill>
        <p:spPr>
          <a:xfrm>
            <a:off x="2279824" y="190114"/>
            <a:ext cx="5357799" cy="2232413"/>
          </a:xfrm>
          <a:prstGeom prst="rect">
            <a:avLst/>
          </a:prstGeom>
          <a:noFill/>
          <a:ln>
            <a:noFill/>
          </a:ln>
        </p:spPr>
      </p:pic>
      <p:pic>
        <p:nvPicPr>
          <p:cNvPr id="1134" name="Google Shape;1134;p112" title="06_purchase_heatmap.png"/>
          <p:cNvPicPr preferRelativeResize="0"/>
          <p:nvPr/>
        </p:nvPicPr>
        <p:blipFill>
          <a:blip r:embed="rId4">
            <a:alphaModFix/>
          </a:blip>
          <a:stretch>
            <a:fillRect/>
          </a:stretch>
        </p:blipFill>
        <p:spPr>
          <a:xfrm>
            <a:off x="2483900" y="2502912"/>
            <a:ext cx="4949651" cy="247482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8" name="Shape 1138"/>
        <p:cNvGrpSpPr/>
        <p:nvPr/>
      </p:nvGrpSpPr>
      <p:grpSpPr>
        <a:xfrm>
          <a:off x="0" y="0"/>
          <a:ext cx="0" cy="0"/>
          <a:chOff x="0" y="0"/>
          <a:chExt cx="0" cy="0"/>
        </a:xfrm>
      </p:grpSpPr>
      <p:sp>
        <p:nvSpPr>
          <p:cNvPr id="1139" name="Google Shape;1139;p113"/>
          <p:cNvSpPr txBox="1"/>
          <p:nvPr/>
        </p:nvSpPr>
        <p:spPr>
          <a:xfrm>
            <a:off x="0" y="0"/>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lang="en" sz="1800">
                <a:solidFill>
                  <a:schemeClr val="lt1"/>
                </a:solidFill>
                <a:latin typeface="Outfit Medium"/>
                <a:ea typeface="Outfit Medium"/>
                <a:cs typeface="Outfit Medium"/>
                <a:sym typeface="Outfit Medium"/>
              </a:rPr>
              <a:t>EDA Plots</a:t>
            </a:r>
            <a:endParaRPr/>
          </a:p>
        </p:txBody>
      </p:sp>
      <p:pic>
        <p:nvPicPr>
          <p:cNvPr id="1140" name="Google Shape;1140;p113" title="08_payment_type_distribution.png"/>
          <p:cNvPicPr preferRelativeResize="0"/>
          <p:nvPr/>
        </p:nvPicPr>
        <p:blipFill>
          <a:blip r:embed="rId3">
            <a:alphaModFix/>
          </a:blip>
          <a:stretch>
            <a:fillRect/>
          </a:stretch>
        </p:blipFill>
        <p:spPr>
          <a:xfrm>
            <a:off x="4391474" y="2138700"/>
            <a:ext cx="4594650" cy="2871675"/>
          </a:xfrm>
          <a:prstGeom prst="rect">
            <a:avLst/>
          </a:prstGeom>
          <a:noFill/>
          <a:ln>
            <a:noFill/>
          </a:ln>
        </p:spPr>
      </p:pic>
      <p:pic>
        <p:nvPicPr>
          <p:cNvPr id="1141" name="Google Shape;1141;p113" title="07_price_distribution.png"/>
          <p:cNvPicPr preferRelativeResize="0"/>
          <p:nvPr/>
        </p:nvPicPr>
        <p:blipFill>
          <a:blip r:embed="rId4">
            <a:alphaModFix/>
          </a:blip>
          <a:stretch>
            <a:fillRect/>
          </a:stretch>
        </p:blipFill>
        <p:spPr>
          <a:xfrm>
            <a:off x="154325" y="743550"/>
            <a:ext cx="5127849" cy="32049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5" name="Shape 1145"/>
        <p:cNvGrpSpPr/>
        <p:nvPr/>
      </p:nvGrpSpPr>
      <p:grpSpPr>
        <a:xfrm>
          <a:off x="0" y="0"/>
          <a:ext cx="0" cy="0"/>
          <a:chOff x="0" y="0"/>
          <a:chExt cx="0" cy="0"/>
        </a:xfrm>
      </p:grpSpPr>
      <p:sp>
        <p:nvSpPr>
          <p:cNvPr id="1146" name="Google Shape;1146;p114"/>
          <p:cNvSpPr txBox="1"/>
          <p:nvPr>
            <p:ph type="title"/>
          </p:nvPr>
        </p:nvSpPr>
        <p:spPr>
          <a:xfrm>
            <a:off x="284775" y="282900"/>
            <a:ext cx="8634000" cy="49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Task 6: Feature Engr. &amp; Transformation</a:t>
            </a:r>
            <a:endParaRPr sz="2700"/>
          </a:p>
        </p:txBody>
      </p:sp>
      <p:sp>
        <p:nvSpPr>
          <p:cNvPr id="1147" name="Google Shape;1147;p114"/>
          <p:cNvSpPr txBox="1"/>
          <p:nvPr>
            <p:ph idx="4294967295" type="body"/>
          </p:nvPr>
        </p:nvSpPr>
        <p:spPr>
          <a:xfrm>
            <a:off x="284700" y="1152875"/>
            <a:ext cx="8634000" cy="3597900"/>
          </a:xfrm>
          <a:prstGeom prst="rect">
            <a:avLst/>
          </a:prstGeom>
        </p:spPr>
        <p:txBody>
          <a:bodyPr anchorCtr="0" anchor="t" bIns="0" lIns="0" spcFirstLastPara="1" rIns="0" wrap="square" tIns="0">
            <a:noAutofit/>
          </a:bodyPr>
          <a:lstStyle/>
          <a:p>
            <a:pPr indent="-330200" lvl="0" marL="457200" rtl="0" algn="l">
              <a:lnSpc>
                <a:spcPct val="150000"/>
              </a:lnSpc>
              <a:spcBef>
                <a:spcPts val="0"/>
              </a:spcBef>
              <a:spcAft>
                <a:spcPts val="0"/>
              </a:spcAft>
              <a:buSzPts val="1600"/>
              <a:buFont typeface="Outfit Medium"/>
              <a:buChar char="●"/>
            </a:pPr>
            <a:r>
              <a:rPr b="1" lang="en" sz="1600">
                <a:latin typeface="Outfit"/>
                <a:ea typeface="Outfit"/>
                <a:cs typeface="Outfit"/>
                <a:sym typeface="Outfit"/>
              </a:rPr>
              <a:t>Objective:</a:t>
            </a:r>
            <a:r>
              <a:rPr lang="en" sz="1600">
                <a:latin typeface="Outfit Medium"/>
                <a:ea typeface="Outfit Medium"/>
                <a:cs typeface="Outfit Medium"/>
                <a:sym typeface="Outfit Medium"/>
              </a:rPr>
              <a:t> </a:t>
            </a:r>
            <a:r>
              <a:rPr lang="en" sz="1600">
                <a:latin typeface="Outfit Medium"/>
                <a:ea typeface="Outfit Medium"/>
                <a:cs typeface="Outfit Medium"/>
                <a:sym typeface="Outfit Medium"/>
              </a:rPr>
              <a:t>Create predictive signals for the recommendation model</a:t>
            </a:r>
            <a:endParaRPr sz="1600">
              <a:latin typeface="Outfit Medium"/>
              <a:ea typeface="Outfit Medium"/>
              <a:cs typeface="Outfit Medium"/>
              <a:sym typeface="Outfit Medium"/>
            </a:endParaRPr>
          </a:p>
          <a:p>
            <a:pPr indent="-330200" lvl="0" marL="457200" rtl="0" algn="l">
              <a:lnSpc>
                <a:spcPct val="100000"/>
              </a:lnSpc>
              <a:spcBef>
                <a:spcPts val="0"/>
              </a:spcBef>
              <a:spcAft>
                <a:spcPts val="0"/>
              </a:spcAft>
              <a:buSzPts val="1600"/>
              <a:buFont typeface="Outfit Medium"/>
              <a:buChar char="●"/>
            </a:pPr>
            <a:r>
              <a:rPr lang="en" sz="1600">
                <a:latin typeface="Outfit Medium"/>
                <a:ea typeface="Outfit Medium"/>
                <a:cs typeface="Outfit Medium"/>
                <a:sym typeface="Outfit Medium"/>
              </a:rPr>
              <a:t>We converted raw behavioral data into mathematical features, such as user activity frequency and average rating per item. These features are transformed into matrices that represent user-item relationships, providing the essential "signals" needed for collaborative filtering</a:t>
            </a:r>
            <a:endParaRPr sz="1600">
              <a:latin typeface="Outfit Medium"/>
              <a:ea typeface="Outfit Medium"/>
              <a:cs typeface="Outfit Medium"/>
              <a:sym typeface="Outfit Medium"/>
            </a:endParaRPr>
          </a:p>
          <a:p>
            <a:pPr indent="-330200" lvl="0" marL="457200" rtl="0" algn="l">
              <a:lnSpc>
                <a:spcPct val="150000"/>
              </a:lnSpc>
              <a:spcBef>
                <a:spcPts val="1000"/>
              </a:spcBef>
              <a:spcAft>
                <a:spcPts val="0"/>
              </a:spcAft>
              <a:buSzPts val="1600"/>
              <a:buFont typeface="Outfit Medium"/>
              <a:buChar char="●"/>
            </a:pPr>
            <a:r>
              <a:rPr b="1" lang="en" sz="1600">
                <a:latin typeface="Outfit"/>
                <a:ea typeface="Outfit"/>
                <a:cs typeface="Outfit"/>
                <a:sym typeface="Outfit"/>
              </a:rPr>
              <a:t>Tools Used:</a:t>
            </a:r>
            <a:r>
              <a:rPr lang="en" sz="1600">
                <a:latin typeface="Outfit Medium"/>
                <a:ea typeface="Outfit Medium"/>
                <a:cs typeface="Outfit Medium"/>
                <a:sym typeface="Outfit Medium"/>
              </a:rPr>
              <a:t> </a:t>
            </a:r>
            <a:r>
              <a:rPr lang="en" sz="1600">
                <a:latin typeface="Outfit Medium"/>
                <a:ea typeface="Outfit Medium"/>
                <a:cs typeface="Outfit Medium"/>
                <a:sym typeface="Outfit Medium"/>
              </a:rPr>
              <a:t>Python, SQL Transformation scripts, SQLite</a:t>
            </a:r>
            <a:endParaRPr sz="1600">
              <a:latin typeface="Outfit Medium"/>
              <a:ea typeface="Outfit Medium"/>
              <a:cs typeface="Outfit Medium"/>
              <a:sym typeface="Outfit Medium"/>
            </a:endParaRPr>
          </a:p>
          <a:p>
            <a:pPr indent="-330200" lvl="1" marL="914400" rtl="0" algn="l">
              <a:lnSpc>
                <a:spcPct val="150000"/>
              </a:lnSpc>
              <a:spcBef>
                <a:spcPts val="0"/>
              </a:spcBef>
              <a:spcAft>
                <a:spcPts val="0"/>
              </a:spcAft>
              <a:buSzPts val="1600"/>
              <a:buFont typeface="Outfit Medium"/>
              <a:buChar char="○"/>
            </a:pPr>
            <a:r>
              <a:rPr lang="en" sz="1600">
                <a:solidFill>
                  <a:srgbClr val="FFFFFF"/>
                </a:solidFill>
                <a:highlight>
                  <a:srgbClr val="434343"/>
                </a:highlight>
                <a:latin typeface="Outfit Medium"/>
                <a:ea typeface="Outfit Medium"/>
                <a:cs typeface="Outfit Medium"/>
                <a:sym typeface="Outfit Medium"/>
              </a:rPr>
              <a:t> transformation.feature_engineering</a:t>
            </a:r>
            <a:endParaRPr sz="1600">
              <a:latin typeface="Outfit Medium"/>
              <a:ea typeface="Outfit Medium"/>
              <a:cs typeface="Outfit Medium"/>
              <a:sym typeface="Outfit Medium"/>
            </a:endParaRPr>
          </a:p>
          <a:p>
            <a:pPr indent="-330200" lvl="0" marL="457200" rtl="0" algn="l">
              <a:lnSpc>
                <a:spcPct val="150000"/>
              </a:lnSpc>
              <a:spcBef>
                <a:spcPts val="0"/>
              </a:spcBef>
              <a:spcAft>
                <a:spcPts val="0"/>
              </a:spcAft>
              <a:buSzPts val="1600"/>
              <a:buFont typeface="Outfit Medium"/>
              <a:buChar char="●"/>
            </a:pPr>
            <a:r>
              <a:rPr b="1" lang="en" sz="1600">
                <a:latin typeface="Outfit"/>
                <a:ea typeface="Outfit"/>
                <a:cs typeface="Outfit"/>
                <a:sym typeface="Outfit"/>
              </a:rPr>
              <a:t>Input:</a:t>
            </a:r>
            <a:r>
              <a:rPr lang="en" sz="1600">
                <a:latin typeface="Outfit Medium"/>
                <a:ea typeface="Outfit Medium"/>
                <a:cs typeface="Outfit Medium"/>
                <a:sym typeface="Outfit Medium"/>
              </a:rPr>
              <a:t> D</a:t>
            </a:r>
            <a:r>
              <a:rPr lang="en" sz="1600">
                <a:latin typeface="Outfit Medium"/>
                <a:ea typeface="Outfit Medium"/>
                <a:cs typeface="Outfit Medium"/>
                <a:sym typeface="Outfit Medium"/>
              </a:rPr>
              <a:t>ata from Task 5 </a:t>
            </a:r>
            <a:r>
              <a:rPr lang="en" sz="1600">
                <a:solidFill>
                  <a:srgbClr val="FFFFFF"/>
                </a:solidFill>
                <a:highlight>
                  <a:srgbClr val="434343"/>
                </a:highlight>
                <a:latin typeface="Outfit Medium"/>
                <a:ea typeface="Outfit Medium"/>
                <a:cs typeface="Outfit Medium"/>
                <a:sym typeface="Outfit Medium"/>
              </a:rPr>
              <a:t> data_lake/curated</a:t>
            </a:r>
            <a:endParaRPr sz="1600">
              <a:latin typeface="Outfit Medium"/>
              <a:ea typeface="Outfit Medium"/>
              <a:cs typeface="Outfit Medium"/>
              <a:sym typeface="Outfit Medium"/>
            </a:endParaRPr>
          </a:p>
          <a:p>
            <a:pPr indent="-330200" lvl="0" marL="457200" rtl="0" algn="l">
              <a:lnSpc>
                <a:spcPct val="150000"/>
              </a:lnSpc>
              <a:spcBef>
                <a:spcPts val="0"/>
              </a:spcBef>
              <a:spcAft>
                <a:spcPts val="0"/>
              </a:spcAft>
              <a:buSzPts val="1600"/>
              <a:buFont typeface="Outfit Medium"/>
              <a:buChar char="●"/>
            </a:pPr>
            <a:r>
              <a:rPr b="1" lang="en" sz="1600">
                <a:latin typeface="Outfit"/>
                <a:ea typeface="Outfit"/>
                <a:cs typeface="Outfit"/>
                <a:sym typeface="Outfit"/>
              </a:rPr>
              <a:t>Output:</a:t>
            </a:r>
            <a:endParaRPr b="1" sz="1600">
              <a:latin typeface="Outfit"/>
              <a:ea typeface="Outfit"/>
              <a:cs typeface="Outfit"/>
              <a:sym typeface="Outfit"/>
            </a:endParaRPr>
          </a:p>
          <a:p>
            <a:pPr indent="-330200" lvl="1" marL="914400" rtl="0" algn="l">
              <a:lnSpc>
                <a:spcPct val="150000"/>
              </a:lnSpc>
              <a:spcBef>
                <a:spcPts val="0"/>
              </a:spcBef>
              <a:spcAft>
                <a:spcPts val="0"/>
              </a:spcAft>
              <a:buSzPts val="1600"/>
              <a:buFont typeface="Outfit Medium"/>
              <a:buChar char="○"/>
            </a:pPr>
            <a:r>
              <a:rPr lang="en" sz="1600">
                <a:latin typeface="Outfit Medium"/>
                <a:ea typeface="Outfit Medium"/>
                <a:cs typeface="Outfit Medium"/>
                <a:sym typeface="Outfit Medium"/>
              </a:rPr>
              <a:t>Engineered feature sets </a:t>
            </a:r>
            <a:r>
              <a:rPr lang="en" sz="1600">
                <a:solidFill>
                  <a:srgbClr val="FFFFFF"/>
                </a:solidFill>
                <a:highlight>
                  <a:srgbClr val="434343"/>
                </a:highlight>
                <a:latin typeface="Outfit Medium"/>
                <a:ea typeface="Outfit Medium"/>
                <a:cs typeface="Outfit Medium"/>
                <a:sym typeface="Outfit Medium"/>
              </a:rPr>
              <a:t> data_lake/curated/features/csv </a:t>
            </a:r>
            <a:endParaRPr sz="1600">
              <a:latin typeface="Outfit Medium"/>
              <a:ea typeface="Outfit Medium"/>
              <a:cs typeface="Outfit Medium"/>
              <a:sym typeface="Outfit Medium"/>
            </a:endParaRPr>
          </a:p>
          <a:p>
            <a:pPr indent="-330200" lvl="1" marL="914400" rtl="0" algn="l">
              <a:lnSpc>
                <a:spcPct val="150000"/>
              </a:lnSpc>
              <a:spcBef>
                <a:spcPts val="0"/>
              </a:spcBef>
              <a:spcAft>
                <a:spcPts val="0"/>
              </a:spcAft>
              <a:buSzPts val="1600"/>
              <a:buFont typeface="Outfit Medium"/>
              <a:buChar char="○"/>
            </a:pPr>
            <a:r>
              <a:rPr lang="en" sz="1600">
                <a:latin typeface="Outfit Medium"/>
                <a:ea typeface="Outfit Medium"/>
                <a:cs typeface="Outfit Medium"/>
                <a:sym typeface="Outfit Medium"/>
              </a:rPr>
              <a:t>Defined SQL schemas </a:t>
            </a:r>
            <a:r>
              <a:rPr lang="en" sz="1600">
                <a:solidFill>
                  <a:srgbClr val="FFFFFF"/>
                </a:solidFill>
                <a:highlight>
                  <a:srgbClr val="434343"/>
                </a:highlight>
                <a:latin typeface="Outfit Medium"/>
                <a:ea typeface="Outfit Medium"/>
                <a:cs typeface="Outfit Medium"/>
                <a:sym typeface="Outfit Medium"/>
              </a:rPr>
              <a:t> data_lake/curated/features/features.db </a:t>
            </a:r>
            <a:endParaRPr sz="1600">
              <a:latin typeface="Outfit Medium"/>
              <a:ea typeface="Outfit Medium"/>
              <a:cs typeface="Outfit Medium"/>
              <a:sym typeface="Outfit Medium"/>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1" name="Shape 1151"/>
        <p:cNvGrpSpPr/>
        <p:nvPr/>
      </p:nvGrpSpPr>
      <p:grpSpPr>
        <a:xfrm>
          <a:off x="0" y="0"/>
          <a:ext cx="0" cy="0"/>
          <a:chOff x="0" y="0"/>
          <a:chExt cx="0" cy="0"/>
        </a:xfrm>
      </p:grpSpPr>
      <p:sp>
        <p:nvSpPr>
          <p:cNvPr id="1152" name="Google Shape;1152;p115"/>
          <p:cNvSpPr txBox="1"/>
          <p:nvPr>
            <p:ph type="title"/>
          </p:nvPr>
        </p:nvSpPr>
        <p:spPr>
          <a:xfrm>
            <a:off x="284775" y="282900"/>
            <a:ext cx="8620200" cy="49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Task 6: Feature Engr. &amp; Transformation</a:t>
            </a:r>
            <a:endParaRPr/>
          </a:p>
        </p:txBody>
      </p:sp>
      <p:sp>
        <p:nvSpPr>
          <p:cNvPr id="1153" name="Google Shape;1153;p115"/>
          <p:cNvSpPr txBox="1"/>
          <p:nvPr>
            <p:ph idx="4294967295" type="body"/>
          </p:nvPr>
        </p:nvSpPr>
        <p:spPr>
          <a:xfrm>
            <a:off x="284700" y="1152875"/>
            <a:ext cx="8574600" cy="3597900"/>
          </a:xfrm>
          <a:prstGeom prst="rect">
            <a:avLst/>
          </a:prstGeom>
        </p:spPr>
        <p:txBody>
          <a:bodyPr anchorCtr="0" anchor="t" bIns="0" lIns="0" spcFirstLastPara="1" rIns="0" wrap="square" tIns="0">
            <a:noAutofit/>
          </a:bodyPr>
          <a:lstStyle/>
          <a:p>
            <a:pPr indent="0" lvl="0" marL="0" rtl="0" algn="l">
              <a:lnSpc>
                <a:spcPct val="150000"/>
              </a:lnSpc>
              <a:spcBef>
                <a:spcPts val="0"/>
              </a:spcBef>
              <a:spcAft>
                <a:spcPts val="0"/>
              </a:spcAft>
              <a:buNone/>
            </a:pPr>
            <a:r>
              <a:rPr b="1" lang="en" sz="800">
                <a:solidFill>
                  <a:schemeClr val="accent5"/>
                </a:solidFill>
                <a:latin typeface="Arial"/>
                <a:ea typeface="Arial"/>
                <a:cs typeface="Arial"/>
                <a:sym typeface="Arial"/>
              </a:rPr>
              <a:t>    » python -m transformation.feature_engineering</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22:40:29 | INFO     | transformation | ======================================================================</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22:40:29 | INFO     | transformation | FEATURE ENGINEERING - START</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22:40:29 | INFO     | transformation |   Timestamp : 2026-04-24T22:40:29.484144</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22:40:29 | INFO     | transformation |   Input     : D:\Data\Portfolio\Projects\Python\e2e-pipeline\data_lake\curated\prepared\2026-04-24</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22:40:29 | INFO     | transformation |   Output    : D:\Data\Portfolio\Projects\Python\e2e-pipeline\data_lake\curated\features\2026-04-24</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22:40:29 | INFO     | transformation | ======================================================================</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22:40:29 | INFO     | transformation | [1] Loading prepared datasets...</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22:41:29 | INFO     | transformation |   [SQLITE] Loading features into: D:\Data\Portfolio\Projects\Python\e2e-pipeline\data_lake\curated\features\2026-04-24\features.db</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22:41:30 | INFO     | transformation |     user_features: 93,263 rows</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22:41:30 | INFO     | transformation |     item_features: 32,216 rows</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22:41:30 | INFO     | transformation |     interaction_features: 96,739 rows</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22:41:30 | INFO     | transformation |     feature_registry: 33 entries</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22:41:31 | INFO     | transformation |     Indexes created</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22:41:31 | INFO     | transformation |     SQLite database saved successfully</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22:41:31 | INFO     | transformation | [8] Generating feature logic summary...</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22:41:31 | INFO     | transformation |     Feature summary: D:\Data\Portfolio\Projects\Python\e2e-pipeline\reports\feature_logic_summary.md</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22:41:31 | INFO     | transformation | ======================================================================</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22:41:31 | INFO     | transformation | FEATURE ENGINEERING - COMPLETE</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22:41:31 | INFO     | transformation |   User features        : 93,263 rows x 16 cols</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22:41:31 | INFO     | transformation |   Item features        : 32,216 rows x 28 cols</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22:41:31 | INFO     | transformation |   Interaction features : 96,739 rows x 7 cols</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22:41:31 | INFO     | transformation |   SQLite DB            : D:\Data\Portfolio\Projects\Python\e2e-pipeline\data_lake\curated\features\2026-04-24\features.db</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22:41:31 | INFO     | transformation | ======================================================================</a:t>
            </a:r>
            <a:endParaRPr b="1" sz="600">
              <a:latin typeface="Arial"/>
              <a:ea typeface="Arial"/>
              <a:cs typeface="Arial"/>
              <a:sym typeface="Arial"/>
            </a:endParaRPr>
          </a:p>
          <a:p>
            <a:pPr indent="0" lvl="0" marL="0" rtl="0" algn="l">
              <a:lnSpc>
                <a:spcPct val="150000"/>
              </a:lnSpc>
              <a:spcBef>
                <a:spcPts val="0"/>
              </a:spcBef>
              <a:spcAft>
                <a:spcPts val="0"/>
              </a:spcAft>
              <a:buNone/>
            </a:pPr>
            <a:r>
              <a:t/>
            </a:r>
            <a:endParaRPr b="1" sz="600">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7" name="Shape 1157"/>
        <p:cNvGrpSpPr/>
        <p:nvPr/>
      </p:nvGrpSpPr>
      <p:grpSpPr>
        <a:xfrm>
          <a:off x="0" y="0"/>
          <a:ext cx="0" cy="0"/>
          <a:chOff x="0" y="0"/>
          <a:chExt cx="0" cy="0"/>
        </a:xfrm>
      </p:grpSpPr>
      <p:sp>
        <p:nvSpPr>
          <p:cNvPr id="1158" name="Google Shape;1158;p116"/>
          <p:cNvSpPr txBox="1"/>
          <p:nvPr>
            <p:ph type="title"/>
          </p:nvPr>
        </p:nvSpPr>
        <p:spPr>
          <a:xfrm>
            <a:off x="284775" y="282900"/>
            <a:ext cx="7851300" cy="49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Task 7: Feature Store</a:t>
            </a:r>
            <a:endParaRPr sz="3000"/>
          </a:p>
        </p:txBody>
      </p:sp>
      <p:sp>
        <p:nvSpPr>
          <p:cNvPr id="1159" name="Google Shape;1159;p116"/>
          <p:cNvSpPr txBox="1"/>
          <p:nvPr>
            <p:ph idx="4294967295" type="body"/>
          </p:nvPr>
        </p:nvSpPr>
        <p:spPr>
          <a:xfrm>
            <a:off x="284700" y="1152875"/>
            <a:ext cx="8574600" cy="3900000"/>
          </a:xfrm>
          <a:prstGeom prst="rect">
            <a:avLst/>
          </a:prstGeom>
        </p:spPr>
        <p:txBody>
          <a:bodyPr anchorCtr="0" anchor="t" bIns="0" lIns="0" spcFirstLastPara="1" rIns="0" wrap="square" tIns="0">
            <a:noAutofit/>
          </a:bodyPr>
          <a:lstStyle/>
          <a:p>
            <a:pPr indent="-330200" lvl="0" marL="457200" rtl="0" algn="l">
              <a:lnSpc>
                <a:spcPct val="150000"/>
              </a:lnSpc>
              <a:spcBef>
                <a:spcPts val="0"/>
              </a:spcBef>
              <a:spcAft>
                <a:spcPts val="0"/>
              </a:spcAft>
              <a:buSzPts val="1600"/>
              <a:buFont typeface="Outfit Medium"/>
              <a:buChar char="●"/>
            </a:pPr>
            <a:r>
              <a:rPr b="1" lang="en" sz="1600">
                <a:latin typeface="Outfit"/>
                <a:ea typeface="Outfit"/>
                <a:cs typeface="Outfit"/>
                <a:sym typeface="Outfit"/>
              </a:rPr>
              <a:t>Objective:</a:t>
            </a:r>
            <a:r>
              <a:rPr lang="en" sz="1600">
                <a:latin typeface="Outfit Medium"/>
                <a:ea typeface="Outfit Medium"/>
                <a:cs typeface="Outfit Medium"/>
                <a:sym typeface="Outfit Medium"/>
              </a:rPr>
              <a:t> </a:t>
            </a:r>
            <a:r>
              <a:rPr lang="en" sz="1600">
                <a:latin typeface="Outfit Medium"/>
                <a:ea typeface="Outfit Medium"/>
                <a:cs typeface="Outfit Medium"/>
                <a:sym typeface="Outfit Medium"/>
              </a:rPr>
              <a:t>Centralize feature management for Training and Inference</a:t>
            </a:r>
            <a:endParaRPr sz="1600">
              <a:latin typeface="Outfit Medium"/>
              <a:ea typeface="Outfit Medium"/>
              <a:cs typeface="Outfit Medium"/>
              <a:sym typeface="Outfit Medium"/>
            </a:endParaRPr>
          </a:p>
          <a:p>
            <a:pPr indent="-330200" lvl="0" marL="457200" rtl="0" algn="l">
              <a:lnSpc>
                <a:spcPct val="100000"/>
              </a:lnSpc>
              <a:spcBef>
                <a:spcPts val="0"/>
              </a:spcBef>
              <a:spcAft>
                <a:spcPts val="0"/>
              </a:spcAft>
              <a:buSzPts val="1600"/>
              <a:buFont typeface="Outfit Medium"/>
              <a:buChar char="●"/>
            </a:pPr>
            <a:r>
              <a:rPr lang="en" sz="1600">
                <a:latin typeface="Outfit Medium"/>
                <a:ea typeface="Outfit Medium"/>
                <a:cs typeface="Outfit Medium"/>
                <a:sym typeface="Outfit Medium"/>
              </a:rPr>
              <a:t>We implemented a metadata registry to manage feature versions.</a:t>
            </a:r>
            <a:br>
              <a:rPr lang="en" sz="1600">
                <a:latin typeface="Outfit Medium"/>
                <a:ea typeface="Outfit Medium"/>
                <a:cs typeface="Outfit Medium"/>
                <a:sym typeface="Outfit Medium"/>
              </a:rPr>
            </a:br>
            <a:r>
              <a:rPr lang="en" sz="1600">
                <a:latin typeface="Outfit Medium"/>
                <a:ea typeface="Outfit Medium"/>
                <a:cs typeface="Outfit Medium"/>
                <a:sym typeface="Outfit Medium"/>
              </a:rPr>
              <a:t>This ensures "training-serving consistency," meaning the exact same feature logic used to train the model is available to the inference API. This prevents discrepancies between the model's environment and the production environment</a:t>
            </a:r>
            <a:endParaRPr sz="1600">
              <a:latin typeface="Outfit Medium"/>
              <a:ea typeface="Outfit Medium"/>
              <a:cs typeface="Outfit Medium"/>
              <a:sym typeface="Outfit Medium"/>
            </a:endParaRPr>
          </a:p>
          <a:p>
            <a:pPr indent="-330200" lvl="0" marL="457200" rtl="0" algn="l">
              <a:lnSpc>
                <a:spcPct val="150000"/>
              </a:lnSpc>
              <a:spcBef>
                <a:spcPts val="1000"/>
              </a:spcBef>
              <a:spcAft>
                <a:spcPts val="0"/>
              </a:spcAft>
              <a:buSzPts val="1600"/>
              <a:buFont typeface="Outfit Medium"/>
              <a:buChar char="●"/>
            </a:pPr>
            <a:r>
              <a:rPr b="1" lang="en" sz="1600">
                <a:latin typeface="Outfit"/>
                <a:ea typeface="Outfit"/>
                <a:cs typeface="Outfit"/>
                <a:sym typeface="Outfit"/>
              </a:rPr>
              <a:t>Tools Used:</a:t>
            </a:r>
            <a:r>
              <a:rPr lang="en" sz="1600">
                <a:latin typeface="Outfit Medium"/>
                <a:ea typeface="Outfit Medium"/>
                <a:cs typeface="Outfit Medium"/>
                <a:sym typeface="Outfit Medium"/>
              </a:rPr>
              <a:t> </a:t>
            </a:r>
            <a:r>
              <a:rPr lang="en" sz="1600">
                <a:latin typeface="Outfit Medium"/>
                <a:ea typeface="Outfit Medium"/>
                <a:cs typeface="Outfit Medium"/>
                <a:sym typeface="Outfit Medium"/>
              </a:rPr>
              <a:t>Feature Store Manager</a:t>
            </a:r>
            <a:endParaRPr sz="1600">
              <a:latin typeface="Outfit Medium"/>
              <a:ea typeface="Outfit Medium"/>
              <a:cs typeface="Outfit Medium"/>
              <a:sym typeface="Outfit Medium"/>
            </a:endParaRPr>
          </a:p>
          <a:p>
            <a:pPr indent="-330200" lvl="1" marL="914400" rtl="0" algn="l">
              <a:lnSpc>
                <a:spcPct val="150000"/>
              </a:lnSpc>
              <a:spcBef>
                <a:spcPts val="0"/>
              </a:spcBef>
              <a:spcAft>
                <a:spcPts val="0"/>
              </a:spcAft>
              <a:buSzPts val="1600"/>
              <a:buFont typeface="Outfit Medium"/>
              <a:buChar char="○"/>
            </a:pPr>
            <a:r>
              <a:rPr lang="en" sz="1600">
                <a:solidFill>
                  <a:srgbClr val="FFFFFF"/>
                </a:solidFill>
                <a:highlight>
                  <a:srgbClr val="434343"/>
                </a:highlight>
                <a:latin typeface="Outfit Medium"/>
                <a:ea typeface="Outfit Medium"/>
                <a:cs typeface="Outfit Medium"/>
                <a:sym typeface="Outfit Medium"/>
              </a:rPr>
              <a:t>feature_store/feature_store_manager.py</a:t>
            </a:r>
            <a:endParaRPr sz="1600">
              <a:latin typeface="Outfit Medium"/>
              <a:ea typeface="Outfit Medium"/>
              <a:cs typeface="Outfit Medium"/>
              <a:sym typeface="Outfit Medium"/>
            </a:endParaRPr>
          </a:p>
          <a:p>
            <a:pPr indent="-330200" lvl="0" marL="457200" rtl="0" algn="l">
              <a:lnSpc>
                <a:spcPct val="150000"/>
              </a:lnSpc>
              <a:spcBef>
                <a:spcPts val="0"/>
              </a:spcBef>
              <a:spcAft>
                <a:spcPts val="0"/>
              </a:spcAft>
              <a:buSzPts val="1600"/>
              <a:buFont typeface="Outfit Medium"/>
              <a:buChar char="●"/>
            </a:pPr>
            <a:r>
              <a:rPr b="1" lang="en" sz="1600">
                <a:latin typeface="Outfit"/>
                <a:ea typeface="Outfit"/>
                <a:cs typeface="Outfit"/>
                <a:sym typeface="Outfit"/>
              </a:rPr>
              <a:t>Input:</a:t>
            </a:r>
            <a:r>
              <a:rPr lang="en" sz="1600">
                <a:latin typeface="Outfit Medium"/>
                <a:ea typeface="Outfit Medium"/>
                <a:cs typeface="Outfit Medium"/>
                <a:sym typeface="Outfit Medium"/>
              </a:rPr>
              <a:t> </a:t>
            </a:r>
            <a:r>
              <a:rPr lang="en" sz="1600">
                <a:latin typeface="Outfit Medium"/>
                <a:ea typeface="Outfit Medium"/>
                <a:cs typeface="Outfit Medium"/>
                <a:sym typeface="Outfit Medium"/>
              </a:rPr>
              <a:t>Transformed features from Task 6</a:t>
            </a:r>
            <a:endParaRPr sz="1600">
              <a:latin typeface="Outfit Medium"/>
              <a:ea typeface="Outfit Medium"/>
              <a:cs typeface="Outfit Medium"/>
              <a:sym typeface="Outfit Medium"/>
            </a:endParaRPr>
          </a:p>
          <a:p>
            <a:pPr indent="-330200" lvl="0" marL="457200" rtl="0" algn="l">
              <a:lnSpc>
                <a:spcPct val="150000"/>
              </a:lnSpc>
              <a:spcBef>
                <a:spcPts val="0"/>
              </a:spcBef>
              <a:spcAft>
                <a:spcPts val="0"/>
              </a:spcAft>
              <a:buSzPts val="1600"/>
              <a:buFont typeface="Outfit Medium"/>
              <a:buChar char="●"/>
            </a:pPr>
            <a:r>
              <a:rPr b="1" lang="en" sz="1600">
                <a:latin typeface="Outfit"/>
                <a:ea typeface="Outfit"/>
                <a:cs typeface="Outfit"/>
                <a:sym typeface="Outfit"/>
              </a:rPr>
              <a:t>Output: </a:t>
            </a:r>
            <a:endParaRPr b="1" sz="1600">
              <a:latin typeface="Outfit"/>
              <a:ea typeface="Outfit"/>
              <a:cs typeface="Outfit"/>
              <a:sym typeface="Outfit"/>
            </a:endParaRPr>
          </a:p>
          <a:p>
            <a:pPr indent="-330200" lvl="1" marL="914400" rtl="0" algn="l">
              <a:lnSpc>
                <a:spcPct val="150000"/>
              </a:lnSpc>
              <a:spcBef>
                <a:spcPts val="0"/>
              </a:spcBef>
              <a:spcAft>
                <a:spcPts val="0"/>
              </a:spcAft>
              <a:buSzPts val="1600"/>
              <a:buFont typeface="Outfit Medium"/>
              <a:buChar char="○"/>
            </a:pPr>
            <a:r>
              <a:rPr lang="en" sz="1600">
                <a:latin typeface="Outfit Medium"/>
                <a:ea typeface="Outfit Medium"/>
                <a:cs typeface="Outfit Medium"/>
                <a:sym typeface="Outfit Medium"/>
              </a:rPr>
              <a:t>Feature metadata </a:t>
            </a:r>
            <a:r>
              <a:rPr lang="en" sz="1600">
                <a:solidFill>
                  <a:srgbClr val="FFFFFF"/>
                </a:solidFill>
                <a:highlight>
                  <a:srgbClr val="434343"/>
                </a:highlight>
                <a:latin typeface="Outfit Medium"/>
                <a:ea typeface="Outfit Medium"/>
                <a:cs typeface="Outfit Medium"/>
                <a:sym typeface="Outfit Medium"/>
              </a:rPr>
              <a:t>data_lake/serving/feature_store/features.db</a:t>
            </a:r>
            <a:endParaRPr sz="1600">
              <a:latin typeface="Outfit Medium"/>
              <a:ea typeface="Outfit Medium"/>
              <a:cs typeface="Outfit Medium"/>
              <a:sym typeface="Outfit Medium"/>
            </a:endParaRPr>
          </a:p>
          <a:p>
            <a:pPr indent="-330200" lvl="1" marL="914400" rtl="0" algn="l">
              <a:lnSpc>
                <a:spcPct val="150000"/>
              </a:lnSpc>
              <a:spcBef>
                <a:spcPts val="0"/>
              </a:spcBef>
              <a:spcAft>
                <a:spcPts val="0"/>
              </a:spcAft>
              <a:buSzPts val="1600"/>
              <a:buFont typeface="Outfit Medium"/>
              <a:buChar char="○"/>
            </a:pPr>
            <a:r>
              <a:rPr lang="en" sz="1600">
                <a:latin typeface="Outfit Medium"/>
                <a:ea typeface="Outfit Medium"/>
                <a:cs typeface="Outfit Medium"/>
                <a:sym typeface="Outfit Medium"/>
              </a:rPr>
              <a:t>Versioned training set </a:t>
            </a:r>
            <a:r>
              <a:rPr lang="en" sz="1600">
                <a:solidFill>
                  <a:srgbClr val="FFFFFF"/>
                </a:solidFill>
                <a:highlight>
                  <a:srgbClr val="434343"/>
                </a:highlight>
                <a:latin typeface="Outfit Medium"/>
                <a:ea typeface="Outfit Medium"/>
                <a:cs typeface="Outfit Medium"/>
                <a:sym typeface="Outfit Medium"/>
              </a:rPr>
              <a:t>data_lake/serving/training_sets</a:t>
            </a:r>
            <a:endParaRPr sz="1600">
              <a:latin typeface="Outfit Medium"/>
              <a:ea typeface="Outfit Medium"/>
              <a:cs typeface="Outfit Medium"/>
              <a:sym typeface="Outfit Medium"/>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3" name="Shape 1163"/>
        <p:cNvGrpSpPr/>
        <p:nvPr/>
      </p:nvGrpSpPr>
      <p:grpSpPr>
        <a:xfrm>
          <a:off x="0" y="0"/>
          <a:ext cx="0" cy="0"/>
          <a:chOff x="0" y="0"/>
          <a:chExt cx="0" cy="0"/>
        </a:xfrm>
      </p:grpSpPr>
      <p:sp>
        <p:nvSpPr>
          <p:cNvPr id="1164" name="Google Shape;1164;p117"/>
          <p:cNvSpPr txBox="1"/>
          <p:nvPr>
            <p:ph type="title"/>
          </p:nvPr>
        </p:nvSpPr>
        <p:spPr>
          <a:xfrm>
            <a:off x="284775" y="282900"/>
            <a:ext cx="7851300" cy="49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Task 7: Feature Store</a:t>
            </a:r>
            <a:endParaRPr/>
          </a:p>
        </p:txBody>
      </p:sp>
      <p:sp>
        <p:nvSpPr>
          <p:cNvPr id="1165" name="Google Shape;1165;p117"/>
          <p:cNvSpPr txBox="1"/>
          <p:nvPr>
            <p:ph idx="4294967295" type="body"/>
          </p:nvPr>
        </p:nvSpPr>
        <p:spPr>
          <a:xfrm>
            <a:off x="284700" y="1152875"/>
            <a:ext cx="8574600" cy="3909300"/>
          </a:xfrm>
          <a:prstGeom prst="rect">
            <a:avLst/>
          </a:prstGeom>
        </p:spPr>
        <p:txBody>
          <a:bodyPr anchorCtr="0" anchor="t" bIns="0" lIns="0" spcFirstLastPara="1" rIns="0" wrap="square" tIns="0">
            <a:noAutofit/>
          </a:bodyPr>
          <a:lstStyle/>
          <a:p>
            <a:pPr indent="0" lvl="0" marL="0" rtl="0" algn="l">
              <a:lnSpc>
                <a:spcPct val="150000"/>
              </a:lnSpc>
              <a:spcBef>
                <a:spcPts val="0"/>
              </a:spcBef>
              <a:spcAft>
                <a:spcPts val="0"/>
              </a:spcAft>
              <a:buNone/>
            </a:pPr>
            <a:r>
              <a:rPr b="1" lang="en" sz="800">
                <a:solidFill>
                  <a:schemeClr val="accent5"/>
                </a:solidFill>
                <a:latin typeface="Arial"/>
                <a:ea typeface="Arial"/>
                <a:cs typeface="Arial"/>
                <a:sym typeface="Arial"/>
              </a:rPr>
              <a:t>    » python -m feature_store.feature_store_manager --register</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22:41:32 | INFO     | feature_store | [REGISTER] Creating snapshot: v_20260424_224132</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22:41:32 | INFO     | feature_store |   Source DB: D:\Data\Portfolio\Projects\Python\e2e-pipeline\data_lake\curated\features\2026-04-24\features.db</a:t>
            </a:r>
            <a:endParaRPr b="1" sz="600">
              <a:latin typeface="Arial"/>
              <a:ea typeface="Arial"/>
              <a:cs typeface="Arial"/>
              <a:sym typeface="Arial"/>
            </a:endParaRPr>
          </a:p>
          <a:p>
            <a:pPr indent="0" lvl="0" marL="0" rtl="0" algn="l">
              <a:lnSpc>
                <a:spcPct val="150000"/>
              </a:lnSpc>
              <a:spcBef>
                <a:spcPts val="0"/>
              </a:spcBef>
              <a:spcAft>
                <a:spcPts val="0"/>
              </a:spcAft>
              <a:buNone/>
            </a:pPr>
            <a:r>
              <a:t/>
            </a:r>
            <a:endParaRPr b="1" sz="600">
              <a:latin typeface="Arial"/>
              <a:ea typeface="Arial"/>
              <a:cs typeface="Arial"/>
              <a:sym typeface="Arial"/>
            </a:endParaRPr>
          </a:p>
          <a:p>
            <a:pPr indent="0" lvl="0" marL="0" rtl="0" algn="l">
              <a:lnSpc>
                <a:spcPct val="150000"/>
              </a:lnSpc>
              <a:spcBef>
                <a:spcPts val="0"/>
              </a:spcBef>
              <a:spcAft>
                <a:spcPts val="0"/>
              </a:spcAft>
              <a:buNone/>
            </a:pPr>
            <a:r>
              <a:rPr b="1" lang="en" sz="800">
                <a:solidFill>
                  <a:schemeClr val="accent5"/>
                </a:solidFill>
                <a:latin typeface="Arial"/>
                <a:ea typeface="Arial"/>
                <a:cs typeface="Arial"/>
                <a:sym typeface="Arial"/>
              </a:rPr>
              <a:t>    » python -m feature_store.feature_store_manager --status</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  Store location : D:\Data\Portfolio\Projects\Python\e2e-pipeline\data_lake\serving\feature_store</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  Created        : 2026-04-24T22:41:32.451302</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  Snapshots      : 1</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  Latest         : v_20260424_224132</a:t>
            </a:r>
            <a:endParaRPr b="1" sz="600">
              <a:latin typeface="Arial"/>
              <a:ea typeface="Arial"/>
              <a:cs typeface="Arial"/>
              <a:sym typeface="Arial"/>
            </a:endParaRPr>
          </a:p>
          <a:p>
            <a:pPr indent="0" lvl="0" marL="0" rtl="0" algn="l">
              <a:lnSpc>
                <a:spcPct val="150000"/>
              </a:lnSpc>
              <a:spcBef>
                <a:spcPts val="0"/>
              </a:spcBef>
              <a:spcAft>
                <a:spcPts val="0"/>
              </a:spcAft>
              <a:buNone/>
            </a:pPr>
            <a:r>
              <a:t/>
            </a:r>
            <a:endParaRPr b="1" sz="600">
              <a:latin typeface="Arial"/>
              <a:ea typeface="Arial"/>
              <a:cs typeface="Arial"/>
              <a:sym typeface="Arial"/>
            </a:endParaRPr>
          </a:p>
          <a:p>
            <a:pPr indent="0" lvl="0" marL="0" rtl="0" algn="l">
              <a:lnSpc>
                <a:spcPct val="150000"/>
              </a:lnSpc>
              <a:spcBef>
                <a:spcPts val="0"/>
              </a:spcBef>
              <a:spcAft>
                <a:spcPts val="0"/>
              </a:spcAft>
              <a:buNone/>
            </a:pPr>
            <a:r>
              <a:rPr b="1" lang="en" sz="800">
                <a:solidFill>
                  <a:schemeClr val="accent5"/>
                </a:solidFill>
                <a:latin typeface="Arial"/>
                <a:ea typeface="Arial"/>
                <a:cs typeface="Arial"/>
                <a:sym typeface="Arial"/>
              </a:rPr>
              <a:t>    » python -m feature_store.feature_store_manager --training-set</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22:41:34 | INFO     | feature_store | [TRAINING] Building training set from D:\Data\Portfolio\Projects\Python\e2e-pipeline\data_lake\serving\feature_store\v_20260424_224132\features.db</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22:41:34 | INFO     | feature_store |   Training set: 1573 rows x 7 features</a:t>
            </a:r>
            <a:endParaRPr b="1" sz="600">
              <a:latin typeface="Arial"/>
              <a:ea typeface="Arial"/>
              <a:cs typeface="Arial"/>
              <a:sym typeface="Arial"/>
            </a:endParaRPr>
          </a:p>
          <a:p>
            <a:pPr indent="0" lvl="0" marL="0" rtl="0" algn="l">
              <a:lnSpc>
                <a:spcPct val="150000"/>
              </a:lnSpc>
              <a:spcBef>
                <a:spcPts val="0"/>
              </a:spcBef>
              <a:spcAft>
                <a:spcPts val="0"/>
              </a:spcAft>
              <a:buNone/>
            </a:pPr>
            <a:r>
              <a:t/>
            </a:r>
            <a:endParaRPr b="1" sz="600">
              <a:latin typeface="Arial"/>
              <a:ea typeface="Arial"/>
              <a:cs typeface="Arial"/>
              <a:sym typeface="Arial"/>
            </a:endParaRPr>
          </a:p>
          <a:p>
            <a:pPr indent="0" lvl="0" marL="0" rtl="0" algn="l">
              <a:lnSpc>
                <a:spcPct val="150000"/>
              </a:lnSpc>
              <a:spcBef>
                <a:spcPts val="0"/>
              </a:spcBef>
              <a:spcAft>
                <a:spcPts val="0"/>
              </a:spcAft>
              <a:buNone/>
            </a:pPr>
            <a:r>
              <a:rPr b="1" lang="en" sz="800">
                <a:solidFill>
                  <a:schemeClr val="accent5"/>
                </a:solidFill>
                <a:latin typeface="Arial"/>
                <a:ea typeface="Arial"/>
                <a:cs typeface="Arial"/>
                <a:sym typeface="Arial"/>
              </a:rPr>
              <a:t>    » sqlite3 "data_lake\serving\feature_store\v_20260424_224132\features.db" "SELECT DISTINCT customer_unique_id FROM user_features LIMIT 20;"</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    ✔ Resolved users  → 0000366f3b9a7992bf8c76cfdf3221e2, 0000b849f77a49e4a4ce2b2a4ca5be3f</a:t>
            </a:r>
            <a:endParaRPr b="1" sz="600">
              <a:latin typeface="Arial"/>
              <a:ea typeface="Arial"/>
              <a:cs typeface="Arial"/>
              <a:sym typeface="Arial"/>
            </a:endParaRPr>
          </a:p>
          <a:p>
            <a:pPr indent="0" lvl="0" marL="0" rtl="0" algn="l">
              <a:lnSpc>
                <a:spcPct val="150000"/>
              </a:lnSpc>
              <a:spcBef>
                <a:spcPts val="0"/>
              </a:spcBef>
              <a:spcAft>
                <a:spcPts val="0"/>
              </a:spcAft>
              <a:buNone/>
            </a:pPr>
            <a:r>
              <a:t/>
            </a:r>
            <a:endParaRPr b="1" sz="600">
              <a:latin typeface="Arial"/>
              <a:ea typeface="Arial"/>
              <a:cs typeface="Arial"/>
              <a:sym typeface="Arial"/>
            </a:endParaRPr>
          </a:p>
          <a:p>
            <a:pPr indent="0" lvl="0" marL="0" rtl="0" algn="l">
              <a:lnSpc>
                <a:spcPct val="150000"/>
              </a:lnSpc>
              <a:spcBef>
                <a:spcPts val="0"/>
              </a:spcBef>
              <a:spcAft>
                <a:spcPts val="0"/>
              </a:spcAft>
              <a:buNone/>
            </a:pPr>
            <a:r>
              <a:rPr b="1" lang="en" sz="800">
                <a:solidFill>
                  <a:schemeClr val="accent5"/>
                </a:solidFill>
                <a:latin typeface="Arial"/>
                <a:ea typeface="Arial"/>
                <a:cs typeface="Arial"/>
                <a:sym typeface="Arial"/>
              </a:rPr>
              <a:t>    » python -m feature_store.feature_store_manager --query-users "0000366f3b9a7992bf8c76cfdf3221e2, 0000b849f77a49e4a4ce2b2a4ca5be3f"</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22:41:36 | INFO     | feature_store | [INFERENCE] Retrieved 2 user feature rows for 2 user IDs</a:t>
            </a:r>
            <a:endParaRPr b="1" sz="600">
              <a:latin typeface="Arial"/>
              <a:ea typeface="Arial"/>
              <a:cs typeface="Arial"/>
              <a:sym typeface="Arial"/>
            </a:endParaRPr>
          </a:p>
          <a:p>
            <a:pPr indent="0" lvl="0" marL="0" rtl="0" algn="l">
              <a:lnSpc>
                <a:spcPct val="150000"/>
              </a:lnSpc>
              <a:spcBef>
                <a:spcPts val="0"/>
              </a:spcBef>
              <a:spcAft>
                <a:spcPts val="0"/>
              </a:spcAft>
              <a:buNone/>
            </a:pPr>
            <a:r>
              <a:t/>
            </a:r>
            <a:endParaRPr b="1" sz="600">
              <a:latin typeface="Arial"/>
              <a:ea typeface="Arial"/>
              <a:cs typeface="Arial"/>
              <a:sym typeface="Arial"/>
            </a:endParaRPr>
          </a:p>
          <a:p>
            <a:pPr indent="0" lvl="0" marL="0" rtl="0" algn="l">
              <a:lnSpc>
                <a:spcPct val="150000"/>
              </a:lnSpc>
              <a:spcBef>
                <a:spcPts val="0"/>
              </a:spcBef>
              <a:spcAft>
                <a:spcPts val="0"/>
              </a:spcAft>
              <a:buNone/>
            </a:pPr>
            <a:r>
              <a:rPr b="1" lang="en" sz="800">
                <a:solidFill>
                  <a:schemeClr val="accent5"/>
                </a:solidFill>
                <a:latin typeface="Arial"/>
                <a:ea typeface="Arial"/>
                <a:cs typeface="Arial"/>
                <a:sym typeface="Arial"/>
              </a:rPr>
              <a:t>    » sqlite3 "data_lake\serving\feature_store\v_20260424_224132\features.db" "SELECT DISTINCT product_id FROM item_features LIMIT 20;"</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    ✔ Resolved items  → 00066f42aeeb9f3007548bb9d3f33c38, 00088930e925c41fd95ebfe695fd2655</a:t>
            </a:r>
            <a:endParaRPr b="1" sz="600">
              <a:latin typeface="Arial"/>
              <a:ea typeface="Arial"/>
              <a:cs typeface="Arial"/>
              <a:sym typeface="Arial"/>
            </a:endParaRPr>
          </a:p>
          <a:p>
            <a:pPr indent="0" lvl="0" marL="0" rtl="0" algn="l">
              <a:lnSpc>
                <a:spcPct val="150000"/>
              </a:lnSpc>
              <a:spcBef>
                <a:spcPts val="0"/>
              </a:spcBef>
              <a:spcAft>
                <a:spcPts val="0"/>
              </a:spcAft>
              <a:buNone/>
            </a:pPr>
            <a:r>
              <a:t/>
            </a:r>
            <a:endParaRPr b="1" sz="600">
              <a:latin typeface="Arial"/>
              <a:ea typeface="Arial"/>
              <a:cs typeface="Arial"/>
              <a:sym typeface="Arial"/>
            </a:endParaRPr>
          </a:p>
          <a:p>
            <a:pPr indent="0" lvl="0" marL="0" rtl="0" algn="l">
              <a:lnSpc>
                <a:spcPct val="150000"/>
              </a:lnSpc>
              <a:spcBef>
                <a:spcPts val="0"/>
              </a:spcBef>
              <a:spcAft>
                <a:spcPts val="0"/>
              </a:spcAft>
              <a:buNone/>
            </a:pPr>
            <a:r>
              <a:rPr b="1" lang="en" sz="800">
                <a:solidFill>
                  <a:schemeClr val="accent5"/>
                </a:solidFill>
                <a:latin typeface="Arial"/>
                <a:ea typeface="Arial"/>
                <a:cs typeface="Arial"/>
                <a:sym typeface="Arial"/>
              </a:rPr>
              <a:t>    » python -m feature_store.feature_store_manager --query-items "00066f42aeeb9f3007548bb9d3f33c38, 00088930e925c41fd95ebfe695fd2655"</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2026-04-24 22:41:38 | INFO     | feature_store | [INFERENCE] Retrieved 2 item feature rows for 2 item IDs</a:t>
            </a:r>
            <a:endParaRPr b="1" sz="600">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9" name="Shape 1169"/>
        <p:cNvGrpSpPr/>
        <p:nvPr/>
      </p:nvGrpSpPr>
      <p:grpSpPr>
        <a:xfrm>
          <a:off x="0" y="0"/>
          <a:ext cx="0" cy="0"/>
          <a:chOff x="0" y="0"/>
          <a:chExt cx="0" cy="0"/>
        </a:xfrm>
      </p:grpSpPr>
      <p:sp>
        <p:nvSpPr>
          <p:cNvPr id="1170" name="Google Shape;1170;p118"/>
          <p:cNvSpPr txBox="1"/>
          <p:nvPr>
            <p:ph type="title"/>
          </p:nvPr>
        </p:nvSpPr>
        <p:spPr>
          <a:xfrm>
            <a:off x="284775" y="282900"/>
            <a:ext cx="7851300" cy="49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Task 8: Data Versioning and Lineage</a:t>
            </a:r>
            <a:endParaRPr sz="3000"/>
          </a:p>
        </p:txBody>
      </p:sp>
      <p:sp>
        <p:nvSpPr>
          <p:cNvPr id="1171" name="Google Shape;1171;p118"/>
          <p:cNvSpPr txBox="1"/>
          <p:nvPr>
            <p:ph idx="4294967295" type="body"/>
          </p:nvPr>
        </p:nvSpPr>
        <p:spPr>
          <a:xfrm>
            <a:off x="284700" y="1152875"/>
            <a:ext cx="8574600" cy="3597900"/>
          </a:xfrm>
          <a:prstGeom prst="rect">
            <a:avLst/>
          </a:prstGeom>
        </p:spPr>
        <p:txBody>
          <a:bodyPr anchorCtr="0" anchor="t" bIns="0" lIns="0" spcFirstLastPara="1" rIns="0" wrap="square" tIns="0">
            <a:noAutofit/>
          </a:bodyPr>
          <a:lstStyle/>
          <a:p>
            <a:pPr indent="-342900" lvl="0" marL="457200" rtl="0" algn="l">
              <a:lnSpc>
                <a:spcPct val="150000"/>
              </a:lnSpc>
              <a:spcBef>
                <a:spcPts val="0"/>
              </a:spcBef>
              <a:spcAft>
                <a:spcPts val="0"/>
              </a:spcAft>
              <a:buSzPts val="1800"/>
              <a:buFont typeface="Outfit Medium"/>
              <a:buChar char="●"/>
            </a:pPr>
            <a:r>
              <a:rPr b="1" lang="en" sz="1800">
                <a:latin typeface="Outfit"/>
                <a:ea typeface="Outfit"/>
                <a:cs typeface="Outfit"/>
                <a:sym typeface="Outfit"/>
              </a:rPr>
              <a:t>Objective:</a:t>
            </a:r>
            <a:r>
              <a:rPr lang="en" sz="1800">
                <a:latin typeface="Outfit Medium"/>
                <a:ea typeface="Outfit Medium"/>
                <a:cs typeface="Outfit Medium"/>
                <a:sym typeface="Outfit Medium"/>
              </a:rPr>
              <a:t> </a:t>
            </a:r>
            <a:r>
              <a:rPr lang="en" sz="1800">
                <a:latin typeface="Outfit Medium"/>
                <a:ea typeface="Outfit Medium"/>
                <a:cs typeface="Outfit Medium"/>
                <a:sym typeface="Outfit Medium"/>
              </a:rPr>
              <a:t>Track the history and evolution of datasets</a:t>
            </a:r>
            <a:endParaRPr sz="1800">
              <a:latin typeface="Outfit Medium"/>
              <a:ea typeface="Outfit Medium"/>
              <a:cs typeface="Outfit Medium"/>
              <a:sym typeface="Outfit Medium"/>
            </a:endParaRPr>
          </a:p>
          <a:p>
            <a:pPr indent="-342900" lvl="0" marL="457200" rtl="0" algn="l">
              <a:lnSpc>
                <a:spcPct val="100000"/>
              </a:lnSpc>
              <a:spcBef>
                <a:spcPts val="0"/>
              </a:spcBef>
              <a:spcAft>
                <a:spcPts val="0"/>
              </a:spcAft>
              <a:buSzPts val="1800"/>
              <a:buFont typeface="Outfit Medium"/>
              <a:buChar char="●"/>
            </a:pPr>
            <a:r>
              <a:rPr lang="en" sz="1800">
                <a:latin typeface="Outfit Medium"/>
                <a:ea typeface="Outfit Medium"/>
                <a:cs typeface="Outfit Medium"/>
                <a:sym typeface="Outfit Medium"/>
              </a:rPr>
              <a:t>Using DVC (Data Version Control), we created a system where large datasets are versioned alongside the code. By linking specific data snapshots to Git commits, we established a clear lineage, allowing us to reproduce any specific model version by rolling back to its exact data state</a:t>
            </a:r>
            <a:endParaRPr sz="1800">
              <a:latin typeface="Outfit Medium"/>
              <a:ea typeface="Outfit Medium"/>
              <a:cs typeface="Outfit Medium"/>
              <a:sym typeface="Outfit Medium"/>
            </a:endParaRPr>
          </a:p>
          <a:p>
            <a:pPr indent="-342900" lvl="0" marL="457200" rtl="0" algn="l">
              <a:lnSpc>
                <a:spcPct val="150000"/>
              </a:lnSpc>
              <a:spcBef>
                <a:spcPts val="1000"/>
              </a:spcBef>
              <a:spcAft>
                <a:spcPts val="0"/>
              </a:spcAft>
              <a:buSzPts val="1800"/>
              <a:buFont typeface="Outfit Medium"/>
              <a:buChar char="●"/>
            </a:pPr>
            <a:r>
              <a:rPr b="1" lang="en" sz="1800">
                <a:latin typeface="Outfit"/>
                <a:ea typeface="Outfit"/>
                <a:cs typeface="Outfit"/>
                <a:sym typeface="Outfit"/>
              </a:rPr>
              <a:t>Tools Used:</a:t>
            </a:r>
            <a:r>
              <a:rPr lang="en" sz="1800">
                <a:latin typeface="Outfit Medium"/>
                <a:ea typeface="Outfit Medium"/>
                <a:cs typeface="Outfit Medium"/>
                <a:sym typeface="Outfit Medium"/>
              </a:rPr>
              <a:t> Git, DVC</a:t>
            </a:r>
            <a:endParaRPr sz="1800">
              <a:latin typeface="Outfit Medium"/>
              <a:ea typeface="Outfit Medium"/>
              <a:cs typeface="Outfit Medium"/>
              <a:sym typeface="Outfit Medium"/>
            </a:endParaRPr>
          </a:p>
          <a:p>
            <a:pPr indent="-342900" lvl="0" marL="457200" rtl="0" algn="l">
              <a:lnSpc>
                <a:spcPct val="150000"/>
              </a:lnSpc>
              <a:spcBef>
                <a:spcPts val="0"/>
              </a:spcBef>
              <a:spcAft>
                <a:spcPts val="0"/>
              </a:spcAft>
              <a:buSzPts val="1800"/>
              <a:buFont typeface="Outfit Medium"/>
              <a:buChar char="●"/>
            </a:pPr>
            <a:r>
              <a:rPr b="1" lang="en" sz="1800">
                <a:latin typeface="Outfit"/>
                <a:ea typeface="Outfit"/>
                <a:cs typeface="Outfit"/>
                <a:sym typeface="Outfit"/>
              </a:rPr>
              <a:t>Input:</a:t>
            </a:r>
            <a:r>
              <a:rPr lang="en" sz="1800">
                <a:latin typeface="Outfit Medium"/>
                <a:ea typeface="Outfit Medium"/>
                <a:cs typeface="Outfit Medium"/>
                <a:sym typeface="Outfit Medium"/>
              </a:rPr>
              <a:t> </a:t>
            </a:r>
            <a:r>
              <a:rPr lang="en" sz="1800">
                <a:latin typeface="Outfit Medium"/>
                <a:ea typeface="Outfit Medium"/>
                <a:cs typeface="Outfit Medium"/>
                <a:sym typeface="Outfit Medium"/>
              </a:rPr>
              <a:t>Raw and transformed data assets</a:t>
            </a:r>
            <a:endParaRPr sz="1800">
              <a:latin typeface="Outfit Medium"/>
              <a:ea typeface="Outfit Medium"/>
              <a:cs typeface="Outfit Medium"/>
              <a:sym typeface="Outfit Medium"/>
            </a:endParaRPr>
          </a:p>
          <a:p>
            <a:pPr indent="-342900" lvl="0" marL="457200" rtl="0" algn="l">
              <a:lnSpc>
                <a:spcPct val="150000"/>
              </a:lnSpc>
              <a:spcBef>
                <a:spcPts val="0"/>
              </a:spcBef>
              <a:spcAft>
                <a:spcPts val="0"/>
              </a:spcAft>
              <a:buSzPts val="1800"/>
              <a:buFont typeface="Outfit Medium"/>
              <a:buChar char="●"/>
            </a:pPr>
            <a:r>
              <a:rPr b="1" lang="en" sz="1800">
                <a:latin typeface="Outfit"/>
                <a:ea typeface="Outfit"/>
                <a:cs typeface="Outfit"/>
                <a:sym typeface="Outfit"/>
              </a:rPr>
              <a:t>Output: </a:t>
            </a:r>
            <a:r>
              <a:rPr lang="en" sz="1800">
                <a:latin typeface="Outfit Medium"/>
                <a:ea typeface="Outfit Medium"/>
                <a:cs typeface="Outfit Medium"/>
                <a:sym typeface="Outfit Medium"/>
              </a:rPr>
              <a:t>.git &amp; .dvc pointer files and data lineage documentation</a:t>
            </a:r>
            <a:endParaRPr sz="1800">
              <a:latin typeface="Outfit Medium"/>
              <a:ea typeface="Outfit Medium"/>
              <a:cs typeface="Outfit Medium"/>
              <a:sym typeface="Outfit Medium"/>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5" name="Shape 1175"/>
        <p:cNvGrpSpPr/>
        <p:nvPr/>
      </p:nvGrpSpPr>
      <p:grpSpPr>
        <a:xfrm>
          <a:off x="0" y="0"/>
          <a:ext cx="0" cy="0"/>
          <a:chOff x="0" y="0"/>
          <a:chExt cx="0" cy="0"/>
        </a:xfrm>
      </p:grpSpPr>
      <p:sp>
        <p:nvSpPr>
          <p:cNvPr id="1176" name="Google Shape;1176;p119"/>
          <p:cNvSpPr txBox="1"/>
          <p:nvPr/>
        </p:nvSpPr>
        <p:spPr>
          <a:xfrm>
            <a:off x="0" y="0"/>
            <a:ext cx="4692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lang="en" sz="1800">
                <a:solidFill>
                  <a:schemeClr val="lt1"/>
                </a:solidFill>
                <a:latin typeface="Outfit Medium"/>
                <a:ea typeface="Outfit Medium"/>
                <a:cs typeface="Outfit Medium"/>
                <a:sym typeface="Outfit Medium"/>
              </a:rPr>
              <a:t>Git &amp; DVC Version Control Setup</a:t>
            </a:r>
            <a:endParaRPr/>
          </a:p>
        </p:txBody>
      </p:sp>
      <p:pic>
        <p:nvPicPr>
          <p:cNvPr id="1177" name="Google Shape;1177;p119"/>
          <p:cNvPicPr preferRelativeResize="0"/>
          <p:nvPr/>
        </p:nvPicPr>
        <p:blipFill>
          <a:blip r:embed="rId3">
            <a:alphaModFix/>
          </a:blip>
          <a:stretch>
            <a:fillRect/>
          </a:stretch>
        </p:blipFill>
        <p:spPr>
          <a:xfrm>
            <a:off x="319075" y="461700"/>
            <a:ext cx="8505850" cy="457189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1" name="Shape 1181"/>
        <p:cNvGrpSpPr/>
        <p:nvPr/>
      </p:nvGrpSpPr>
      <p:grpSpPr>
        <a:xfrm>
          <a:off x="0" y="0"/>
          <a:ext cx="0" cy="0"/>
          <a:chOff x="0" y="0"/>
          <a:chExt cx="0" cy="0"/>
        </a:xfrm>
      </p:grpSpPr>
      <p:sp>
        <p:nvSpPr>
          <p:cNvPr id="1182" name="Google Shape;1182;p120"/>
          <p:cNvSpPr txBox="1"/>
          <p:nvPr>
            <p:ph type="title"/>
          </p:nvPr>
        </p:nvSpPr>
        <p:spPr>
          <a:xfrm>
            <a:off x="284775" y="282900"/>
            <a:ext cx="7851300" cy="49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Task 9: Model Training and Evaluation</a:t>
            </a:r>
            <a:endParaRPr sz="3000"/>
          </a:p>
        </p:txBody>
      </p:sp>
      <p:sp>
        <p:nvSpPr>
          <p:cNvPr id="1183" name="Google Shape;1183;p120"/>
          <p:cNvSpPr txBox="1"/>
          <p:nvPr>
            <p:ph idx="4294967295" type="body"/>
          </p:nvPr>
        </p:nvSpPr>
        <p:spPr>
          <a:xfrm>
            <a:off x="284700" y="1152875"/>
            <a:ext cx="8574600" cy="3946200"/>
          </a:xfrm>
          <a:prstGeom prst="rect">
            <a:avLst/>
          </a:prstGeom>
        </p:spPr>
        <p:txBody>
          <a:bodyPr anchorCtr="0" anchor="t" bIns="0" lIns="0" spcFirstLastPara="1" rIns="0" wrap="square" tIns="0">
            <a:noAutofit/>
          </a:bodyPr>
          <a:lstStyle/>
          <a:p>
            <a:pPr indent="-330200" lvl="0" marL="457200" rtl="0" algn="l">
              <a:lnSpc>
                <a:spcPct val="150000"/>
              </a:lnSpc>
              <a:spcBef>
                <a:spcPts val="0"/>
              </a:spcBef>
              <a:spcAft>
                <a:spcPts val="0"/>
              </a:spcAft>
              <a:buSzPts val="1600"/>
              <a:buFont typeface="Outfit Medium"/>
              <a:buChar char="●"/>
            </a:pPr>
            <a:r>
              <a:rPr b="1" lang="en" sz="1600">
                <a:latin typeface="Outfit"/>
                <a:ea typeface="Outfit"/>
                <a:cs typeface="Outfit"/>
                <a:sym typeface="Outfit"/>
              </a:rPr>
              <a:t>Objective:</a:t>
            </a:r>
            <a:r>
              <a:rPr lang="en" sz="1600">
                <a:latin typeface="Outfit Medium"/>
                <a:ea typeface="Outfit Medium"/>
                <a:cs typeface="Outfit Medium"/>
                <a:sym typeface="Outfit Medium"/>
              </a:rPr>
              <a:t> </a:t>
            </a:r>
            <a:r>
              <a:rPr lang="en" sz="1600">
                <a:latin typeface="Outfit Medium"/>
                <a:ea typeface="Outfit Medium"/>
                <a:cs typeface="Outfit Medium"/>
                <a:sym typeface="Outfit Medium"/>
              </a:rPr>
              <a:t>Develop and evaluate the recommendation engine</a:t>
            </a:r>
            <a:endParaRPr sz="1600">
              <a:latin typeface="Outfit Medium"/>
              <a:ea typeface="Outfit Medium"/>
              <a:cs typeface="Outfit Medium"/>
              <a:sym typeface="Outfit Medium"/>
            </a:endParaRPr>
          </a:p>
          <a:p>
            <a:pPr indent="-330200" lvl="0" marL="457200" rtl="0" algn="l">
              <a:lnSpc>
                <a:spcPct val="100000"/>
              </a:lnSpc>
              <a:spcBef>
                <a:spcPts val="0"/>
              </a:spcBef>
              <a:spcAft>
                <a:spcPts val="0"/>
              </a:spcAft>
              <a:buSzPts val="1600"/>
              <a:buFont typeface="Outfit Medium"/>
              <a:buChar char="●"/>
            </a:pPr>
            <a:r>
              <a:rPr lang="en" sz="1600">
                <a:latin typeface="Outfit Medium"/>
                <a:ea typeface="Outfit Medium"/>
                <a:cs typeface="Outfit Medium"/>
                <a:sym typeface="Outfit Medium"/>
              </a:rPr>
              <a:t>We trained a </a:t>
            </a:r>
            <a:r>
              <a:rPr b="1" lang="en" sz="1600">
                <a:latin typeface="Outfit"/>
                <a:ea typeface="Outfit"/>
                <a:cs typeface="Outfit"/>
                <a:sym typeface="Outfit"/>
              </a:rPr>
              <a:t>K-Nearest Neighbors</a:t>
            </a:r>
            <a:r>
              <a:rPr lang="en" sz="1600">
                <a:latin typeface="Outfit Medium"/>
                <a:ea typeface="Outfit Medium"/>
                <a:cs typeface="Outfit Medium"/>
                <a:sym typeface="Outfit Medium"/>
              </a:rPr>
              <a:t> (KNN) model for collaborative filtering, using vectorized operations to optimize performance. The model is evaluated using ranking metrics (Precision@K, Recall@K, NDGC@K) with negative sampling to ensure realistic performance scores. All runs and artifacts are tracked in </a:t>
            </a:r>
            <a:r>
              <a:rPr b="1" lang="en" sz="1600">
                <a:latin typeface="Outfit"/>
                <a:ea typeface="Outfit"/>
                <a:cs typeface="Outfit"/>
                <a:sym typeface="Outfit"/>
              </a:rPr>
              <a:t>MLflow</a:t>
            </a:r>
            <a:endParaRPr b="1" sz="1600">
              <a:latin typeface="Outfit"/>
              <a:ea typeface="Outfit"/>
              <a:cs typeface="Outfit"/>
              <a:sym typeface="Outfit"/>
            </a:endParaRPr>
          </a:p>
          <a:p>
            <a:pPr indent="-330200" lvl="0" marL="457200" rtl="0" algn="l">
              <a:lnSpc>
                <a:spcPct val="100000"/>
              </a:lnSpc>
              <a:spcBef>
                <a:spcPts val="1000"/>
              </a:spcBef>
              <a:spcAft>
                <a:spcPts val="0"/>
              </a:spcAft>
              <a:buSzPts val="1600"/>
              <a:buFont typeface="Outfit Medium"/>
              <a:buChar char="●"/>
            </a:pPr>
            <a:r>
              <a:rPr b="1" lang="en" sz="1600">
                <a:latin typeface="Outfit"/>
                <a:ea typeface="Outfit"/>
                <a:cs typeface="Outfit"/>
                <a:sym typeface="Outfit"/>
              </a:rPr>
              <a:t>Tools Used:</a:t>
            </a:r>
            <a:r>
              <a:rPr lang="en" sz="1600">
                <a:latin typeface="Outfit Medium"/>
                <a:ea typeface="Outfit Medium"/>
                <a:cs typeface="Outfit Medium"/>
                <a:sym typeface="Outfit Medium"/>
              </a:rPr>
              <a:t> </a:t>
            </a:r>
            <a:r>
              <a:rPr lang="en" sz="1600">
                <a:latin typeface="Outfit Medium"/>
                <a:ea typeface="Outfit Medium"/>
                <a:cs typeface="Outfit Medium"/>
                <a:sym typeface="Outfit Medium"/>
              </a:rPr>
              <a:t>Scikit-Learn (KNN), MLflow, Flask</a:t>
            </a:r>
            <a:endParaRPr sz="1600">
              <a:latin typeface="Outfit Medium"/>
              <a:ea typeface="Outfit Medium"/>
              <a:cs typeface="Outfit Medium"/>
              <a:sym typeface="Outfit Medium"/>
            </a:endParaRPr>
          </a:p>
          <a:p>
            <a:pPr indent="-330200" lvl="1" marL="914400" rtl="0" algn="l">
              <a:lnSpc>
                <a:spcPct val="100000"/>
              </a:lnSpc>
              <a:spcBef>
                <a:spcPts val="0"/>
              </a:spcBef>
              <a:spcAft>
                <a:spcPts val="0"/>
              </a:spcAft>
              <a:buSzPts val="1600"/>
              <a:buFont typeface="Outfit Medium"/>
              <a:buChar char="○"/>
            </a:pPr>
            <a:r>
              <a:rPr lang="en" sz="1600">
                <a:solidFill>
                  <a:srgbClr val="FFFFFF"/>
                </a:solidFill>
                <a:highlight>
                  <a:srgbClr val="434343"/>
                </a:highlight>
                <a:latin typeface="Outfit Medium"/>
                <a:ea typeface="Outfit Medium"/>
                <a:cs typeface="Outfit Medium"/>
                <a:sym typeface="Outfit Medium"/>
              </a:rPr>
              <a:t> models/model_training.py</a:t>
            </a:r>
            <a:endParaRPr sz="1600">
              <a:latin typeface="Outfit Medium"/>
              <a:ea typeface="Outfit Medium"/>
              <a:cs typeface="Outfit Medium"/>
              <a:sym typeface="Outfit Medium"/>
            </a:endParaRPr>
          </a:p>
          <a:p>
            <a:pPr indent="-330200" lvl="1" marL="914400" rtl="0" algn="l">
              <a:lnSpc>
                <a:spcPct val="150000"/>
              </a:lnSpc>
              <a:spcBef>
                <a:spcPts val="0"/>
              </a:spcBef>
              <a:spcAft>
                <a:spcPts val="0"/>
              </a:spcAft>
              <a:buSzPts val="1600"/>
              <a:buFont typeface="Outfit Medium"/>
              <a:buChar char="○"/>
            </a:pPr>
            <a:r>
              <a:rPr lang="en" sz="1600">
                <a:solidFill>
                  <a:srgbClr val="FFFFFF"/>
                </a:solidFill>
                <a:highlight>
                  <a:srgbClr val="434343"/>
                </a:highlight>
                <a:latin typeface="Outfit Medium"/>
                <a:ea typeface="Outfit Medium"/>
                <a:cs typeface="Outfit Medium"/>
                <a:sym typeface="Outfit Medium"/>
              </a:rPr>
              <a:t> models/evaluation_metrics.py</a:t>
            </a:r>
            <a:endParaRPr sz="1600">
              <a:latin typeface="Outfit Medium"/>
              <a:ea typeface="Outfit Medium"/>
              <a:cs typeface="Outfit Medium"/>
              <a:sym typeface="Outfit Medium"/>
            </a:endParaRPr>
          </a:p>
          <a:p>
            <a:pPr indent="-330200" lvl="0" marL="457200" rtl="0" algn="l">
              <a:lnSpc>
                <a:spcPct val="150000"/>
              </a:lnSpc>
              <a:spcBef>
                <a:spcPts val="0"/>
              </a:spcBef>
              <a:spcAft>
                <a:spcPts val="0"/>
              </a:spcAft>
              <a:buSzPts val="1600"/>
              <a:buFont typeface="Outfit Medium"/>
              <a:buChar char="●"/>
            </a:pPr>
            <a:r>
              <a:rPr b="1" lang="en" sz="1600">
                <a:latin typeface="Outfit"/>
                <a:ea typeface="Outfit"/>
                <a:cs typeface="Outfit"/>
                <a:sym typeface="Outfit"/>
              </a:rPr>
              <a:t>Input:</a:t>
            </a:r>
            <a:r>
              <a:rPr lang="en" sz="1600">
                <a:latin typeface="Outfit Medium"/>
                <a:ea typeface="Outfit Medium"/>
                <a:cs typeface="Outfit Medium"/>
                <a:sym typeface="Outfit Medium"/>
              </a:rPr>
              <a:t> </a:t>
            </a:r>
            <a:r>
              <a:rPr lang="en" sz="1600">
                <a:latin typeface="Outfit Medium"/>
                <a:ea typeface="Outfit Medium"/>
                <a:cs typeface="Outfit Medium"/>
                <a:sym typeface="Outfit Medium"/>
              </a:rPr>
              <a:t>Features from the Feature Store</a:t>
            </a:r>
            <a:endParaRPr sz="1600">
              <a:latin typeface="Outfit Medium"/>
              <a:ea typeface="Outfit Medium"/>
              <a:cs typeface="Outfit Medium"/>
              <a:sym typeface="Outfit Medium"/>
            </a:endParaRPr>
          </a:p>
          <a:p>
            <a:pPr indent="-330200" lvl="0" marL="457200" rtl="0" algn="l">
              <a:lnSpc>
                <a:spcPct val="150000"/>
              </a:lnSpc>
              <a:spcBef>
                <a:spcPts val="0"/>
              </a:spcBef>
              <a:spcAft>
                <a:spcPts val="0"/>
              </a:spcAft>
              <a:buSzPts val="1600"/>
              <a:buFont typeface="Outfit Medium"/>
              <a:buChar char="●"/>
            </a:pPr>
            <a:r>
              <a:rPr b="1" lang="en" sz="1600">
                <a:latin typeface="Outfit"/>
                <a:ea typeface="Outfit"/>
                <a:cs typeface="Outfit"/>
                <a:sym typeface="Outfit"/>
              </a:rPr>
              <a:t>Output:</a:t>
            </a:r>
            <a:endParaRPr b="1" sz="1600">
              <a:latin typeface="Outfit"/>
              <a:ea typeface="Outfit"/>
              <a:cs typeface="Outfit"/>
              <a:sym typeface="Outfit"/>
            </a:endParaRPr>
          </a:p>
          <a:p>
            <a:pPr indent="-330200" lvl="1" marL="914400" rtl="0" algn="l">
              <a:lnSpc>
                <a:spcPct val="100000"/>
              </a:lnSpc>
              <a:spcBef>
                <a:spcPts val="0"/>
              </a:spcBef>
              <a:spcAft>
                <a:spcPts val="0"/>
              </a:spcAft>
              <a:buSzPts val="1600"/>
              <a:buFont typeface="Outfit Medium"/>
              <a:buChar char="○"/>
            </a:pPr>
            <a:r>
              <a:rPr lang="en" sz="1600">
                <a:latin typeface="Outfit Medium"/>
                <a:ea typeface="Outfit Medium"/>
                <a:cs typeface="Outfit Medium"/>
                <a:sym typeface="Outfit Medium"/>
              </a:rPr>
              <a:t>Trained model artifacts </a:t>
            </a:r>
            <a:r>
              <a:rPr lang="en" sz="1600">
                <a:solidFill>
                  <a:srgbClr val="FFFFFF"/>
                </a:solidFill>
                <a:highlight>
                  <a:srgbClr val="434343"/>
                </a:highlight>
                <a:latin typeface="Outfit Medium"/>
                <a:ea typeface="Outfit Medium"/>
                <a:cs typeface="Outfit Medium"/>
                <a:sym typeface="Outfit Medium"/>
              </a:rPr>
              <a:t> mlruns</a:t>
            </a:r>
            <a:endParaRPr sz="1600">
              <a:latin typeface="Outfit Medium"/>
              <a:ea typeface="Outfit Medium"/>
              <a:cs typeface="Outfit Medium"/>
              <a:sym typeface="Outfit Medium"/>
            </a:endParaRPr>
          </a:p>
          <a:p>
            <a:pPr indent="-330200" lvl="1" marL="914400" rtl="0" algn="l">
              <a:lnSpc>
                <a:spcPct val="150000"/>
              </a:lnSpc>
              <a:spcBef>
                <a:spcPts val="0"/>
              </a:spcBef>
              <a:spcAft>
                <a:spcPts val="0"/>
              </a:spcAft>
              <a:buSzPts val="1600"/>
              <a:buFont typeface="Outfit Medium"/>
              <a:buChar char="○"/>
            </a:pPr>
            <a:r>
              <a:rPr lang="en" sz="1600">
                <a:latin typeface="Outfit Medium"/>
                <a:ea typeface="Outfit Medium"/>
                <a:cs typeface="Outfit Medium"/>
                <a:sym typeface="Outfit Medium"/>
              </a:rPr>
              <a:t>Performance tracking reports</a:t>
            </a:r>
            <a:endParaRPr sz="1600">
              <a:latin typeface="Outfit Medium"/>
              <a:ea typeface="Outfit Medium"/>
              <a:cs typeface="Outfit Medium"/>
              <a:sym typeface="Outfit Medium"/>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7" name="Shape 1187"/>
        <p:cNvGrpSpPr/>
        <p:nvPr/>
      </p:nvGrpSpPr>
      <p:grpSpPr>
        <a:xfrm>
          <a:off x="0" y="0"/>
          <a:ext cx="0" cy="0"/>
          <a:chOff x="0" y="0"/>
          <a:chExt cx="0" cy="0"/>
        </a:xfrm>
      </p:grpSpPr>
      <p:sp>
        <p:nvSpPr>
          <p:cNvPr id="1188" name="Google Shape;1188;p121"/>
          <p:cNvSpPr txBox="1"/>
          <p:nvPr>
            <p:ph type="title"/>
          </p:nvPr>
        </p:nvSpPr>
        <p:spPr>
          <a:xfrm>
            <a:off x="284775" y="282900"/>
            <a:ext cx="7851300" cy="49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Task 9: Model Training and Evaluation</a:t>
            </a:r>
            <a:endParaRPr/>
          </a:p>
        </p:txBody>
      </p:sp>
      <p:sp>
        <p:nvSpPr>
          <p:cNvPr id="1189" name="Google Shape;1189;p121"/>
          <p:cNvSpPr txBox="1"/>
          <p:nvPr>
            <p:ph idx="4294967295" type="body"/>
          </p:nvPr>
        </p:nvSpPr>
        <p:spPr>
          <a:xfrm>
            <a:off x="284700" y="1152875"/>
            <a:ext cx="8574600" cy="3597900"/>
          </a:xfrm>
          <a:prstGeom prst="rect">
            <a:avLst/>
          </a:prstGeom>
        </p:spPr>
        <p:txBody>
          <a:bodyPr anchorCtr="0" anchor="t" bIns="0" lIns="0" spcFirstLastPara="1" rIns="0" wrap="square" tIns="0">
            <a:noAutofit/>
          </a:bodyPr>
          <a:lstStyle/>
          <a:p>
            <a:pPr indent="0" lvl="0" marL="0" rtl="0" algn="l">
              <a:lnSpc>
                <a:spcPct val="150000"/>
              </a:lnSpc>
              <a:spcBef>
                <a:spcPts val="0"/>
              </a:spcBef>
              <a:spcAft>
                <a:spcPts val="0"/>
              </a:spcAft>
              <a:buNone/>
            </a:pPr>
            <a:r>
              <a:rPr b="1" lang="en" sz="800">
                <a:solidFill>
                  <a:schemeClr val="accent5"/>
                </a:solidFill>
                <a:latin typeface="Arial"/>
                <a:ea typeface="Arial"/>
                <a:cs typeface="Arial"/>
                <a:sym typeface="Arial"/>
              </a:rPr>
              <a:t>    » python -m models.model_training</a:t>
            </a:r>
            <a:endParaRPr b="1" sz="800">
              <a:solidFill>
                <a:schemeClr val="accent5"/>
              </a:solidFill>
              <a:latin typeface="Arial"/>
              <a:ea typeface="Arial"/>
              <a:cs typeface="Arial"/>
              <a:sym typeface="Arial"/>
            </a:endParaRPr>
          </a:p>
          <a:p>
            <a:pPr indent="0" lvl="0" marL="0" rtl="0" algn="l">
              <a:lnSpc>
                <a:spcPct val="150000"/>
              </a:lnSpc>
              <a:spcBef>
                <a:spcPts val="0"/>
              </a:spcBef>
              <a:spcAft>
                <a:spcPts val="0"/>
              </a:spcAft>
              <a:buNone/>
            </a:pPr>
            <a:r>
              <a:t/>
            </a:r>
            <a:endParaRPr b="1" sz="800">
              <a:solidFill>
                <a:schemeClr val="accent5"/>
              </a:solidFill>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    2026/04/25 08:54:28 WARNING mlflow.sklearn: Saving scikit-learn models in the pickle or cloudpickle format requires exercising caution because these formats rely on Python's object serialization mechanism, which can execute arbitrary code during deserialization. The recommended safe alternative is the 'skops' format. For more information, see: https://scikit-learn.org/stable/model_persistence.html</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    2026/04/25 08:54:28 WARNING mlflow.sklearn: Model was missing function: predict. Not logging python_function flavor!</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    Starting RocoMart Model Training Pipeline</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    Loading product features from product categories with translated names: dataset/olist_products_dataset.csv</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    Training KNN model (User-Based on Categories)...</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    Loading product features from fallback dataset: dataset/olist_products_dataset.csv</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    Users with 2+ categories: 728</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    KNN (Category User-Based) - Precision@5: 0.0412, Recall@5: 0.2059, NDCG@5: 0.1616</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    Performance report saved to: reports/20260425_085442_model_performance_report.md</a:t>
            </a:r>
            <a:endParaRPr b="1" sz="600">
              <a:latin typeface="Arial"/>
              <a:ea typeface="Arial"/>
              <a:cs typeface="Arial"/>
              <a:sym typeface="Arial"/>
            </a:endParaRPr>
          </a:p>
          <a:p>
            <a:pPr indent="0" lvl="0" marL="0" rtl="0" algn="l">
              <a:lnSpc>
                <a:spcPct val="150000"/>
              </a:lnSpc>
              <a:spcBef>
                <a:spcPts val="0"/>
              </a:spcBef>
              <a:spcAft>
                <a:spcPts val="0"/>
              </a:spcAft>
              <a:buNone/>
            </a:pPr>
            <a:r>
              <a:rPr b="1" lang="en" sz="600">
                <a:latin typeface="Arial"/>
                <a:ea typeface="Arial"/>
                <a:cs typeface="Arial"/>
                <a:sym typeface="Arial"/>
              </a:rPr>
              <a:t>    Training pipeline completed successfully!</a:t>
            </a:r>
            <a:endParaRPr b="1" sz="600">
              <a:latin typeface="Arial"/>
              <a:ea typeface="Arial"/>
              <a:cs typeface="Arial"/>
              <a:sym typeface="Arial"/>
            </a:endParaRPr>
          </a:p>
          <a:p>
            <a:pPr indent="0" lvl="0" marL="0" rtl="0" algn="l">
              <a:lnSpc>
                <a:spcPct val="150000"/>
              </a:lnSpc>
              <a:spcBef>
                <a:spcPts val="0"/>
              </a:spcBef>
              <a:spcAft>
                <a:spcPts val="0"/>
              </a:spcAft>
              <a:buNone/>
            </a:pPr>
            <a:r>
              <a:t/>
            </a:r>
            <a:endParaRPr b="1" sz="600">
              <a:latin typeface="Arial"/>
              <a:ea typeface="Arial"/>
              <a:cs typeface="Arial"/>
              <a:sym typeface="Arial"/>
            </a:endParaRPr>
          </a:p>
          <a:p>
            <a:pPr indent="0" lvl="0" marL="0" rtl="0" algn="l">
              <a:lnSpc>
                <a:spcPct val="150000"/>
              </a:lnSpc>
              <a:spcBef>
                <a:spcPts val="0"/>
              </a:spcBef>
              <a:spcAft>
                <a:spcPts val="0"/>
              </a:spcAft>
              <a:buNone/>
            </a:pPr>
            <a:r>
              <a:t/>
            </a:r>
            <a:endParaRPr b="1" sz="600">
              <a:latin typeface="Arial"/>
              <a:ea typeface="Arial"/>
              <a:cs typeface="Arial"/>
              <a:sym typeface="Arial"/>
            </a:endParaRPr>
          </a:p>
        </p:txBody>
      </p:sp>
      <p:graphicFrame>
        <p:nvGraphicFramePr>
          <p:cNvPr id="1190" name="Google Shape;1190;p121"/>
          <p:cNvGraphicFramePr/>
          <p:nvPr/>
        </p:nvGraphicFramePr>
        <p:xfrm>
          <a:off x="2666975" y="3740325"/>
          <a:ext cx="3000000" cy="3000000"/>
        </p:xfrm>
        <a:graphic>
          <a:graphicData uri="http://schemas.openxmlformats.org/drawingml/2006/table">
            <a:tbl>
              <a:tblPr>
                <a:noFill/>
                <a:tableStyleId>{AFE8AFDE-CDCC-4948-8B82-191EAE4EA62C}</a:tableStyleId>
              </a:tblPr>
              <a:tblGrid>
                <a:gridCol w="749325"/>
                <a:gridCol w="1220675"/>
                <a:gridCol w="966875"/>
                <a:gridCol w="978975"/>
              </a:tblGrid>
              <a:tr h="100000">
                <a:tc>
                  <a:txBody>
                    <a:bodyPr/>
                    <a:lstStyle/>
                    <a:p>
                      <a:pPr indent="0" lvl="0" marL="0" rtl="0" algn="l">
                        <a:lnSpc>
                          <a:spcPct val="115000"/>
                        </a:lnSpc>
                        <a:spcBef>
                          <a:spcPts val="0"/>
                        </a:spcBef>
                        <a:spcAft>
                          <a:spcPts val="800"/>
                        </a:spcAft>
                        <a:buNone/>
                      </a:pPr>
                      <a:r>
                        <a:rPr b="1" lang="en" sz="1050">
                          <a:solidFill>
                            <a:srgbClr val="3B3B3B"/>
                          </a:solidFill>
                        </a:rPr>
                        <a:t>Model</a:t>
                      </a:r>
                      <a:endParaRPr b="1" sz="1050">
                        <a:solidFill>
                          <a:srgbClr val="3B3B3B"/>
                        </a:solidFill>
                      </a:endParaRPr>
                    </a:p>
                  </a:txBody>
                  <a:tcPr marT="47625" marB="47625" marR="95250" marL="95250">
                    <a:lnB cap="flat" cmpd="sng" w="86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800"/>
                        </a:spcAft>
                        <a:buNone/>
                      </a:pPr>
                      <a:r>
                        <a:rPr b="1" lang="en" sz="1050">
                          <a:solidFill>
                            <a:srgbClr val="3B3B3B"/>
                          </a:solidFill>
                        </a:rPr>
                        <a:t>Precision@5</a:t>
                      </a:r>
                      <a:endParaRPr b="1" sz="1050">
                        <a:solidFill>
                          <a:srgbClr val="3B3B3B"/>
                        </a:solidFill>
                      </a:endParaRPr>
                    </a:p>
                  </a:txBody>
                  <a:tcPr marT="47625" marB="47625" marR="95250" marL="95250">
                    <a:lnB cap="flat" cmpd="sng" w="86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800"/>
                        </a:spcAft>
                        <a:buNone/>
                      </a:pPr>
                      <a:r>
                        <a:rPr b="1" lang="en" sz="1050">
                          <a:solidFill>
                            <a:srgbClr val="3B3B3B"/>
                          </a:solidFill>
                        </a:rPr>
                        <a:t>Recall@5</a:t>
                      </a:r>
                      <a:endParaRPr b="1" sz="1050">
                        <a:solidFill>
                          <a:srgbClr val="3B3B3B"/>
                        </a:solidFill>
                      </a:endParaRPr>
                    </a:p>
                  </a:txBody>
                  <a:tcPr marT="47625" marB="47625" marR="95250" marL="95250">
                    <a:lnB cap="flat" cmpd="sng" w="86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800"/>
                        </a:spcAft>
                        <a:buNone/>
                      </a:pPr>
                      <a:r>
                        <a:rPr b="1" lang="en" sz="1050">
                          <a:solidFill>
                            <a:srgbClr val="3B3B3B"/>
                          </a:solidFill>
                        </a:rPr>
                        <a:t>NDCG@5</a:t>
                      </a:r>
                      <a:endParaRPr b="1" sz="1050">
                        <a:solidFill>
                          <a:srgbClr val="3B3B3B"/>
                        </a:solidFill>
                      </a:endParaRPr>
                    </a:p>
                  </a:txBody>
                  <a:tcPr marT="47625" marB="47625" marR="95250" marL="95250">
                    <a:lnB cap="flat" cmpd="sng" w="8650">
                      <a:solidFill>
                        <a:srgbClr val="000000"/>
                      </a:solidFill>
                      <a:prstDash val="solid"/>
                      <a:round/>
                      <a:headEnd len="sm" w="sm" type="none"/>
                      <a:tailEnd len="sm" w="sm" type="none"/>
                    </a:lnB>
                  </a:tcPr>
                </a:tc>
              </a:tr>
              <a:tr h="285750">
                <a:tc>
                  <a:txBody>
                    <a:bodyPr/>
                    <a:lstStyle/>
                    <a:p>
                      <a:pPr indent="0" lvl="0" marL="0" rtl="0" algn="l">
                        <a:lnSpc>
                          <a:spcPct val="115000"/>
                        </a:lnSpc>
                        <a:spcBef>
                          <a:spcPts val="0"/>
                        </a:spcBef>
                        <a:spcAft>
                          <a:spcPts val="800"/>
                        </a:spcAft>
                        <a:buNone/>
                      </a:pPr>
                      <a:r>
                        <a:rPr lang="en" sz="1050">
                          <a:solidFill>
                            <a:srgbClr val="3B3B3B"/>
                          </a:solidFill>
                        </a:rPr>
                        <a:t>KNN</a:t>
                      </a:r>
                      <a:endParaRPr sz="1050">
                        <a:solidFill>
                          <a:srgbClr val="3B3B3B"/>
                        </a:solidFill>
                      </a:endParaRPr>
                    </a:p>
                  </a:txBody>
                  <a:tcPr marT="47625" marB="47625" marR="95250" marL="95250">
                    <a:lnT cap="flat" cmpd="sng" w="8650">
                      <a:solidFill>
                        <a:srgbClr val="000000"/>
                      </a:solidFill>
                      <a:prstDash val="solid"/>
                      <a:round/>
                      <a:headEnd len="sm" w="sm" type="none"/>
                      <a:tailEnd len="sm" w="sm" type="none"/>
                    </a:lnT>
                  </a:tcPr>
                </a:tc>
                <a:tc>
                  <a:txBody>
                    <a:bodyPr/>
                    <a:lstStyle/>
                    <a:p>
                      <a:pPr indent="0" lvl="0" marL="0" rtl="0" algn="ctr">
                        <a:lnSpc>
                          <a:spcPct val="115000"/>
                        </a:lnSpc>
                        <a:spcBef>
                          <a:spcPts val="0"/>
                        </a:spcBef>
                        <a:spcAft>
                          <a:spcPts val="800"/>
                        </a:spcAft>
                        <a:buNone/>
                      </a:pPr>
                      <a:r>
                        <a:rPr lang="en" sz="1050">
                          <a:solidFill>
                            <a:srgbClr val="3B3B3B"/>
                          </a:solidFill>
                        </a:rPr>
                        <a:t>0.0412</a:t>
                      </a:r>
                      <a:endParaRPr sz="1050">
                        <a:solidFill>
                          <a:srgbClr val="3B3B3B"/>
                        </a:solidFill>
                      </a:endParaRPr>
                    </a:p>
                  </a:txBody>
                  <a:tcPr marT="47625" marB="47625" marR="95250" marL="95250">
                    <a:lnT cap="flat" cmpd="sng" w="8650">
                      <a:solidFill>
                        <a:srgbClr val="000000"/>
                      </a:solidFill>
                      <a:prstDash val="solid"/>
                      <a:round/>
                      <a:headEnd len="sm" w="sm" type="none"/>
                      <a:tailEnd len="sm" w="sm" type="none"/>
                    </a:lnT>
                  </a:tcPr>
                </a:tc>
                <a:tc>
                  <a:txBody>
                    <a:bodyPr/>
                    <a:lstStyle/>
                    <a:p>
                      <a:pPr indent="0" lvl="0" marL="0" rtl="0" algn="ctr">
                        <a:lnSpc>
                          <a:spcPct val="115000"/>
                        </a:lnSpc>
                        <a:spcBef>
                          <a:spcPts val="0"/>
                        </a:spcBef>
                        <a:spcAft>
                          <a:spcPts val="800"/>
                        </a:spcAft>
                        <a:buNone/>
                      </a:pPr>
                      <a:r>
                        <a:rPr lang="en" sz="1050">
                          <a:solidFill>
                            <a:srgbClr val="3B3B3B"/>
                          </a:solidFill>
                        </a:rPr>
                        <a:t>0.2059</a:t>
                      </a:r>
                      <a:endParaRPr sz="1050">
                        <a:solidFill>
                          <a:srgbClr val="3B3B3B"/>
                        </a:solidFill>
                      </a:endParaRPr>
                    </a:p>
                  </a:txBody>
                  <a:tcPr marT="47625" marB="47625" marR="95250" marL="95250">
                    <a:lnT cap="flat" cmpd="sng" w="8650">
                      <a:solidFill>
                        <a:srgbClr val="000000"/>
                      </a:solidFill>
                      <a:prstDash val="solid"/>
                      <a:round/>
                      <a:headEnd len="sm" w="sm" type="none"/>
                      <a:tailEnd len="sm" w="sm" type="none"/>
                    </a:lnT>
                  </a:tcPr>
                </a:tc>
                <a:tc>
                  <a:txBody>
                    <a:bodyPr/>
                    <a:lstStyle/>
                    <a:p>
                      <a:pPr indent="0" lvl="0" marL="0" rtl="0" algn="ctr">
                        <a:lnSpc>
                          <a:spcPct val="115000"/>
                        </a:lnSpc>
                        <a:spcBef>
                          <a:spcPts val="0"/>
                        </a:spcBef>
                        <a:spcAft>
                          <a:spcPts val="800"/>
                        </a:spcAft>
                        <a:buNone/>
                      </a:pPr>
                      <a:r>
                        <a:rPr lang="en" sz="1050">
                          <a:solidFill>
                            <a:srgbClr val="3B3B3B"/>
                          </a:solidFill>
                        </a:rPr>
                        <a:t>0.1616</a:t>
                      </a:r>
                      <a:endParaRPr sz="1050">
                        <a:solidFill>
                          <a:srgbClr val="3B3B3B"/>
                        </a:solidFill>
                      </a:endParaRPr>
                    </a:p>
                  </a:txBody>
                  <a:tcPr marT="47625" marB="47625" marR="95250" marL="95250">
                    <a:lnT cap="flat" cmpd="sng" w="8650">
                      <a:solidFill>
                        <a:srgbClr val="000000"/>
                      </a:solidFill>
                      <a:prstDash val="solid"/>
                      <a:round/>
                      <a:headEnd len="sm" w="sm" type="none"/>
                      <a:tailEnd len="sm" w="sm" type="none"/>
                    </a:lnT>
                  </a:tcPr>
                </a:tc>
              </a:tr>
            </a:tbl>
          </a:graphicData>
        </a:graphic>
      </p:graphicFrame>
      <p:sp>
        <p:nvSpPr>
          <p:cNvPr id="1191" name="Google Shape;1191;p121"/>
          <p:cNvSpPr txBox="1"/>
          <p:nvPr/>
        </p:nvSpPr>
        <p:spPr>
          <a:xfrm>
            <a:off x="357675" y="3227475"/>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lang="en" sz="1800">
                <a:solidFill>
                  <a:schemeClr val="lt1"/>
                </a:solidFill>
                <a:latin typeface="Outfit Medium"/>
                <a:ea typeface="Outfit Medium"/>
                <a:cs typeface="Outfit Medium"/>
                <a:sym typeface="Outfit Medium"/>
              </a:rPr>
              <a:t>Evaluation Metrics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5" name="Shape 1195"/>
        <p:cNvGrpSpPr/>
        <p:nvPr/>
      </p:nvGrpSpPr>
      <p:grpSpPr>
        <a:xfrm>
          <a:off x="0" y="0"/>
          <a:ext cx="0" cy="0"/>
          <a:chOff x="0" y="0"/>
          <a:chExt cx="0" cy="0"/>
        </a:xfrm>
      </p:grpSpPr>
      <p:sp>
        <p:nvSpPr>
          <p:cNvPr id="1196" name="Google Shape;1196;p122"/>
          <p:cNvSpPr txBox="1"/>
          <p:nvPr>
            <p:ph type="title"/>
          </p:nvPr>
        </p:nvSpPr>
        <p:spPr>
          <a:xfrm>
            <a:off x="284775" y="282900"/>
            <a:ext cx="7851300" cy="49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Task 9: Model Training and Evaluation</a:t>
            </a:r>
            <a:endParaRPr/>
          </a:p>
        </p:txBody>
      </p:sp>
      <p:sp>
        <p:nvSpPr>
          <p:cNvPr id="1197" name="Google Shape;1197;p122"/>
          <p:cNvSpPr txBox="1"/>
          <p:nvPr>
            <p:ph idx="4294967295" type="body"/>
          </p:nvPr>
        </p:nvSpPr>
        <p:spPr>
          <a:xfrm>
            <a:off x="284700" y="1152875"/>
            <a:ext cx="8574600" cy="3856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800">
                <a:latin typeface="Outfit Medium"/>
                <a:ea typeface="Outfit Medium"/>
                <a:cs typeface="Outfit Medium"/>
                <a:sym typeface="Outfit Medium"/>
              </a:rPr>
              <a:t>Evaluation Metrics:</a:t>
            </a:r>
            <a:br>
              <a:rPr lang="en" sz="1800">
                <a:latin typeface="Outfit Medium"/>
                <a:ea typeface="Outfit Medium"/>
                <a:cs typeface="Outfit Medium"/>
                <a:sym typeface="Outfit Medium"/>
              </a:rPr>
            </a:br>
            <a:br>
              <a:rPr lang="en" sz="1800">
                <a:latin typeface="Outfit Medium"/>
                <a:ea typeface="Outfit Medium"/>
                <a:cs typeface="Outfit Medium"/>
                <a:sym typeface="Outfit Medium"/>
              </a:rPr>
            </a:br>
            <a:endParaRPr sz="1600">
              <a:latin typeface="Outfit Medium"/>
              <a:ea typeface="Outfit Medium"/>
              <a:cs typeface="Outfit Medium"/>
              <a:sym typeface="Outfit Medium"/>
            </a:endParaRPr>
          </a:p>
          <a:p>
            <a:pPr indent="-330200" lvl="0" marL="457200" rtl="0" algn="l">
              <a:spcBef>
                <a:spcPts val="1000"/>
              </a:spcBef>
              <a:spcAft>
                <a:spcPts val="0"/>
              </a:spcAft>
              <a:buSzPts val="1600"/>
              <a:buFont typeface="Outfit Medium"/>
              <a:buChar char="●"/>
            </a:pPr>
            <a:r>
              <a:rPr lang="en" sz="1600">
                <a:latin typeface="Outfit Medium"/>
                <a:ea typeface="Outfit Medium"/>
                <a:cs typeface="Outfit Medium"/>
                <a:sym typeface="Outfit Medium"/>
              </a:rPr>
              <a:t>The KNN recommendation engine was evaluated against a held-out set of real customer purchase data.</a:t>
            </a:r>
            <a:endParaRPr sz="1600">
              <a:latin typeface="Outfit Medium"/>
              <a:ea typeface="Outfit Medium"/>
              <a:cs typeface="Outfit Medium"/>
              <a:sym typeface="Outfit Medium"/>
            </a:endParaRPr>
          </a:p>
          <a:p>
            <a:pPr indent="-330200" lvl="0" marL="457200" rtl="0" algn="l">
              <a:spcBef>
                <a:spcPts val="1000"/>
              </a:spcBef>
              <a:spcAft>
                <a:spcPts val="0"/>
              </a:spcAft>
              <a:buSzPts val="1600"/>
              <a:buFont typeface="Outfit Medium"/>
              <a:buChar char="●"/>
            </a:pPr>
            <a:r>
              <a:rPr lang="en" sz="1600">
                <a:latin typeface="Outfit Medium"/>
                <a:ea typeface="Outfit Medium"/>
                <a:cs typeface="Outfit Medium"/>
                <a:sym typeface="Outfit Medium"/>
              </a:rPr>
              <a:t>Across the top 5 category recommendations presented to each customer, the model correctly identifies a category the customer genuinely likes approximately 20% of the time; surfacing 1 in 5 hidden interests within a single recommendation panel.</a:t>
            </a:r>
            <a:endParaRPr sz="1600">
              <a:latin typeface="Outfit Medium"/>
              <a:ea typeface="Outfit Medium"/>
              <a:cs typeface="Outfit Medium"/>
              <a:sym typeface="Outfit Medium"/>
            </a:endParaRPr>
          </a:p>
          <a:p>
            <a:pPr indent="-330200" lvl="0" marL="457200" rtl="0" algn="l">
              <a:spcBef>
                <a:spcPts val="1000"/>
              </a:spcBef>
              <a:spcAft>
                <a:spcPts val="0"/>
              </a:spcAft>
              <a:buSzPts val="1600"/>
              <a:buFont typeface="Outfit Medium"/>
              <a:buChar char="●"/>
            </a:pPr>
            <a:r>
              <a:rPr lang="en" sz="1600">
                <a:latin typeface="Outfit Medium"/>
                <a:ea typeface="Outfit Medium"/>
                <a:cs typeface="Outfit Medium"/>
                <a:sym typeface="Outfit Medium"/>
              </a:rPr>
              <a:t>When a match is found, the ranking algorithm ensures it appears near the top of the list (NDCG: 0.16) rather than buried at the bottom.</a:t>
            </a:r>
            <a:endParaRPr sz="1600">
              <a:latin typeface="Outfit Medium"/>
              <a:ea typeface="Outfit Medium"/>
              <a:cs typeface="Outfit Medium"/>
              <a:sym typeface="Outfit Medium"/>
            </a:endParaRPr>
          </a:p>
          <a:p>
            <a:pPr indent="-330200" lvl="0" marL="457200" rtl="0" algn="l">
              <a:spcBef>
                <a:spcPts val="1000"/>
              </a:spcBef>
              <a:spcAft>
                <a:spcPts val="0"/>
              </a:spcAft>
              <a:buSzPts val="1600"/>
              <a:buFont typeface="Outfit Medium"/>
              <a:buChar char="●"/>
            </a:pPr>
            <a:r>
              <a:rPr lang="en" sz="1600">
                <a:latin typeface="Outfit Medium"/>
                <a:ea typeface="Outfit Medium"/>
                <a:cs typeface="Outfit Medium"/>
                <a:sym typeface="Outfit Medium"/>
              </a:rPr>
              <a:t>In an e-commerce catalogue spanning 70+ categories, these scores translate directly to higher cross-category click-through rates, increased basket sizes, and improved customer discovery of categories they would not have otherwise visited</a:t>
            </a:r>
            <a:endParaRPr sz="1600">
              <a:latin typeface="Outfit Medium"/>
              <a:ea typeface="Outfit Medium"/>
              <a:cs typeface="Outfit Medium"/>
              <a:sym typeface="Outfit Medium"/>
            </a:endParaRPr>
          </a:p>
        </p:txBody>
      </p:sp>
      <p:graphicFrame>
        <p:nvGraphicFramePr>
          <p:cNvPr id="1198" name="Google Shape;1198;p122"/>
          <p:cNvGraphicFramePr/>
          <p:nvPr/>
        </p:nvGraphicFramePr>
        <p:xfrm>
          <a:off x="2819675" y="1202650"/>
          <a:ext cx="3000000" cy="3000000"/>
        </p:xfrm>
        <a:graphic>
          <a:graphicData uri="http://schemas.openxmlformats.org/drawingml/2006/table">
            <a:tbl>
              <a:tblPr>
                <a:noFill/>
                <a:tableStyleId>{AFE8AFDE-CDCC-4948-8B82-191EAE4EA62C}</a:tableStyleId>
              </a:tblPr>
              <a:tblGrid>
                <a:gridCol w="749325"/>
                <a:gridCol w="1220675"/>
                <a:gridCol w="966875"/>
                <a:gridCol w="978975"/>
              </a:tblGrid>
              <a:tr h="249300">
                <a:tc>
                  <a:txBody>
                    <a:bodyPr/>
                    <a:lstStyle/>
                    <a:p>
                      <a:pPr indent="0" lvl="0" marL="0" rtl="0" algn="ctr">
                        <a:lnSpc>
                          <a:spcPct val="115000"/>
                        </a:lnSpc>
                        <a:spcBef>
                          <a:spcPts val="0"/>
                        </a:spcBef>
                        <a:spcAft>
                          <a:spcPts val="800"/>
                        </a:spcAft>
                        <a:buNone/>
                      </a:pPr>
                      <a:r>
                        <a:rPr b="1" lang="en" sz="1200">
                          <a:solidFill>
                            <a:srgbClr val="3B3B3B"/>
                          </a:solidFill>
                          <a:latin typeface="Outfit"/>
                          <a:ea typeface="Outfit"/>
                          <a:cs typeface="Outfit"/>
                          <a:sym typeface="Outfit"/>
                        </a:rPr>
                        <a:t>Model</a:t>
                      </a:r>
                      <a:endParaRPr b="1" sz="1200">
                        <a:solidFill>
                          <a:srgbClr val="3B3B3B"/>
                        </a:solidFill>
                        <a:latin typeface="Outfit"/>
                        <a:ea typeface="Outfit"/>
                        <a:cs typeface="Outfit"/>
                        <a:sym typeface="Outfit"/>
                      </a:endParaRPr>
                    </a:p>
                  </a:txBody>
                  <a:tcPr marT="18275" marB="18275" marR="18275" marL="182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8650">
                      <a:solidFill>
                        <a:srgbClr val="666666"/>
                      </a:solidFill>
                      <a:prstDash val="solid"/>
                      <a:round/>
                      <a:headEnd len="sm" w="sm" type="none"/>
                      <a:tailEnd len="sm" w="sm" type="none"/>
                    </a:lnB>
                  </a:tcPr>
                </a:tc>
                <a:tc>
                  <a:txBody>
                    <a:bodyPr/>
                    <a:lstStyle/>
                    <a:p>
                      <a:pPr indent="0" lvl="0" marL="0" rtl="0" algn="ctr">
                        <a:lnSpc>
                          <a:spcPct val="115000"/>
                        </a:lnSpc>
                        <a:spcBef>
                          <a:spcPts val="0"/>
                        </a:spcBef>
                        <a:spcAft>
                          <a:spcPts val="800"/>
                        </a:spcAft>
                        <a:buNone/>
                      </a:pPr>
                      <a:r>
                        <a:rPr b="1" lang="en" sz="1200">
                          <a:solidFill>
                            <a:srgbClr val="3B3B3B"/>
                          </a:solidFill>
                          <a:latin typeface="Outfit"/>
                          <a:ea typeface="Outfit"/>
                          <a:cs typeface="Outfit"/>
                          <a:sym typeface="Outfit"/>
                        </a:rPr>
                        <a:t>Precision@5</a:t>
                      </a:r>
                      <a:endParaRPr b="1" sz="1200">
                        <a:solidFill>
                          <a:srgbClr val="3B3B3B"/>
                        </a:solidFill>
                        <a:latin typeface="Outfit"/>
                        <a:ea typeface="Outfit"/>
                        <a:cs typeface="Outfit"/>
                        <a:sym typeface="Outfit"/>
                      </a:endParaRPr>
                    </a:p>
                  </a:txBody>
                  <a:tcPr marT="18275" marB="18275" marR="18275" marL="182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8650">
                      <a:solidFill>
                        <a:srgbClr val="666666"/>
                      </a:solidFill>
                      <a:prstDash val="solid"/>
                      <a:round/>
                      <a:headEnd len="sm" w="sm" type="none"/>
                      <a:tailEnd len="sm" w="sm" type="none"/>
                    </a:lnB>
                  </a:tcPr>
                </a:tc>
                <a:tc>
                  <a:txBody>
                    <a:bodyPr/>
                    <a:lstStyle/>
                    <a:p>
                      <a:pPr indent="0" lvl="0" marL="0" rtl="0" algn="ctr">
                        <a:lnSpc>
                          <a:spcPct val="115000"/>
                        </a:lnSpc>
                        <a:spcBef>
                          <a:spcPts val="0"/>
                        </a:spcBef>
                        <a:spcAft>
                          <a:spcPts val="800"/>
                        </a:spcAft>
                        <a:buNone/>
                      </a:pPr>
                      <a:r>
                        <a:rPr b="1" lang="en" sz="1200">
                          <a:solidFill>
                            <a:srgbClr val="3B3B3B"/>
                          </a:solidFill>
                          <a:latin typeface="Outfit"/>
                          <a:ea typeface="Outfit"/>
                          <a:cs typeface="Outfit"/>
                          <a:sym typeface="Outfit"/>
                        </a:rPr>
                        <a:t>Recall@5</a:t>
                      </a:r>
                      <a:endParaRPr b="1" sz="1200">
                        <a:solidFill>
                          <a:srgbClr val="3B3B3B"/>
                        </a:solidFill>
                        <a:latin typeface="Outfit"/>
                        <a:ea typeface="Outfit"/>
                        <a:cs typeface="Outfit"/>
                        <a:sym typeface="Outfit"/>
                      </a:endParaRPr>
                    </a:p>
                  </a:txBody>
                  <a:tcPr marT="18275" marB="18275" marR="18275" marL="182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8650">
                      <a:solidFill>
                        <a:srgbClr val="666666"/>
                      </a:solidFill>
                      <a:prstDash val="solid"/>
                      <a:round/>
                      <a:headEnd len="sm" w="sm" type="none"/>
                      <a:tailEnd len="sm" w="sm" type="none"/>
                    </a:lnB>
                  </a:tcPr>
                </a:tc>
                <a:tc>
                  <a:txBody>
                    <a:bodyPr/>
                    <a:lstStyle/>
                    <a:p>
                      <a:pPr indent="0" lvl="0" marL="0" rtl="0" algn="ctr">
                        <a:lnSpc>
                          <a:spcPct val="115000"/>
                        </a:lnSpc>
                        <a:spcBef>
                          <a:spcPts val="0"/>
                        </a:spcBef>
                        <a:spcAft>
                          <a:spcPts val="800"/>
                        </a:spcAft>
                        <a:buNone/>
                      </a:pPr>
                      <a:r>
                        <a:rPr b="1" lang="en" sz="1200">
                          <a:solidFill>
                            <a:srgbClr val="3B3B3B"/>
                          </a:solidFill>
                          <a:latin typeface="Outfit"/>
                          <a:ea typeface="Outfit"/>
                          <a:cs typeface="Outfit"/>
                          <a:sym typeface="Outfit"/>
                        </a:rPr>
                        <a:t>NDCG@5</a:t>
                      </a:r>
                      <a:endParaRPr b="1" sz="1200">
                        <a:solidFill>
                          <a:srgbClr val="3B3B3B"/>
                        </a:solidFill>
                        <a:latin typeface="Outfit"/>
                        <a:ea typeface="Outfit"/>
                        <a:cs typeface="Outfit"/>
                        <a:sym typeface="Outfit"/>
                      </a:endParaRPr>
                    </a:p>
                  </a:txBody>
                  <a:tcPr marT="18275" marB="18275" marR="18275" marL="182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8650">
                      <a:solidFill>
                        <a:srgbClr val="666666"/>
                      </a:solidFill>
                      <a:prstDash val="solid"/>
                      <a:round/>
                      <a:headEnd len="sm" w="sm" type="none"/>
                      <a:tailEnd len="sm" w="sm" type="none"/>
                    </a:lnB>
                  </a:tcPr>
                </a:tc>
              </a:tr>
              <a:tr h="249300">
                <a:tc>
                  <a:txBody>
                    <a:bodyPr/>
                    <a:lstStyle/>
                    <a:p>
                      <a:pPr indent="0" lvl="0" marL="0" rtl="0" algn="ctr">
                        <a:lnSpc>
                          <a:spcPct val="115000"/>
                        </a:lnSpc>
                        <a:spcBef>
                          <a:spcPts val="0"/>
                        </a:spcBef>
                        <a:spcAft>
                          <a:spcPts val="800"/>
                        </a:spcAft>
                        <a:buNone/>
                      </a:pPr>
                      <a:r>
                        <a:rPr lang="en" sz="1200">
                          <a:solidFill>
                            <a:srgbClr val="3B3B3B"/>
                          </a:solidFill>
                          <a:latin typeface="Outfit"/>
                          <a:ea typeface="Outfit"/>
                          <a:cs typeface="Outfit"/>
                          <a:sym typeface="Outfit"/>
                        </a:rPr>
                        <a:t>KNN</a:t>
                      </a:r>
                      <a:endParaRPr sz="1200">
                        <a:solidFill>
                          <a:srgbClr val="3B3B3B"/>
                        </a:solidFill>
                        <a:latin typeface="Outfit"/>
                        <a:ea typeface="Outfit"/>
                        <a:cs typeface="Outfit"/>
                        <a:sym typeface="Outfit"/>
                      </a:endParaRPr>
                    </a:p>
                  </a:txBody>
                  <a:tcPr marT="18275" marB="18275" marR="18275" marL="182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8650">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ctr">
                        <a:lnSpc>
                          <a:spcPct val="115000"/>
                        </a:lnSpc>
                        <a:spcBef>
                          <a:spcPts val="0"/>
                        </a:spcBef>
                        <a:spcAft>
                          <a:spcPts val="800"/>
                        </a:spcAft>
                        <a:buNone/>
                      </a:pPr>
                      <a:r>
                        <a:rPr lang="en" sz="1200">
                          <a:solidFill>
                            <a:srgbClr val="3B3B3B"/>
                          </a:solidFill>
                          <a:latin typeface="Outfit"/>
                          <a:ea typeface="Outfit"/>
                          <a:cs typeface="Outfit"/>
                          <a:sym typeface="Outfit"/>
                        </a:rPr>
                        <a:t>0.0412</a:t>
                      </a:r>
                      <a:endParaRPr sz="1200">
                        <a:solidFill>
                          <a:srgbClr val="3B3B3B"/>
                        </a:solidFill>
                        <a:latin typeface="Outfit"/>
                        <a:ea typeface="Outfit"/>
                        <a:cs typeface="Outfit"/>
                        <a:sym typeface="Outfit"/>
                      </a:endParaRPr>
                    </a:p>
                  </a:txBody>
                  <a:tcPr marT="18275" marB="18275" marR="18275" marL="182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8650">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ctr">
                        <a:lnSpc>
                          <a:spcPct val="115000"/>
                        </a:lnSpc>
                        <a:spcBef>
                          <a:spcPts val="0"/>
                        </a:spcBef>
                        <a:spcAft>
                          <a:spcPts val="800"/>
                        </a:spcAft>
                        <a:buNone/>
                      </a:pPr>
                      <a:r>
                        <a:rPr lang="en" sz="1200">
                          <a:solidFill>
                            <a:srgbClr val="3B3B3B"/>
                          </a:solidFill>
                          <a:latin typeface="Outfit"/>
                          <a:ea typeface="Outfit"/>
                          <a:cs typeface="Outfit"/>
                          <a:sym typeface="Outfit"/>
                        </a:rPr>
                        <a:t>0.2059</a:t>
                      </a:r>
                      <a:endParaRPr sz="1200">
                        <a:solidFill>
                          <a:srgbClr val="3B3B3B"/>
                        </a:solidFill>
                        <a:latin typeface="Outfit"/>
                        <a:ea typeface="Outfit"/>
                        <a:cs typeface="Outfit"/>
                        <a:sym typeface="Outfit"/>
                      </a:endParaRPr>
                    </a:p>
                  </a:txBody>
                  <a:tcPr marT="18275" marB="18275" marR="18275" marL="182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8650">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ctr">
                        <a:lnSpc>
                          <a:spcPct val="115000"/>
                        </a:lnSpc>
                        <a:spcBef>
                          <a:spcPts val="0"/>
                        </a:spcBef>
                        <a:spcAft>
                          <a:spcPts val="800"/>
                        </a:spcAft>
                        <a:buNone/>
                      </a:pPr>
                      <a:r>
                        <a:rPr lang="en" sz="1200">
                          <a:solidFill>
                            <a:srgbClr val="3B3B3B"/>
                          </a:solidFill>
                          <a:latin typeface="Outfit"/>
                          <a:ea typeface="Outfit"/>
                          <a:cs typeface="Outfit"/>
                          <a:sym typeface="Outfit"/>
                        </a:rPr>
                        <a:t>0.1616</a:t>
                      </a:r>
                      <a:endParaRPr sz="1200">
                        <a:solidFill>
                          <a:srgbClr val="3B3B3B"/>
                        </a:solidFill>
                        <a:latin typeface="Outfit"/>
                        <a:ea typeface="Outfit"/>
                        <a:cs typeface="Outfit"/>
                        <a:sym typeface="Outfit"/>
                      </a:endParaRPr>
                    </a:p>
                  </a:txBody>
                  <a:tcPr marT="18275" marB="18275" marR="18275" marL="1827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8650">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2" name="Shape 1202"/>
        <p:cNvGrpSpPr/>
        <p:nvPr/>
      </p:nvGrpSpPr>
      <p:grpSpPr>
        <a:xfrm>
          <a:off x="0" y="0"/>
          <a:ext cx="0" cy="0"/>
          <a:chOff x="0" y="0"/>
          <a:chExt cx="0" cy="0"/>
        </a:xfrm>
      </p:grpSpPr>
      <p:pic>
        <p:nvPicPr>
          <p:cNvPr id="1203" name="Google Shape;1203;p123"/>
          <p:cNvPicPr preferRelativeResize="0"/>
          <p:nvPr/>
        </p:nvPicPr>
        <p:blipFill>
          <a:blip r:embed="rId3">
            <a:alphaModFix/>
          </a:blip>
          <a:stretch>
            <a:fillRect/>
          </a:stretch>
        </p:blipFill>
        <p:spPr>
          <a:xfrm>
            <a:off x="490225" y="2447563"/>
            <a:ext cx="6354600" cy="2585525"/>
          </a:xfrm>
          <a:prstGeom prst="rect">
            <a:avLst/>
          </a:prstGeom>
          <a:noFill/>
          <a:ln>
            <a:noFill/>
          </a:ln>
        </p:spPr>
      </p:pic>
      <p:pic>
        <p:nvPicPr>
          <p:cNvPr id="1204" name="Google Shape;1204;p123"/>
          <p:cNvPicPr preferRelativeResize="0"/>
          <p:nvPr/>
        </p:nvPicPr>
        <p:blipFill>
          <a:blip r:embed="rId4">
            <a:alphaModFix/>
          </a:blip>
          <a:stretch>
            <a:fillRect/>
          </a:stretch>
        </p:blipFill>
        <p:spPr>
          <a:xfrm>
            <a:off x="490225" y="518463"/>
            <a:ext cx="3129850" cy="1762824"/>
          </a:xfrm>
          <a:prstGeom prst="rect">
            <a:avLst/>
          </a:prstGeom>
          <a:noFill/>
          <a:ln>
            <a:noFill/>
          </a:ln>
        </p:spPr>
      </p:pic>
      <p:pic>
        <p:nvPicPr>
          <p:cNvPr id="1205" name="Google Shape;1205;p123"/>
          <p:cNvPicPr preferRelativeResize="0"/>
          <p:nvPr/>
        </p:nvPicPr>
        <p:blipFill>
          <a:blip r:embed="rId5">
            <a:alphaModFix/>
          </a:blip>
          <a:stretch>
            <a:fillRect/>
          </a:stretch>
        </p:blipFill>
        <p:spPr>
          <a:xfrm>
            <a:off x="4163050" y="500086"/>
            <a:ext cx="4582825" cy="1799575"/>
          </a:xfrm>
          <a:prstGeom prst="rect">
            <a:avLst/>
          </a:prstGeom>
          <a:noFill/>
          <a:ln>
            <a:noFill/>
          </a:ln>
        </p:spPr>
      </p:pic>
      <p:sp>
        <p:nvSpPr>
          <p:cNvPr id="1206" name="Google Shape;1206;p123"/>
          <p:cNvSpPr txBox="1"/>
          <p:nvPr/>
        </p:nvSpPr>
        <p:spPr>
          <a:xfrm>
            <a:off x="0" y="0"/>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lang="en" sz="1800">
                <a:solidFill>
                  <a:schemeClr val="lt1"/>
                </a:solidFill>
                <a:latin typeface="Outfit Medium"/>
                <a:ea typeface="Outfit Medium"/>
                <a:cs typeface="Outfit Medium"/>
                <a:sym typeface="Outfit Medium"/>
              </a:rPr>
              <a:t>MLFlow</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0" name="Shape 1210"/>
        <p:cNvGrpSpPr/>
        <p:nvPr/>
      </p:nvGrpSpPr>
      <p:grpSpPr>
        <a:xfrm>
          <a:off x="0" y="0"/>
          <a:ext cx="0" cy="0"/>
          <a:chOff x="0" y="0"/>
          <a:chExt cx="0" cy="0"/>
        </a:xfrm>
      </p:grpSpPr>
      <p:sp>
        <p:nvSpPr>
          <p:cNvPr id="1211" name="Google Shape;1211;p124"/>
          <p:cNvSpPr txBox="1"/>
          <p:nvPr/>
        </p:nvSpPr>
        <p:spPr>
          <a:xfrm>
            <a:off x="0" y="0"/>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lang="en" sz="1800">
                <a:solidFill>
                  <a:schemeClr val="lt1"/>
                </a:solidFill>
                <a:latin typeface="Outfit Medium"/>
                <a:ea typeface="Outfit Medium"/>
                <a:cs typeface="Outfit Medium"/>
                <a:sym typeface="Outfit Medium"/>
              </a:rPr>
              <a:t>Inference API using Flask</a:t>
            </a:r>
            <a:endParaRPr/>
          </a:p>
        </p:txBody>
      </p:sp>
      <p:pic>
        <p:nvPicPr>
          <p:cNvPr id="1212" name="Google Shape;1212;p124"/>
          <p:cNvPicPr preferRelativeResize="0"/>
          <p:nvPr/>
        </p:nvPicPr>
        <p:blipFill>
          <a:blip r:embed="rId3">
            <a:alphaModFix/>
          </a:blip>
          <a:stretch>
            <a:fillRect/>
          </a:stretch>
        </p:blipFill>
        <p:spPr>
          <a:xfrm>
            <a:off x="175775" y="545913"/>
            <a:ext cx="4345751" cy="2236272"/>
          </a:xfrm>
          <a:prstGeom prst="rect">
            <a:avLst/>
          </a:prstGeom>
          <a:noFill/>
          <a:ln>
            <a:noFill/>
          </a:ln>
        </p:spPr>
      </p:pic>
      <p:pic>
        <p:nvPicPr>
          <p:cNvPr id="1213" name="Google Shape;1213;p124"/>
          <p:cNvPicPr preferRelativeResize="0"/>
          <p:nvPr/>
        </p:nvPicPr>
        <p:blipFill>
          <a:blip r:embed="rId4">
            <a:alphaModFix/>
          </a:blip>
          <a:stretch>
            <a:fillRect/>
          </a:stretch>
        </p:blipFill>
        <p:spPr>
          <a:xfrm>
            <a:off x="5589375" y="595175"/>
            <a:ext cx="2952400" cy="4340375"/>
          </a:xfrm>
          <a:prstGeom prst="rect">
            <a:avLst/>
          </a:prstGeom>
          <a:noFill/>
          <a:ln>
            <a:noFill/>
          </a:ln>
        </p:spPr>
      </p:pic>
      <p:pic>
        <p:nvPicPr>
          <p:cNvPr id="1214" name="Google Shape;1214;p124"/>
          <p:cNvPicPr preferRelativeResize="0"/>
          <p:nvPr/>
        </p:nvPicPr>
        <p:blipFill>
          <a:blip r:embed="rId5">
            <a:alphaModFix/>
          </a:blip>
          <a:stretch>
            <a:fillRect/>
          </a:stretch>
        </p:blipFill>
        <p:spPr>
          <a:xfrm>
            <a:off x="175775" y="3187700"/>
            <a:ext cx="5157226" cy="174784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8" name="Shape 1218"/>
        <p:cNvGrpSpPr/>
        <p:nvPr/>
      </p:nvGrpSpPr>
      <p:grpSpPr>
        <a:xfrm>
          <a:off x="0" y="0"/>
          <a:ext cx="0" cy="0"/>
          <a:chOff x="0" y="0"/>
          <a:chExt cx="0" cy="0"/>
        </a:xfrm>
      </p:grpSpPr>
      <p:sp>
        <p:nvSpPr>
          <p:cNvPr id="1219" name="Google Shape;1219;p125"/>
          <p:cNvSpPr txBox="1"/>
          <p:nvPr>
            <p:ph type="title"/>
          </p:nvPr>
        </p:nvSpPr>
        <p:spPr>
          <a:xfrm>
            <a:off x="284775" y="282900"/>
            <a:ext cx="7851300" cy="49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Task 10: Pipeline Orchestration</a:t>
            </a:r>
            <a:endParaRPr sz="3000"/>
          </a:p>
        </p:txBody>
      </p:sp>
      <p:sp>
        <p:nvSpPr>
          <p:cNvPr id="1220" name="Google Shape;1220;p125"/>
          <p:cNvSpPr txBox="1"/>
          <p:nvPr>
            <p:ph idx="4294967295" type="body"/>
          </p:nvPr>
        </p:nvSpPr>
        <p:spPr>
          <a:xfrm>
            <a:off x="284700" y="1152875"/>
            <a:ext cx="8574600" cy="1624200"/>
          </a:xfrm>
          <a:prstGeom prst="rect">
            <a:avLst/>
          </a:prstGeom>
        </p:spPr>
        <p:txBody>
          <a:bodyPr anchorCtr="0" anchor="t" bIns="0" lIns="0" spcFirstLastPara="1" rIns="0" wrap="square" tIns="0">
            <a:noAutofit/>
          </a:bodyPr>
          <a:lstStyle/>
          <a:p>
            <a:pPr indent="-342900" lvl="0" marL="457200" rtl="0" algn="l">
              <a:lnSpc>
                <a:spcPct val="150000"/>
              </a:lnSpc>
              <a:spcBef>
                <a:spcPts val="0"/>
              </a:spcBef>
              <a:spcAft>
                <a:spcPts val="0"/>
              </a:spcAft>
              <a:buSzPts val="1800"/>
              <a:buFont typeface="Outfit Medium"/>
              <a:buChar char="●"/>
            </a:pPr>
            <a:r>
              <a:rPr b="1" lang="en" sz="1800">
                <a:latin typeface="Outfit"/>
                <a:ea typeface="Outfit"/>
                <a:cs typeface="Outfit"/>
                <a:sym typeface="Outfit"/>
              </a:rPr>
              <a:t>Objective:</a:t>
            </a:r>
            <a:r>
              <a:rPr lang="en" sz="1800">
                <a:latin typeface="Outfit Medium"/>
                <a:ea typeface="Outfit Medium"/>
                <a:cs typeface="Outfit Medium"/>
                <a:sym typeface="Outfit Medium"/>
              </a:rPr>
              <a:t> </a:t>
            </a:r>
            <a:r>
              <a:rPr lang="en" sz="1800">
                <a:latin typeface="Outfit Medium"/>
                <a:ea typeface="Outfit Medium"/>
                <a:cs typeface="Outfit Medium"/>
                <a:sym typeface="Outfit Medium"/>
              </a:rPr>
              <a:t>Automate the entire workflow into a single DAG</a:t>
            </a:r>
            <a:endParaRPr sz="1800">
              <a:latin typeface="Outfit Medium"/>
              <a:ea typeface="Outfit Medium"/>
              <a:cs typeface="Outfit Medium"/>
              <a:sym typeface="Outfit Medium"/>
            </a:endParaRPr>
          </a:p>
          <a:p>
            <a:pPr indent="-342900" lvl="0" marL="457200" rtl="0" algn="l">
              <a:lnSpc>
                <a:spcPct val="100000"/>
              </a:lnSpc>
              <a:spcBef>
                <a:spcPts val="0"/>
              </a:spcBef>
              <a:spcAft>
                <a:spcPts val="1000"/>
              </a:spcAft>
              <a:buSzPts val="1800"/>
              <a:buFont typeface="Outfit Medium"/>
              <a:buChar char="●"/>
            </a:pPr>
            <a:r>
              <a:rPr lang="en" sz="1800">
                <a:latin typeface="Outfit Medium"/>
                <a:ea typeface="Outfit Medium"/>
                <a:cs typeface="Outfit Medium"/>
                <a:sym typeface="Outfit Medium"/>
              </a:rPr>
              <a:t>We used Prefect to tie all nine previous tasks into a single automated workflow. The Directed Acyclic Graph (DAG) manages task dependencies, ensuring that training only begins if data validation passes. This provides a "single-click" execution model for the entire end-to-end data pipeline</a:t>
            </a:r>
            <a:endParaRPr sz="1800">
              <a:latin typeface="Outfit Medium"/>
              <a:ea typeface="Outfit Medium"/>
              <a:cs typeface="Outfit Medium"/>
              <a:sym typeface="Outfit Medium"/>
            </a:endParaRPr>
          </a:p>
        </p:txBody>
      </p:sp>
      <p:grpSp>
        <p:nvGrpSpPr>
          <p:cNvPr id="1221" name="Google Shape;1221;p125"/>
          <p:cNvGrpSpPr/>
          <p:nvPr/>
        </p:nvGrpSpPr>
        <p:grpSpPr>
          <a:xfrm>
            <a:off x="765097" y="2949788"/>
            <a:ext cx="7117274" cy="400328"/>
            <a:chOff x="718822" y="2170850"/>
            <a:chExt cx="7117274" cy="400328"/>
          </a:xfrm>
        </p:grpSpPr>
        <p:sp>
          <p:nvSpPr>
            <p:cNvPr id="1222" name="Google Shape;1222;p125"/>
            <p:cNvSpPr/>
            <p:nvPr/>
          </p:nvSpPr>
          <p:spPr>
            <a:xfrm>
              <a:off x="4088100" y="2170850"/>
              <a:ext cx="1977600" cy="400200"/>
            </a:xfrm>
            <a:prstGeom prst="chevron">
              <a:avLst>
                <a:gd fmla="val 50000" name="adj"/>
              </a:avLst>
            </a:prstGeom>
            <a:solidFill>
              <a:srgbClr val="1155CC"/>
            </a:solidFill>
            <a:ln>
              <a:noFill/>
            </a:ln>
          </p:spPr>
          <p:txBody>
            <a:bodyPr anchorCtr="0" anchor="ctr" bIns="54700" lIns="54700" spcFirstLastPara="1" rIns="54700" wrap="square" tIns="54700">
              <a:noAutofit/>
            </a:bodyPr>
            <a:lstStyle/>
            <a:p>
              <a:pPr indent="0" lvl="0" marL="0" rtl="0" algn="ctr">
                <a:spcBef>
                  <a:spcPts val="0"/>
                </a:spcBef>
                <a:spcAft>
                  <a:spcPts val="0"/>
                </a:spcAft>
                <a:buNone/>
              </a:pPr>
              <a:r>
                <a:rPr lang="en" sz="1077">
                  <a:solidFill>
                    <a:srgbClr val="FFFFFF"/>
                  </a:solidFill>
                  <a:latin typeface="Outfit SemiBold"/>
                  <a:ea typeface="Outfit SemiBold"/>
                  <a:cs typeface="Outfit SemiBold"/>
                  <a:sym typeface="Outfit SemiBold"/>
                </a:rPr>
                <a:t>Transformation</a:t>
              </a:r>
              <a:endParaRPr sz="837">
                <a:solidFill>
                  <a:srgbClr val="FFFFFF"/>
                </a:solidFill>
                <a:latin typeface="Roboto"/>
                <a:ea typeface="Roboto"/>
                <a:cs typeface="Roboto"/>
                <a:sym typeface="Roboto"/>
              </a:endParaRPr>
            </a:p>
          </p:txBody>
        </p:sp>
        <p:sp>
          <p:nvSpPr>
            <p:cNvPr id="1223" name="Google Shape;1223;p125"/>
            <p:cNvSpPr/>
            <p:nvPr/>
          </p:nvSpPr>
          <p:spPr>
            <a:xfrm>
              <a:off x="718822" y="2170978"/>
              <a:ext cx="2121900" cy="400200"/>
            </a:xfrm>
            <a:prstGeom prst="homePlate">
              <a:avLst>
                <a:gd fmla="val 50000" name="adj"/>
              </a:avLst>
            </a:prstGeom>
            <a:solidFill>
              <a:srgbClr val="000000"/>
            </a:solidFill>
            <a:ln>
              <a:noFill/>
            </a:ln>
          </p:spPr>
          <p:txBody>
            <a:bodyPr anchorCtr="0" anchor="ctr" bIns="54700" lIns="54700" spcFirstLastPara="1" rIns="54700" wrap="square" tIns="54700">
              <a:noAutofit/>
            </a:bodyPr>
            <a:lstStyle/>
            <a:p>
              <a:pPr indent="0" lvl="0" marL="0" rtl="0" algn="ctr">
                <a:spcBef>
                  <a:spcPts val="0"/>
                </a:spcBef>
                <a:spcAft>
                  <a:spcPts val="0"/>
                </a:spcAft>
                <a:buNone/>
              </a:pPr>
              <a:r>
                <a:rPr lang="en" sz="1077">
                  <a:solidFill>
                    <a:srgbClr val="FFFFFF"/>
                  </a:solidFill>
                  <a:latin typeface="Outfit SemiBold"/>
                  <a:ea typeface="Outfit SemiBold"/>
                  <a:cs typeface="Outfit SemiBold"/>
                  <a:sym typeface="Outfit SemiBold"/>
                </a:rPr>
                <a:t>Ingestion</a:t>
              </a:r>
              <a:endParaRPr sz="1077">
                <a:solidFill>
                  <a:srgbClr val="FFFFFF"/>
                </a:solidFill>
                <a:latin typeface="Outfit SemiBold"/>
                <a:ea typeface="Outfit SemiBold"/>
                <a:cs typeface="Outfit SemiBold"/>
                <a:sym typeface="Outfit SemiBold"/>
              </a:endParaRPr>
            </a:p>
          </p:txBody>
        </p:sp>
        <p:sp>
          <p:nvSpPr>
            <p:cNvPr id="1224" name="Google Shape;1224;p125"/>
            <p:cNvSpPr/>
            <p:nvPr/>
          </p:nvSpPr>
          <p:spPr>
            <a:xfrm>
              <a:off x="2480059" y="2170850"/>
              <a:ext cx="1977600" cy="400200"/>
            </a:xfrm>
            <a:prstGeom prst="chevron">
              <a:avLst>
                <a:gd fmla="val 50000" name="adj"/>
              </a:avLst>
            </a:prstGeom>
            <a:solidFill>
              <a:srgbClr val="990000"/>
            </a:solidFill>
            <a:ln>
              <a:noFill/>
            </a:ln>
          </p:spPr>
          <p:txBody>
            <a:bodyPr anchorCtr="0" anchor="ctr" bIns="54700" lIns="54700" spcFirstLastPara="1" rIns="54700" wrap="square" tIns="54700">
              <a:noAutofit/>
            </a:bodyPr>
            <a:lstStyle/>
            <a:p>
              <a:pPr indent="0" lvl="0" marL="0" rtl="0" algn="ctr">
                <a:spcBef>
                  <a:spcPts val="0"/>
                </a:spcBef>
                <a:spcAft>
                  <a:spcPts val="0"/>
                </a:spcAft>
                <a:buNone/>
              </a:pPr>
              <a:r>
                <a:rPr lang="en" sz="1077">
                  <a:solidFill>
                    <a:srgbClr val="FFFFFF"/>
                  </a:solidFill>
                  <a:latin typeface="Outfit SemiBold"/>
                  <a:ea typeface="Outfit SemiBold"/>
                  <a:cs typeface="Outfit SemiBold"/>
                  <a:sym typeface="Outfit SemiBold"/>
                </a:rPr>
                <a:t>Validation</a:t>
              </a:r>
              <a:endParaRPr sz="837">
                <a:solidFill>
                  <a:srgbClr val="FFFFFF"/>
                </a:solidFill>
                <a:latin typeface="Roboto"/>
                <a:ea typeface="Roboto"/>
                <a:cs typeface="Roboto"/>
                <a:sym typeface="Roboto"/>
              </a:endParaRPr>
            </a:p>
          </p:txBody>
        </p:sp>
        <p:sp>
          <p:nvSpPr>
            <p:cNvPr id="1225" name="Google Shape;1225;p125"/>
            <p:cNvSpPr/>
            <p:nvPr/>
          </p:nvSpPr>
          <p:spPr>
            <a:xfrm>
              <a:off x="5858497" y="2170850"/>
              <a:ext cx="1977600" cy="400200"/>
            </a:xfrm>
            <a:prstGeom prst="chevron">
              <a:avLst>
                <a:gd fmla="val 50000" name="adj"/>
              </a:avLst>
            </a:prstGeom>
            <a:solidFill>
              <a:srgbClr val="38761D"/>
            </a:solidFill>
            <a:ln>
              <a:noFill/>
            </a:ln>
          </p:spPr>
          <p:txBody>
            <a:bodyPr anchorCtr="0" anchor="ctr" bIns="54700" lIns="54700" spcFirstLastPara="1" rIns="54700" wrap="square" tIns="54700">
              <a:noAutofit/>
            </a:bodyPr>
            <a:lstStyle/>
            <a:p>
              <a:pPr indent="0" lvl="0" marL="0" rtl="0" algn="ctr">
                <a:spcBef>
                  <a:spcPts val="0"/>
                </a:spcBef>
                <a:spcAft>
                  <a:spcPts val="0"/>
                </a:spcAft>
                <a:buNone/>
              </a:pPr>
              <a:r>
                <a:rPr lang="en" sz="1077">
                  <a:solidFill>
                    <a:srgbClr val="FFFFFF"/>
                  </a:solidFill>
                  <a:latin typeface="Outfit SemiBold"/>
                  <a:ea typeface="Outfit SemiBold"/>
                  <a:cs typeface="Outfit SemiBold"/>
                  <a:sym typeface="Outfit SemiBold"/>
                </a:rPr>
                <a:t>Training</a:t>
              </a:r>
              <a:endParaRPr sz="837">
                <a:solidFill>
                  <a:srgbClr val="FFFFFF"/>
                </a:solidFill>
                <a:latin typeface="Roboto"/>
                <a:ea typeface="Roboto"/>
                <a:cs typeface="Roboto"/>
                <a:sym typeface="Roboto"/>
              </a:endParaRPr>
            </a:p>
          </p:txBody>
        </p:sp>
      </p:grpSp>
      <p:sp>
        <p:nvSpPr>
          <p:cNvPr id="1226" name="Google Shape;1226;p125"/>
          <p:cNvSpPr txBox="1"/>
          <p:nvPr/>
        </p:nvSpPr>
        <p:spPr>
          <a:xfrm>
            <a:off x="294100" y="3633825"/>
            <a:ext cx="8661600" cy="1293000"/>
          </a:xfrm>
          <a:prstGeom prst="rect">
            <a:avLst/>
          </a:prstGeom>
          <a:noFill/>
          <a:ln>
            <a:noFill/>
          </a:ln>
        </p:spPr>
        <p:txBody>
          <a:bodyPr anchorCtr="0" anchor="t" bIns="91425" lIns="91425" spcFirstLastPara="1" rIns="91425" wrap="square" tIns="91425">
            <a:spAutoFit/>
          </a:bodyPr>
          <a:lstStyle/>
          <a:p>
            <a:pPr indent="-342900" lvl="0" marL="457200" rtl="0" algn="l">
              <a:lnSpc>
                <a:spcPct val="150000"/>
              </a:lnSpc>
              <a:spcBef>
                <a:spcPts val="0"/>
              </a:spcBef>
              <a:spcAft>
                <a:spcPts val="0"/>
              </a:spcAft>
              <a:buClr>
                <a:schemeClr val="lt1"/>
              </a:buClr>
              <a:buSzPts val="1800"/>
              <a:buFont typeface="Outfit Medium"/>
              <a:buChar char="●"/>
            </a:pPr>
            <a:r>
              <a:rPr b="1" lang="en" sz="1800">
                <a:solidFill>
                  <a:schemeClr val="lt1"/>
                </a:solidFill>
                <a:latin typeface="Outfit"/>
                <a:ea typeface="Outfit"/>
                <a:cs typeface="Outfit"/>
                <a:sym typeface="Outfit"/>
              </a:rPr>
              <a:t>Tools Used:</a:t>
            </a:r>
            <a:r>
              <a:rPr lang="en" sz="1800">
                <a:solidFill>
                  <a:schemeClr val="lt1"/>
                </a:solidFill>
                <a:latin typeface="Outfit Medium"/>
                <a:ea typeface="Outfit Medium"/>
                <a:cs typeface="Outfit Medium"/>
                <a:sym typeface="Outfit Medium"/>
              </a:rPr>
              <a:t> Prefect </a:t>
            </a:r>
            <a:r>
              <a:rPr lang="en" sz="1800">
                <a:solidFill>
                  <a:srgbClr val="FFFFFF"/>
                </a:solidFill>
                <a:highlight>
                  <a:srgbClr val="434343"/>
                </a:highlight>
                <a:latin typeface="Outfit Medium"/>
                <a:ea typeface="Outfit Medium"/>
                <a:cs typeface="Outfit Medium"/>
                <a:sym typeface="Outfit Medium"/>
              </a:rPr>
              <a:t> orchestration/pipeline_flow.py</a:t>
            </a:r>
            <a:r>
              <a:rPr lang="en" sz="1800">
                <a:solidFill>
                  <a:schemeClr val="lt1"/>
                </a:solidFill>
                <a:latin typeface="Outfit Medium"/>
                <a:ea typeface="Outfit Medium"/>
                <a:cs typeface="Outfit Medium"/>
                <a:sym typeface="Outfit Medium"/>
              </a:rPr>
              <a:t> &amp; </a:t>
            </a:r>
            <a:r>
              <a:rPr lang="en" sz="1800">
                <a:solidFill>
                  <a:srgbClr val="FFFFFF"/>
                </a:solidFill>
                <a:highlight>
                  <a:srgbClr val="434343"/>
                </a:highlight>
                <a:latin typeface="Outfit Medium"/>
                <a:ea typeface="Outfit Medium"/>
                <a:cs typeface="Outfit Medium"/>
                <a:sym typeface="Outfit Medium"/>
              </a:rPr>
              <a:t> prefect.yaml</a:t>
            </a:r>
            <a:endParaRPr sz="1800">
              <a:solidFill>
                <a:schemeClr val="lt1"/>
              </a:solidFill>
              <a:latin typeface="Outfit Medium"/>
              <a:ea typeface="Outfit Medium"/>
              <a:cs typeface="Outfit Medium"/>
              <a:sym typeface="Outfit Medium"/>
            </a:endParaRPr>
          </a:p>
          <a:p>
            <a:pPr indent="-342900" lvl="0" marL="457200" rtl="0" algn="l">
              <a:lnSpc>
                <a:spcPct val="150000"/>
              </a:lnSpc>
              <a:spcBef>
                <a:spcPts val="0"/>
              </a:spcBef>
              <a:spcAft>
                <a:spcPts val="0"/>
              </a:spcAft>
              <a:buClr>
                <a:schemeClr val="lt1"/>
              </a:buClr>
              <a:buSzPts val="1800"/>
              <a:buFont typeface="Outfit Medium"/>
              <a:buChar char="●"/>
            </a:pPr>
            <a:r>
              <a:rPr b="1" lang="en" sz="1800">
                <a:solidFill>
                  <a:schemeClr val="lt1"/>
                </a:solidFill>
                <a:latin typeface="Outfit"/>
                <a:ea typeface="Outfit"/>
                <a:cs typeface="Outfit"/>
                <a:sym typeface="Outfit"/>
              </a:rPr>
              <a:t>Input:</a:t>
            </a:r>
            <a:r>
              <a:rPr lang="en" sz="1800">
                <a:solidFill>
                  <a:schemeClr val="lt1"/>
                </a:solidFill>
                <a:latin typeface="Outfit Medium"/>
                <a:ea typeface="Outfit Medium"/>
                <a:cs typeface="Outfit Medium"/>
                <a:sym typeface="Outfit Medium"/>
              </a:rPr>
              <a:t> All modular pipeline scripts</a:t>
            </a:r>
            <a:endParaRPr sz="1800">
              <a:solidFill>
                <a:schemeClr val="lt1"/>
              </a:solidFill>
              <a:latin typeface="Outfit Medium"/>
              <a:ea typeface="Outfit Medium"/>
              <a:cs typeface="Outfit Medium"/>
              <a:sym typeface="Outfit Medium"/>
            </a:endParaRPr>
          </a:p>
          <a:p>
            <a:pPr indent="-342900" lvl="0" marL="457200" rtl="0" algn="l">
              <a:lnSpc>
                <a:spcPct val="150000"/>
              </a:lnSpc>
              <a:spcBef>
                <a:spcPts val="0"/>
              </a:spcBef>
              <a:spcAft>
                <a:spcPts val="0"/>
              </a:spcAft>
              <a:buClr>
                <a:schemeClr val="lt1"/>
              </a:buClr>
              <a:buSzPts val="1800"/>
              <a:buFont typeface="Outfit Medium"/>
              <a:buChar char="●"/>
            </a:pPr>
            <a:r>
              <a:rPr b="1" lang="en" sz="1800">
                <a:solidFill>
                  <a:schemeClr val="lt1"/>
                </a:solidFill>
                <a:latin typeface="Outfit"/>
                <a:ea typeface="Outfit"/>
                <a:cs typeface="Outfit"/>
                <a:sym typeface="Outfit"/>
              </a:rPr>
              <a:t>Output: </a:t>
            </a:r>
            <a:r>
              <a:rPr lang="en" sz="1800">
                <a:solidFill>
                  <a:schemeClr val="lt1"/>
                </a:solidFill>
                <a:latin typeface="Outfit Medium"/>
                <a:ea typeface="Outfit Medium"/>
                <a:cs typeface="Outfit Medium"/>
                <a:sym typeface="Outfit Medium"/>
              </a:rPr>
              <a:t>An automated, monitored execution graph (DAG)</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0" name="Shape 1230"/>
        <p:cNvGrpSpPr/>
        <p:nvPr/>
      </p:nvGrpSpPr>
      <p:grpSpPr>
        <a:xfrm>
          <a:off x="0" y="0"/>
          <a:ext cx="0" cy="0"/>
          <a:chOff x="0" y="0"/>
          <a:chExt cx="0" cy="0"/>
        </a:xfrm>
      </p:grpSpPr>
      <p:pic>
        <p:nvPicPr>
          <p:cNvPr id="1231" name="Google Shape;1231;p126"/>
          <p:cNvPicPr preferRelativeResize="0"/>
          <p:nvPr/>
        </p:nvPicPr>
        <p:blipFill>
          <a:blip r:embed="rId3">
            <a:alphaModFix/>
          </a:blip>
          <a:stretch>
            <a:fillRect/>
          </a:stretch>
        </p:blipFill>
        <p:spPr>
          <a:xfrm>
            <a:off x="271738" y="461700"/>
            <a:ext cx="8494324" cy="4545974"/>
          </a:xfrm>
          <a:prstGeom prst="rect">
            <a:avLst/>
          </a:prstGeom>
          <a:noFill/>
          <a:ln>
            <a:noFill/>
          </a:ln>
        </p:spPr>
      </p:pic>
      <p:sp>
        <p:nvSpPr>
          <p:cNvPr id="1232" name="Google Shape;1232;p126"/>
          <p:cNvSpPr txBox="1"/>
          <p:nvPr/>
        </p:nvSpPr>
        <p:spPr>
          <a:xfrm>
            <a:off x="0" y="0"/>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lang="en" sz="1800">
                <a:solidFill>
                  <a:schemeClr val="lt1"/>
                </a:solidFill>
                <a:latin typeface="Outfit Medium"/>
                <a:ea typeface="Outfit Medium"/>
                <a:cs typeface="Outfit Medium"/>
                <a:sym typeface="Outfit Medium"/>
              </a:rPr>
              <a:t>Perfect Server</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6" name="Shape 1236"/>
        <p:cNvGrpSpPr/>
        <p:nvPr/>
      </p:nvGrpSpPr>
      <p:grpSpPr>
        <a:xfrm>
          <a:off x="0" y="0"/>
          <a:ext cx="0" cy="0"/>
          <a:chOff x="0" y="0"/>
          <a:chExt cx="0" cy="0"/>
        </a:xfrm>
      </p:grpSpPr>
      <p:sp>
        <p:nvSpPr>
          <p:cNvPr id="1237" name="Google Shape;1237;p127"/>
          <p:cNvSpPr txBox="1"/>
          <p:nvPr>
            <p:ph type="title"/>
          </p:nvPr>
        </p:nvSpPr>
        <p:spPr>
          <a:xfrm>
            <a:off x="791700" y="2110950"/>
            <a:ext cx="3727200" cy="8118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rket Research Review | Bento">
  <a:themeElements>
    <a:clrScheme name="Simple Light">
      <a:dk1>
        <a:srgbClr val="F0F0F0"/>
      </a:dk1>
      <a:lt1>
        <a:srgbClr val="3D3D3D"/>
      </a:lt1>
      <a:dk2>
        <a:srgbClr val="FFBDE9"/>
      </a:dk2>
      <a:lt2>
        <a:srgbClr val="FFFCFA"/>
      </a:lt2>
      <a:accent1>
        <a:srgbClr val="FE5418"/>
      </a:accent1>
      <a:accent2>
        <a:srgbClr val="5237E6"/>
      </a:accent2>
      <a:accent3>
        <a:srgbClr val="7DDA92"/>
      </a:accent3>
      <a:accent4>
        <a:srgbClr val="B8A7FF"/>
      </a:accent4>
      <a:accent5>
        <a:srgbClr val="039366"/>
      </a:accent5>
      <a:accent6>
        <a:srgbClr val="E992D5"/>
      </a:accent6>
      <a:hlink>
        <a:srgbClr val="E1E5E4"/>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TRATEGIC PITCH PRESENTATION">
  <a:themeElements>
    <a:clrScheme name="Simple Light">
      <a:dk1>
        <a:srgbClr val="000000"/>
      </a:dk1>
      <a:lt1>
        <a:srgbClr val="FAFAFA"/>
      </a:lt1>
      <a:dk2>
        <a:srgbClr val="CCCCCC"/>
      </a:dk2>
      <a:lt2>
        <a:srgbClr val="F3F3F3"/>
      </a:lt2>
      <a:accent1>
        <a:srgbClr val="FBE2C4"/>
      </a:accent1>
      <a:accent2>
        <a:srgbClr val="FFCCE4"/>
      </a:accent2>
      <a:accent3>
        <a:srgbClr val="C0E9FF"/>
      </a:accent3>
      <a:accent4>
        <a:srgbClr val="D2FD78"/>
      </a:accent4>
      <a:accent5>
        <a:srgbClr val="FAEA32"/>
      </a:accent5>
      <a:accent6>
        <a:srgbClr val="CBB2FE"/>
      </a:accent6>
      <a:hlink>
        <a:srgbClr val="C0E9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